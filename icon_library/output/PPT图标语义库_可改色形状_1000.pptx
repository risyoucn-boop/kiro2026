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202C"/>
                </a:solidFill>
              </a:rPr>
              <a:t>PPT 图标语义库 · 可改色形状 · 1000个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</a:rPr>
              <a:t>每个图标都是 PowerPoint 原生形状 (custGeom)，复制到任何 PPT 后，选中图标 → 形状格式 → 形状填充，即可一键改色。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</a:rPr>
              <a:t>12 个业务分类 · 169 个基础概念 · ~16 类语义徽章 · 1000 个变体图标</a:t>
            </a:r>
          </a:p>
        </p:txBody>
      </p:sp>
      <p:sp>
        <p:nvSpPr>
          <p:cNvPr id="5" name="category_DATA"/>
          <p:cNvSpPr/>
          <p:nvPr/>
        </p:nvSpPr>
        <p:spPr>
          <a:xfrm>
            <a:off x="1143000" y="301752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03" y="19973"/>
                </a:moveTo>
                <a:lnTo>
                  <a:pt x="17244" y="10193"/>
                </a:lnTo>
                <a:lnTo>
                  <a:pt x="18444" y="11855"/>
                </a:lnTo>
                <a:lnTo>
                  <a:pt x="21000" y="6000"/>
                </a:lnTo>
                <a:lnTo>
                  <a:pt x="14638" y="6585"/>
                </a:lnTo>
                <a:lnTo>
                  <a:pt x="15839" y="8247"/>
                </a:lnTo>
                <a:lnTo>
                  <a:pt x="2297" y="18027"/>
                </a:ln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01_数据指标趋势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DATA</a:t>
            </a:r>
          </a:p>
        </p:txBody>
      </p:sp>
      <p:sp>
        <p:nvSpPr>
          <p:cNvPr id="8" name="category_TRAIN"/>
          <p:cNvSpPr/>
          <p:nvPr/>
        </p:nvSpPr>
        <p:spPr>
          <a:xfrm>
            <a:off x="3063240" y="301752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600" y="4000"/>
                </a:moveTo>
                <a:lnTo>
                  <a:pt x="20400" y="4000"/>
                </a:lnTo>
                <a:cubicBezTo>
                  <a:pt x="20731" y="4000"/>
                  <a:pt x="21000" y="4269"/>
                  <a:pt x="21000" y="4600"/>
                </a:cubicBezTo>
                <a:lnTo>
                  <a:pt x="21000" y="14400"/>
                </a:lnTo>
                <a:cubicBezTo>
                  <a:pt x="21000" y="14731"/>
                  <a:pt x="20731" y="15000"/>
                  <a:pt x="20400" y="15000"/>
                </a:cubicBezTo>
                <a:lnTo>
                  <a:pt x="3600" y="15000"/>
                </a:lnTo>
                <a:cubicBezTo>
                  <a:pt x="3269" y="15000"/>
                  <a:pt x="3000" y="14731"/>
                  <a:pt x="3000" y="14400"/>
                </a:cubicBezTo>
                <a:lnTo>
                  <a:pt x="3000" y="4600"/>
                </a:lnTo>
                <a:cubicBezTo>
                  <a:pt x="3000" y="4269"/>
                  <a:pt x="3269" y="4000"/>
                  <a:pt x="3600" y="4000"/>
                </a:cubicBezTo>
                <a:close/>
                <a:moveTo>
                  <a:pt x="2000" y="14900"/>
                </a:moveTo>
                <a:lnTo>
                  <a:pt x="22000" y="14900"/>
                </a:lnTo>
                <a:lnTo>
                  <a:pt x="22000" y="14100"/>
                </a:lnTo>
                <a:lnTo>
                  <a:pt x="2000" y="14100"/>
                </a:lnTo>
                <a:close/>
                <a:moveTo>
                  <a:pt x="8600" y="19000"/>
                </a:moveTo>
                <a:cubicBezTo>
                  <a:pt x="8600" y="19884"/>
                  <a:pt x="7884" y="20600"/>
                  <a:pt x="7000" y="20600"/>
                </a:cubicBezTo>
                <a:cubicBezTo>
                  <a:pt x="6116" y="20600"/>
                  <a:pt x="5400" y="19884"/>
                  <a:pt x="5400" y="19000"/>
                </a:cubicBezTo>
                <a:cubicBezTo>
                  <a:pt x="5400" y="18116"/>
                  <a:pt x="6116" y="17400"/>
                  <a:pt x="7000" y="17400"/>
                </a:cubicBezTo>
                <a:cubicBezTo>
                  <a:pt x="7884" y="17400"/>
                  <a:pt x="8600" y="18116"/>
                  <a:pt x="8600" y="19000"/>
                </a:cubicBezTo>
                <a:close/>
                <a:moveTo>
                  <a:pt x="13600" y="19000"/>
                </a:moveTo>
                <a:cubicBezTo>
                  <a:pt x="13600" y="19884"/>
                  <a:pt x="12884" y="20600"/>
                  <a:pt x="12000" y="20600"/>
                </a:cubicBezTo>
                <a:cubicBezTo>
                  <a:pt x="11116" y="20600"/>
                  <a:pt x="10400" y="19884"/>
                  <a:pt x="10400" y="19000"/>
                </a:cubicBezTo>
                <a:cubicBezTo>
                  <a:pt x="10400" y="18116"/>
                  <a:pt x="11116" y="17400"/>
                  <a:pt x="12000" y="17400"/>
                </a:cubicBezTo>
                <a:cubicBezTo>
                  <a:pt x="12884" y="17400"/>
                  <a:pt x="13600" y="18116"/>
                  <a:pt x="13600" y="19000"/>
                </a:cubicBezTo>
                <a:close/>
                <a:moveTo>
                  <a:pt x="18600" y="19000"/>
                </a:moveTo>
                <a:cubicBezTo>
                  <a:pt x="18600" y="19884"/>
                  <a:pt x="17884" y="20600"/>
                  <a:pt x="17000" y="20600"/>
                </a:cubicBezTo>
                <a:cubicBezTo>
                  <a:pt x="16116" y="20600"/>
                  <a:pt x="15400" y="19884"/>
                  <a:pt x="15400" y="19000"/>
                </a:cubicBezTo>
                <a:cubicBezTo>
                  <a:pt x="15400" y="18116"/>
                  <a:pt x="16116" y="17400"/>
                  <a:pt x="17000" y="17400"/>
                </a:cubicBezTo>
                <a:cubicBezTo>
                  <a:pt x="17884" y="17400"/>
                  <a:pt x="18600" y="18116"/>
                  <a:pt x="18600" y="19000"/>
                </a:cubicBezTo>
                <a:close/>
                <a:moveTo>
                  <a:pt x="6300" y="7000"/>
                </a:moveTo>
                <a:lnTo>
                  <a:pt x="17700" y="7000"/>
                </a:lnTo>
                <a:cubicBezTo>
                  <a:pt x="17866" y="7000"/>
                  <a:pt x="18000" y="7134"/>
                  <a:pt x="18000" y="7300"/>
                </a:cubicBezTo>
                <a:lnTo>
                  <a:pt x="18000" y="7700"/>
                </a:lnTo>
                <a:cubicBezTo>
                  <a:pt x="18000" y="7866"/>
                  <a:pt x="17866" y="8000"/>
                  <a:pt x="17700" y="8000"/>
                </a:cubicBezTo>
                <a:lnTo>
                  <a:pt x="6300" y="8000"/>
                </a:lnTo>
                <a:cubicBezTo>
                  <a:pt x="6134" y="8000"/>
                  <a:pt x="6000" y="7866"/>
                  <a:pt x="6000" y="7700"/>
                </a:cubicBezTo>
                <a:lnTo>
                  <a:pt x="6000" y="7300"/>
                </a:lnTo>
                <a:cubicBezTo>
                  <a:pt x="6000" y="7134"/>
                  <a:pt x="6134" y="7000"/>
                  <a:pt x="6300" y="7000"/>
                </a:cubicBezTo>
                <a:close/>
                <a:moveTo>
                  <a:pt x="6300" y="9500"/>
                </a:moveTo>
                <a:lnTo>
                  <a:pt x="13700" y="9500"/>
                </a:lnTo>
                <a:cubicBezTo>
                  <a:pt x="13866" y="9500"/>
                  <a:pt x="14000" y="9634"/>
                  <a:pt x="14000" y="9800"/>
                </a:cubicBezTo>
                <a:lnTo>
                  <a:pt x="14000" y="10200"/>
                </a:lnTo>
                <a:cubicBezTo>
                  <a:pt x="14000" y="10366"/>
                  <a:pt x="13866" y="10500"/>
                  <a:pt x="13700" y="10500"/>
                </a:cubicBezTo>
                <a:lnTo>
                  <a:pt x="6300" y="10500"/>
                </a:lnTo>
                <a:cubicBezTo>
                  <a:pt x="6134" y="10500"/>
                  <a:pt x="6000" y="10366"/>
                  <a:pt x="6000" y="10200"/>
                </a:cubicBezTo>
                <a:lnTo>
                  <a:pt x="6000" y="9800"/>
                </a:lnTo>
                <a:cubicBezTo>
                  <a:pt x="6000" y="9634"/>
                  <a:pt x="6134" y="9500"/>
                  <a:pt x="6300" y="9500"/>
                </a:cubicBez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46888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02_员工培训辅导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023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TRAIN</a:t>
            </a:r>
          </a:p>
        </p:txBody>
      </p:sp>
      <p:sp>
        <p:nvSpPr>
          <p:cNvPr id="11" name="category_CUST"/>
          <p:cNvSpPr/>
          <p:nvPr/>
        </p:nvSpPr>
        <p:spPr>
          <a:xfrm>
            <a:off x="4983480" y="301752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5000"/>
                </a:moveTo>
                <a:lnTo>
                  <a:pt x="14000" y="5000"/>
                </a:lnTo>
                <a:quadBezTo>
                  <a:pt x="16000" y="5000"/>
                  <a:pt x="16000" y="7000"/>
                </a:quadBezTo>
                <a:lnTo>
                  <a:pt x="16000" y="13000"/>
                </a:lnTo>
                <a:quadBezTo>
                  <a:pt x="16000" y="15000"/>
                  <a:pt x="14000" y="15000"/>
                </a:quadBezTo>
                <a:lnTo>
                  <a:pt x="8000" y="15000"/>
                </a:lnTo>
                <a:lnTo>
                  <a:pt x="5000" y="18000"/>
                </a:lnTo>
                <a:lnTo>
                  <a:pt x="5000" y="15000"/>
                </a:lnTo>
                <a:lnTo>
                  <a:pt x="4000" y="15000"/>
                </a:lnTo>
                <a:quadBezTo>
                  <a:pt x="2000" y="15000"/>
                  <a:pt x="2000" y="13000"/>
                </a:quadBezTo>
                <a:close/>
                <a:moveTo>
                  <a:pt x="9000" y="9000"/>
                </a:moveTo>
                <a:lnTo>
                  <a:pt x="21000" y="9000"/>
                </a:lnTo>
                <a:quadBezTo>
                  <a:pt x="22500" y="9000"/>
                  <a:pt x="22500" y="10500"/>
                </a:quadBezTo>
                <a:lnTo>
                  <a:pt x="22500" y="16000"/>
                </a:lnTo>
                <a:quadBezTo>
                  <a:pt x="22500" y="17500"/>
                  <a:pt x="21000" y="17500"/>
                </a:quadBezTo>
                <a:lnTo>
                  <a:pt x="19000" y="17500"/>
                </a:lnTo>
                <a:lnTo>
                  <a:pt x="19000" y="20000"/>
                </a:lnTo>
                <a:lnTo>
                  <a:pt x="16000" y="17500"/>
                </a:lnTo>
                <a:lnTo>
                  <a:pt x="11000" y="17500"/>
                </a:lnTo>
                <a:quadBezTo>
                  <a:pt x="9000" y="17500"/>
                  <a:pt x="9000" y="16000"/>
                </a:quadBezTo>
                <a:lnTo>
                  <a:pt x="9000" y="11000"/>
                </a:lnTo>
                <a:quadBezTo>
                  <a:pt x="9000" y="9000"/>
                  <a:pt x="11000" y="9000"/>
                </a:quadBez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8912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03_客户沟通触达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23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CUST</a:t>
            </a:r>
          </a:p>
        </p:txBody>
      </p:sp>
      <p:sp>
        <p:nvSpPr>
          <p:cNvPr id="14" name="category_SALE"/>
          <p:cNvSpPr/>
          <p:nvPr/>
        </p:nvSpPr>
        <p:spPr>
          <a:xfrm>
            <a:off x="6903720" y="301752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5000"/>
                </a:moveTo>
                <a:lnTo>
                  <a:pt x="6000" y="5000"/>
                </a:lnTo>
                <a:lnTo>
                  <a:pt x="7000" y="8000"/>
                </a:lnTo>
                <a:lnTo>
                  <a:pt x="21000" y="8000"/>
                </a:lnTo>
                <a:lnTo>
                  <a:pt x="19000" y="16000"/>
                </a:lnTo>
                <a:lnTo>
                  <a:pt x="8000" y="16000"/>
                </a:lnTo>
                <a:lnTo>
                  <a:pt x="7000" y="13000"/>
                </a:lnTo>
                <a:moveTo>
                  <a:pt x="10600" y="19000"/>
                </a:moveTo>
                <a:cubicBezTo>
                  <a:pt x="10600" y="19884"/>
                  <a:pt x="9884" y="20600"/>
                  <a:pt x="9000" y="20600"/>
                </a:cubicBezTo>
                <a:cubicBezTo>
                  <a:pt x="8116" y="20600"/>
                  <a:pt x="7400" y="19884"/>
                  <a:pt x="7400" y="19000"/>
                </a:cubicBezTo>
                <a:cubicBezTo>
                  <a:pt x="7400" y="18116"/>
                  <a:pt x="8116" y="17400"/>
                  <a:pt x="9000" y="17400"/>
                </a:cubicBezTo>
                <a:cubicBezTo>
                  <a:pt x="9884" y="17400"/>
                  <a:pt x="10600" y="18116"/>
                  <a:pt x="10600" y="19000"/>
                </a:cubicBezTo>
                <a:close/>
                <a:moveTo>
                  <a:pt x="18600" y="19000"/>
                </a:moveTo>
                <a:cubicBezTo>
                  <a:pt x="18600" y="19884"/>
                  <a:pt x="17884" y="20600"/>
                  <a:pt x="17000" y="20600"/>
                </a:cubicBezTo>
                <a:cubicBezTo>
                  <a:pt x="16116" y="20600"/>
                  <a:pt x="15400" y="19884"/>
                  <a:pt x="15400" y="19000"/>
                </a:cubicBezTo>
                <a:cubicBezTo>
                  <a:pt x="15400" y="18116"/>
                  <a:pt x="16116" y="17400"/>
                  <a:pt x="17000" y="17400"/>
                </a:cubicBezTo>
                <a:cubicBezTo>
                  <a:pt x="17884" y="17400"/>
                  <a:pt x="18600" y="18116"/>
                  <a:pt x="18600" y="19000"/>
                </a:cubicBez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04_服销增长转化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023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SALE</a:t>
            </a:r>
          </a:p>
        </p:txBody>
      </p:sp>
      <p:sp>
        <p:nvSpPr>
          <p:cNvPr id="17" name="category_RISK"/>
          <p:cNvSpPr/>
          <p:nvPr/>
        </p:nvSpPr>
        <p:spPr>
          <a:xfrm>
            <a:off x="8823960" y="301752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2000"/>
                </a:moveTo>
                <a:lnTo>
                  <a:pt x="21000" y="5000"/>
                </a:lnTo>
                <a:lnTo>
                  <a:pt x="21000" y="13000"/>
                </a:lnTo>
                <a:cubicBezTo>
                  <a:pt x="21000" y="21000"/>
                  <a:pt x="17400" y="22000"/>
                  <a:pt x="12000" y="22000"/>
                </a:cubicBezTo>
                <a:cubicBezTo>
                  <a:pt x="6600" y="22000"/>
                  <a:pt x="3000" y="21000"/>
                  <a:pt x="3000" y="13000"/>
                </a:cubicBezTo>
                <a:lnTo>
                  <a:pt x="3000" y="5000"/>
                </a:ln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05_风险合规管控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023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RISK</a:t>
            </a:r>
          </a:p>
        </p:txBody>
      </p:sp>
      <p:sp>
        <p:nvSpPr>
          <p:cNvPr id="20" name="category_FLOW"/>
          <p:cNvSpPr/>
          <p:nvPr/>
        </p:nvSpPr>
        <p:spPr>
          <a:xfrm>
            <a:off x="10744200" y="301752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0" y="9000"/>
                </a:moveTo>
                <a:lnTo>
                  <a:pt x="8200" y="9000"/>
                </a:lnTo>
                <a:cubicBezTo>
                  <a:pt x="8642" y="9000"/>
                  <a:pt x="9000" y="9358"/>
                  <a:pt x="9000" y="9800"/>
                </a:cubicBezTo>
                <a:lnTo>
                  <a:pt x="9000" y="14200"/>
                </a:lnTo>
                <a:cubicBezTo>
                  <a:pt x="9000" y="14642"/>
                  <a:pt x="8642" y="15000"/>
                  <a:pt x="8200" y="15000"/>
                </a:cubicBezTo>
                <a:lnTo>
                  <a:pt x="2800" y="15000"/>
                </a:lnTo>
                <a:cubicBezTo>
                  <a:pt x="2358" y="15000"/>
                  <a:pt x="2000" y="14642"/>
                  <a:pt x="2000" y="14200"/>
                </a:cubicBezTo>
                <a:lnTo>
                  <a:pt x="2000" y="9800"/>
                </a:lnTo>
                <a:cubicBezTo>
                  <a:pt x="2000" y="9358"/>
                  <a:pt x="2358" y="9000"/>
                  <a:pt x="2800" y="9000"/>
                </a:cubicBezTo>
                <a:close/>
                <a:moveTo>
                  <a:pt x="15800" y="9000"/>
                </a:moveTo>
                <a:lnTo>
                  <a:pt x="21200" y="9000"/>
                </a:lnTo>
                <a:cubicBezTo>
                  <a:pt x="21642" y="9000"/>
                  <a:pt x="22000" y="9358"/>
                  <a:pt x="22000" y="9800"/>
                </a:cubicBezTo>
                <a:lnTo>
                  <a:pt x="22000" y="14200"/>
                </a:lnTo>
                <a:cubicBezTo>
                  <a:pt x="22000" y="14642"/>
                  <a:pt x="21642" y="15000"/>
                  <a:pt x="21200" y="15000"/>
                </a:cubicBezTo>
                <a:lnTo>
                  <a:pt x="15800" y="15000"/>
                </a:lnTo>
                <a:cubicBezTo>
                  <a:pt x="15358" y="15000"/>
                  <a:pt x="15000" y="14642"/>
                  <a:pt x="15000" y="14200"/>
                </a:cubicBezTo>
                <a:lnTo>
                  <a:pt x="15000" y="9800"/>
                </a:lnTo>
                <a:cubicBezTo>
                  <a:pt x="15000" y="9358"/>
                  <a:pt x="15358" y="9000"/>
                  <a:pt x="15800" y="9000"/>
                </a:cubicBezTo>
                <a:close/>
                <a:moveTo>
                  <a:pt x="9000" y="12700"/>
                </a:moveTo>
                <a:lnTo>
                  <a:pt x="12400" y="12700"/>
                </a:lnTo>
                <a:lnTo>
                  <a:pt x="12400" y="13700"/>
                </a:lnTo>
                <a:lnTo>
                  <a:pt x="15000" y="12000"/>
                </a:lnTo>
                <a:lnTo>
                  <a:pt x="12400" y="10300"/>
                </a:lnTo>
                <a:lnTo>
                  <a:pt x="12400" y="11300"/>
                </a:lnTo>
                <a:lnTo>
                  <a:pt x="9000" y="11300"/>
                </a:ln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149840" y="3703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06_流程机制闭环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023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FLOW</a:t>
            </a:r>
          </a:p>
        </p:txBody>
      </p:sp>
      <p:sp>
        <p:nvSpPr>
          <p:cNvPr id="23" name="category_AI"/>
          <p:cNvSpPr/>
          <p:nvPr/>
        </p:nvSpPr>
        <p:spPr>
          <a:xfrm>
            <a:off x="1143000" y="475488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600" y="6000"/>
                </a:moveTo>
                <a:lnTo>
                  <a:pt x="16400" y="6000"/>
                </a:lnTo>
                <a:cubicBezTo>
                  <a:pt x="17284" y="6000"/>
                  <a:pt x="18000" y="6716"/>
                  <a:pt x="18000" y="7600"/>
                </a:cubicBezTo>
                <a:lnTo>
                  <a:pt x="18000" y="15400"/>
                </a:lnTo>
                <a:cubicBezTo>
                  <a:pt x="18000" y="16284"/>
                  <a:pt x="17284" y="17000"/>
                  <a:pt x="16400" y="17000"/>
                </a:cubicBezTo>
                <a:lnTo>
                  <a:pt x="7600" y="17000"/>
                </a:lnTo>
                <a:cubicBezTo>
                  <a:pt x="6716" y="17000"/>
                  <a:pt x="6000" y="16284"/>
                  <a:pt x="6000" y="15400"/>
                </a:cubicBezTo>
                <a:lnTo>
                  <a:pt x="6000" y="7600"/>
                </a:lnTo>
                <a:cubicBezTo>
                  <a:pt x="6000" y="6716"/>
                  <a:pt x="6716" y="6000"/>
                  <a:pt x="7600" y="6000"/>
                </a:cubicBezTo>
                <a:close/>
                <a:moveTo>
                  <a:pt x="10100" y="10000"/>
                </a:moveTo>
                <a:cubicBezTo>
                  <a:pt x="10100" y="10608"/>
                  <a:pt x="9608" y="11100"/>
                  <a:pt x="9000" y="11100"/>
                </a:cubicBezTo>
                <a:cubicBezTo>
                  <a:pt x="8392" y="11100"/>
                  <a:pt x="7900" y="10608"/>
                  <a:pt x="7900" y="10000"/>
                </a:cubicBezTo>
                <a:cubicBezTo>
                  <a:pt x="7900" y="9392"/>
                  <a:pt x="8392" y="8900"/>
                  <a:pt x="9000" y="8900"/>
                </a:cubicBezTo>
                <a:cubicBezTo>
                  <a:pt x="9608" y="8900"/>
                  <a:pt x="10100" y="9392"/>
                  <a:pt x="10100" y="10000"/>
                </a:cubicBezTo>
                <a:close/>
                <a:moveTo>
                  <a:pt x="16100" y="10000"/>
                </a:moveTo>
                <a:cubicBezTo>
                  <a:pt x="16100" y="10608"/>
                  <a:pt x="15608" y="11100"/>
                  <a:pt x="15000" y="11100"/>
                </a:cubicBezTo>
                <a:cubicBezTo>
                  <a:pt x="14392" y="11100"/>
                  <a:pt x="13900" y="10608"/>
                  <a:pt x="13900" y="10000"/>
                </a:cubicBezTo>
                <a:cubicBezTo>
                  <a:pt x="13900" y="9392"/>
                  <a:pt x="14392" y="8900"/>
                  <a:pt x="15000" y="8900"/>
                </a:cubicBezTo>
                <a:cubicBezTo>
                  <a:pt x="15608" y="8900"/>
                  <a:pt x="16100" y="9392"/>
                  <a:pt x="16100" y="10000"/>
                </a:cubicBezTo>
                <a:close/>
                <a:moveTo>
                  <a:pt x="10400" y="13500"/>
                </a:moveTo>
                <a:lnTo>
                  <a:pt x="13600" y="13500"/>
                </a:lnTo>
                <a:cubicBezTo>
                  <a:pt x="13821" y="13500"/>
                  <a:pt x="14000" y="13679"/>
                  <a:pt x="14000" y="13900"/>
                </a:cubicBezTo>
                <a:lnTo>
                  <a:pt x="14000" y="14100"/>
                </a:lnTo>
                <a:cubicBezTo>
                  <a:pt x="14000" y="14321"/>
                  <a:pt x="13821" y="14500"/>
                  <a:pt x="13600" y="14500"/>
                </a:cubicBezTo>
                <a:lnTo>
                  <a:pt x="10400" y="14500"/>
                </a:lnTo>
                <a:cubicBezTo>
                  <a:pt x="10179" y="14500"/>
                  <a:pt x="10000" y="14321"/>
                  <a:pt x="10000" y="14100"/>
                </a:cubicBezTo>
                <a:lnTo>
                  <a:pt x="10000" y="13900"/>
                </a:lnTo>
                <a:cubicBezTo>
                  <a:pt x="10000" y="13679"/>
                  <a:pt x="10179" y="13500"/>
                  <a:pt x="10400" y="13500"/>
                </a:cubicBezTo>
                <a:close/>
                <a:moveTo>
                  <a:pt x="11200" y="3000"/>
                </a:moveTo>
                <a:lnTo>
                  <a:pt x="12800" y="3000"/>
                </a:lnTo>
                <a:lnTo>
                  <a:pt x="12800" y="6000"/>
                </a:lnTo>
                <a:lnTo>
                  <a:pt x="11200" y="6000"/>
                </a:lnTo>
                <a:close/>
                <a:moveTo>
                  <a:pt x="13000" y="2500"/>
                </a:moveTo>
                <a:cubicBezTo>
                  <a:pt x="13000" y="3052"/>
                  <a:pt x="12552" y="3500"/>
                  <a:pt x="12000" y="3500"/>
                </a:cubicBezTo>
                <a:cubicBezTo>
                  <a:pt x="11448" y="3500"/>
                  <a:pt x="11000" y="3052"/>
                  <a:pt x="11000" y="2500"/>
                </a:cubicBezTo>
                <a:cubicBezTo>
                  <a:pt x="11000" y="1948"/>
                  <a:pt x="11448" y="1500"/>
                  <a:pt x="12000" y="1500"/>
                </a:cubicBezTo>
                <a:cubicBezTo>
                  <a:pt x="12552" y="1500"/>
                  <a:pt x="13000" y="1948"/>
                  <a:pt x="13000" y="2500"/>
                </a:cubicBezTo>
                <a:close/>
                <a:moveTo>
                  <a:pt x="4600" y="11000"/>
                </a:moveTo>
                <a:lnTo>
                  <a:pt x="5400" y="11000"/>
                </a:lnTo>
                <a:cubicBezTo>
                  <a:pt x="5731" y="11000"/>
                  <a:pt x="6000" y="11269"/>
                  <a:pt x="6000" y="11600"/>
                </a:cubicBezTo>
                <a:lnTo>
                  <a:pt x="6000" y="14400"/>
                </a:lnTo>
                <a:cubicBezTo>
                  <a:pt x="6000" y="14731"/>
                  <a:pt x="5731" y="15000"/>
                  <a:pt x="5400" y="15000"/>
                </a:cubicBezTo>
                <a:lnTo>
                  <a:pt x="4600" y="15000"/>
                </a:lnTo>
                <a:cubicBezTo>
                  <a:pt x="4269" y="15000"/>
                  <a:pt x="4000" y="14731"/>
                  <a:pt x="4000" y="14400"/>
                </a:cubicBezTo>
                <a:lnTo>
                  <a:pt x="4000" y="11600"/>
                </a:lnTo>
                <a:cubicBezTo>
                  <a:pt x="4000" y="11269"/>
                  <a:pt x="4269" y="11000"/>
                  <a:pt x="4600" y="11000"/>
                </a:cubicBezTo>
                <a:close/>
                <a:moveTo>
                  <a:pt x="18600" y="11000"/>
                </a:moveTo>
                <a:lnTo>
                  <a:pt x="19400" y="11000"/>
                </a:lnTo>
                <a:cubicBezTo>
                  <a:pt x="19731" y="11000"/>
                  <a:pt x="20000" y="11269"/>
                  <a:pt x="20000" y="11600"/>
                </a:cubicBezTo>
                <a:lnTo>
                  <a:pt x="20000" y="14400"/>
                </a:lnTo>
                <a:cubicBezTo>
                  <a:pt x="20000" y="14731"/>
                  <a:pt x="19731" y="15000"/>
                  <a:pt x="19400" y="15000"/>
                </a:cubicBezTo>
                <a:lnTo>
                  <a:pt x="18600" y="15000"/>
                </a:lnTo>
                <a:cubicBezTo>
                  <a:pt x="18269" y="15000"/>
                  <a:pt x="18000" y="14731"/>
                  <a:pt x="18000" y="14400"/>
                </a:cubicBezTo>
                <a:lnTo>
                  <a:pt x="18000" y="11600"/>
                </a:lnTo>
                <a:cubicBezTo>
                  <a:pt x="18000" y="11269"/>
                  <a:pt x="18269" y="11000"/>
                  <a:pt x="18600" y="11000"/>
                </a:cubicBez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07_AI机器人自动化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AI</a:t>
            </a:r>
          </a:p>
        </p:txBody>
      </p:sp>
      <p:sp>
        <p:nvSpPr>
          <p:cNvPr id="26" name="category_KNOW"/>
          <p:cNvSpPr/>
          <p:nvPr/>
        </p:nvSpPr>
        <p:spPr>
          <a:xfrm>
            <a:off x="3063240" y="475488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2000"/>
                </a:moveTo>
                <a:lnTo>
                  <a:pt x="15000" y="2000"/>
                </a:lnTo>
                <a:lnTo>
                  <a:pt x="19000" y="6000"/>
                </a:lnTo>
                <a:lnTo>
                  <a:pt x="19000" y="22000"/>
                </a:lnTo>
                <a:lnTo>
                  <a:pt x="4000" y="22000"/>
                </a:lnTo>
                <a:close/>
                <a:moveTo>
                  <a:pt x="15000" y="2000"/>
                </a:moveTo>
                <a:lnTo>
                  <a:pt x="15000" y="6000"/>
                </a:lnTo>
                <a:lnTo>
                  <a:pt x="19000" y="6000"/>
                </a:lnTo>
                <a:lnTo>
                  <a:pt x="15000" y="2000"/>
                </a:ln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468880" y="5440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08_知识库与文档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KNOW</a:t>
            </a:r>
          </a:p>
        </p:txBody>
      </p:sp>
      <p:sp>
        <p:nvSpPr>
          <p:cNvPr id="29" name="category_FIELD"/>
          <p:cNvSpPr/>
          <p:nvPr/>
        </p:nvSpPr>
        <p:spPr>
          <a:xfrm>
            <a:off x="4983480" y="475488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800" y="4000"/>
                </a:moveTo>
                <a:lnTo>
                  <a:pt x="18200" y="4000"/>
                </a:lnTo>
                <a:cubicBezTo>
                  <a:pt x="18642" y="4000"/>
                  <a:pt x="19000" y="4358"/>
                  <a:pt x="19000" y="4800"/>
                </a:cubicBezTo>
                <a:lnTo>
                  <a:pt x="19000" y="21200"/>
                </a:lnTo>
                <a:cubicBezTo>
                  <a:pt x="19000" y="21642"/>
                  <a:pt x="18642" y="22000"/>
                  <a:pt x="18200" y="22000"/>
                </a:cubicBezTo>
                <a:lnTo>
                  <a:pt x="5800" y="22000"/>
                </a:lnTo>
                <a:cubicBezTo>
                  <a:pt x="5358" y="22000"/>
                  <a:pt x="5000" y="21642"/>
                  <a:pt x="5000" y="21200"/>
                </a:cubicBezTo>
                <a:lnTo>
                  <a:pt x="5000" y="4800"/>
                </a:lnTo>
                <a:cubicBezTo>
                  <a:pt x="5000" y="4358"/>
                  <a:pt x="5358" y="4000"/>
                  <a:pt x="5800" y="4000"/>
                </a:cubicBezTo>
                <a:close/>
                <a:moveTo>
                  <a:pt x="8600" y="2500"/>
                </a:moveTo>
                <a:lnTo>
                  <a:pt x="15400" y="2500"/>
                </a:lnTo>
                <a:cubicBezTo>
                  <a:pt x="15731" y="2500"/>
                  <a:pt x="16000" y="2769"/>
                  <a:pt x="16000" y="3100"/>
                </a:cubicBezTo>
                <a:lnTo>
                  <a:pt x="16000" y="4900"/>
                </a:lnTo>
                <a:cubicBezTo>
                  <a:pt x="16000" y="5231"/>
                  <a:pt x="15731" y="5500"/>
                  <a:pt x="15400" y="5500"/>
                </a:cubicBezTo>
                <a:lnTo>
                  <a:pt x="8600" y="5500"/>
                </a:lnTo>
                <a:cubicBezTo>
                  <a:pt x="8269" y="5500"/>
                  <a:pt x="8000" y="5231"/>
                  <a:pt x="8000" y="4900"/>
                </a:cubicBezTo>
                <a:lnTo>
                  <a:pt x="8000" y="3100"/>
                </a:lnTo>
                <a:cubicBezTo>
                  <a:pt x="8000" y="2769"/>
                  <a:pt x="8269" y="2500"/>
                  <a:pt x="8600" y="2500"/>
                </a:cubicBezTo>
                <a:close/>
                <a:moveTo>
                  <a:pt x="7646" y="9354"/>
                </a:moveTo>
                <a:lnTo>
                  <a:pt x="9646" y="11354"/>
                </a:lnTo>
                <a:lnTo>
                  <a:pt x="10354" y="10646"/>
                </a:lnTo>
                <a:lnTo>
                  <a:pt x="8354" y="8646"/>
                </a:lnTo>
                <a:close/>
                <a:moveTo>
                  <a:pt x="10354" y="11354"/>
                </a:moveTo>
                <a:lnTo>
                  <a:pt x="14354" y="7354"/>
                </a:lnTo>
                <a:lnTo>
                  <a:pt x="13646" y="6646"/>
                </a:lnTo>
                <a:lnTo>
                  <a:pt x="9646" y="10646"/>
                </a:lnTo>
                <a:close/>
                <a:moveTo>
                  <a:pt x="7646" y="14354"/>
                </a:moveTo>
                <a:lnTo>
                  <a:pt x="9646" y="16354"/>
                </a:lnTo>
                <a:lnTo>
                  <a:pt x="10354" y="15646"/>
                </a:lnTo>
                <a:lnTo>
                  <a:pt x="8354" y="13646"/>
                </a:lnTo>
                <a:close/>
                <a:moveTo>
                  <a:pt x="10354" y="16354"/>
                </a:moveTo>
                <a:lnTo>
                  <a:pt x="14354" y="12354"/>
                </a:lnTo>
                <a:lnTo>
                  <a:pt x="13646" y="11646"/>
                </a:lnTo>
                <a:lnTo>
                  <a:pt x="9646" y="15646"/>
                </a:lnTo>
                <a:close/>
                <a:moveTo>
                  <a:pt x="8300" y="19000"/>
                </a:moveTo>
                <a:lnTo>
                  <a:pt x="15700" y="19000"/>
                </a:lnTo>
                <a:cubicBezTo>
                  <a:pt x="15866" y="19000"/>
                  <a:pt x="16000" y="19134"/>
                  <a:pt x="16000" y="19300"/>
                </a:cubicBezTo>
                <a:lnTo>
                  <a:pt x="16000" y="19700"/>
                </a:lnTo>
                <a:cubicBezTo>
                  <a:pt x="16000" y="19866"/>
                  <a:pt x="15866" y="20000"/>
                  <a:pt x="15700" y="20000"/>
                </a:cubicBezTo>
                <a:lnTo>
                  <a:pt x="8300" y="20000"/>
                </a:lnTo>
                <a:cubicBezTo>
                  <a:pt x="8134" y="20000"/>
                  <a:pt x="8000" y="19866"/>
                  <a:pt x="8000" y="19700"/>
                </a:cubicBezTo>
                <a:lnTo>
                  <a:pt x="8000" y="19300"/>
                </a:lnTo>
                <a:cubicBezTo>
                  <a:pt x="8000" y="19134"/>
                  <a:pt x="8134" y="19000"/>
                  <a:pt x="8300" y="19000"/>
                </a:cubicBez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389120" y="5440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09_现场管理巡检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FIELD</a:t>
            </a:r>
          </a:p>
        </p:txBody>
      </p:sp>
      <p:sp>
        <p:nvSpPr>
          <p:cNvPr id="32" name="category_ORG"/>
          <p:cNvSpPr/>
          <p:nvPr/>
        </p:nvSpPr>
        <p:spPr>
          <a:xfrm>
            <a:off x="6903720" y="475488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000" y="7000"/>
                </a:moveTo>
                <a:cubicBezTo>
                  <a:pt x="9000" y="8105"/>
                  <a:pt x="8105" y="9000"/>
                  <a:pt x="7000" y="9000"/>
                </a:cubicBezTo>
                <a:cubicBezTo>
                  <a:pt x="5895" y="9000"/>
                  <a:pt x="5000" y="8105"/>
                  <a:pt x="5000" y="7000"/>
                </a:cubicBezTo>
                <a:cubicBezTo>
                  <a:pt x="5000" y="5895"/>
                  <a:pt x="5895" y="5000"/>
                  <a:pt x="7000" y="5000"/>
                </a:cubicBezTo>
                <a:cubicBezTo>
                  <a:pt x="8105" y="5000"/>
                  <a:pt x="9000" y="5895"/>
                  <a:pt x="9000" y="7000"/>
                </a:cubicBezTo>
                <a:close/>
                <a:moveTo>
                  <a:pt x="19000" y="7000"/>
                </a:moveTo>
                <a:cubicBezTo>
                  <a:pt x="19000" y="8105"/>
                  <a:pt x="18105" y="9000"/>
                  <a:pt x="17000" y="9000"/>
                </a:cubicBezTo>
                <a:cubicBezTo>
                  <a:pt x="15895" y="9000"/>
                  <a:pt x="15000" y="8105"/>
                  <a:pt x="15000" y="7000"/>
                </a:cubicBezTo>
                <a:cubicBezTo>
                  <a:pt x="15000" y="5895"/>
                  <a:pt x="15895" y="5000"/>
                  <a:pt x="17000" y="5000"/>
                </a:cubicBezTo>
                <a:cubicBezTo>
                  <a:pt x="18105" y="5000"/>
                  <a:pt x="19000" y="5895"/>
                  <a:pt x="19000" y="7000"/>
                </a:cubicBezTo>
                <a:close/>
                <a:moveTo>
                  <a:pt x="14000" y="6000"/>
                </a:moveTo>
                <a:cubicBezTo>
                  <a:pt x="14000" y="7105"/>
                  <a:pt x="13105" y="8000"/>
                  <a:pt x="12000" y="8000"/>
                </a:cubicBezTo>
                <a:cubicBezTo>
                  <a:pt x="10895" y="8000"/>
                  <a:pt x="10000" y="7105"/>
                  <a:pt x="10000" y="6000"/>
                </a:cubicBezTo>
                <a:cubicBezTo>
                  <a:pt x="10000" y="4895"/>
                  <a:pt x="10895" y="4000"/>
                  <a:pt x="12000" y="4000"/>
                </a:cubicBezTo>
                <a:cubicBezTo>
                  <a:pt x="13105" y="4000"/>
                  <a:pt x="14000" y="4895"/>
                  <a:pt x="14000" y="6000"/>
                </a:cubicBezTo>
                <a:close/>
                <a:moveTo>
                  <a:pt x="3000" y="18000"/>
                </a:moveTo>
                <a:lnTo>
                  <a:pt x="3000" y="14000"/>
                </a:lnTo>
                <a:quadBezTo>
                  <a:pt x="3000" y="12000"/>
                  <a:pt x="7000" y="12000"/>
                </a:quadBezTo>
                <a:quadBezTo>
                  <a:pt x="10000" y="12000"/>
                  <a:pt x="10000" y="14000"/>
                </a:quadBezTo>
                <a:moveTo>
                  <a:pt x="14000" y="18000"/>
                </a:moveTo>
                <a:lnTo>
                  <a:pt x="14000" y="14000"/>
                </a:lnTo>
                <a:quadBezTo>
                  <a:pt x="14000" y="12000"/>
                  <a:pt x="17000" y="12000"/>
                </a:quadBezTo>
                <a:quadBezTo>
                  <a:pt x="21000" y="12000"/>
                  <a:pt x="21000" y="14000"/>
                </a:quadBezTo>
                <a:lnTo>
                  <a:pt x="21000" y="18000"/>
                </a:lnTo>
                <a:moveTo>
                  <a:pt x="8000" y="19000"/>
                </a:moveTo>
                <a:lnTo>
                  <a:pt x="8000" y="13000"/>
                </a:lnTo>
                <a:quadBezTo>
                  <a:pt x="8000" y="11500"/>
                  <a:pt x="12000" y="11500"/>
                </a:quadBezTo>
                <a:quadBezTo>
                  <a:pt x="16000" y="11500"/>
                  <a:pt x="16000" y="13000"/>
                </a:quadBezTo>
                <a:lnTo>
                  <a:pt x="16000" y="19000"/>
                </a:lnTo>
                <a:close/>
                <a:moveTo>
                  <a:pt x="2300" y="19000"/>
                </a:moveTo>
                <a:lnTo>
                  <a:pt x="21700" y="19000"/>
                </a:lnTo>
                <a:cubicBezTo>
                  <a:pt x="21866" y="19000"/>
                  <a:pt x="22000" y="19134"/>
                  <a:pt x="22000" y="19300"/>
                </a:cubicBezTo>
                <a:lnTo>
                  <a:pt x="22000" y="19700"/>
                </a:lnTo>
                <a:cubicBezTo>
                  <a:pt x="22000" y="19866"/>
                  <a:pt x="21866" y="20000"/>
                  <a:pt x="21700" y="20000"/>
                </a:cubicBezTo>
                <a:lnTo>
                  <a:pt x="2300" y="20000"/>
                </a:lnTo>
                <a:cubicBezTo>
                  <a:pt x="2134" y="20000"/>
                  <a:pt x="2000" y="19866"/>
                  <a:pt x="2000" y="19700"/>
                </a:cubicBezTo>
                <a:lnTo>
                  <a:pt x="2000" y="19300"/>
                </a:lnTo>
                <a:cubicBezTo>
                  <a:pt x="2000" y="19134"/>
                  <a:pt x="2134" y="19000"/>
                  <a:pt x="2300" y="19000"/>
                </a:cubicBez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09360" y="5440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10_组织协同推进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ORG</a:t>
            </a:r>
          </a:p>
        </p:txBody>
      </p:sp>
      <p:sp>
        <p:nvSpPr>
          <p:cNvPr id="35" name="category_ALERT"/>
          <p:cNvSpPr/>
          <p:nvPr/>
        </p:nvSpPr>
        <p:spPr>
          <a:xfrm>
            <a:off x="8823960" y="475488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3000"/>
                </a:moveTo>
                <a:cubicBezTo>
                  <a:pt x="8000" y="3000"/>
                  <a:pt x="6000" y="6000"/>
                  <a:pt x="6000" y="10000"/>
                </a:cubicBezTo>
                <a:lnTo>
                  <a:pt x="6000" y="14000"/>
                </a:lnTo>
                <a:lnTo>
                  <a:pt x="4000" y="17000"/>
                </a:lnTo>
                <a:lnTo>
                  <a:pt x="20000" y="17000"/>
                </a:lnTo>
                <a:lnTo>
                  <a:pt x="18000" y="14000"/>
                </a:lnTo>
                <a:lnTo>
                  <a:pt x="18000" y="10000"/>
                </a:lnTo>
                <a:cubicBezTo>
                  <a:pt x="18000" y="6000"/>
                  <a:pt x="16000" y="3000"/>
                  <a:pt x="12000" y="3000"/>
                </a:cubicBezTo>
                <a:close/>
                <a:moveTo>
                  <a:pt x="14200" y="19000"/>
                </a:moveTo>
                <a:cubicBezTo>
                  <a:pt x="14200" y="19884"/>
                  <a:pt x="13215" y="20600"/>
                  <a:pt x="12000" y="20600"/>
                </a:cubicBezTo>
                <a:cubicBezTo>
                  <a:pt x="10785" y="20600"/>
                  <a:pt x="9800" y="19884"/>
                  <a:pt x="9800" y="19000"/>
                </a:cubicBezTo>
                <a:cubicBezTo>
                  <a:pt x="9800" y="18116"/>
                  <a:pt x="10785" y="17400"/>
                  <a:pt x="12000" y="17400"/>
                </a:cubicBezTo>
                <a:cubicBezTo>
                  <a:pt x="13215" y="17400"/>
                  <a:pt x="14200" y="18116"/>
                  <a:pt x="14200" y="19000"/>
                </a:cubicBez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29600" y="5440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11_问题预警诊断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ALERT</a:t>
            </a:r>
          </a:p>
        </p:txBody>
      </p:sp>
      <p:sp>
        <p:nvSpPr>
          <p:cNvPr id="38" name="category_SHOW"/>
          <p:cNvSpPr/>
          <p:nvPr/>
        </p:nvSpPr>
        <p:spPr>
          <a:xfrm>
            <a:off x="10744200" y="4754880"/>
            <a:ext cx="640080" cy="64008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000" y="4000"/>
                </a:moveTo>
                <a:lnTo>
                  <a:pt x="18000" y="4000"/>
                </a:lnTo>
                <a:lnTo>
                  <a:pt x="18000" y="8000"/>
                </a:lnTo>
                <a:quadBezTo>
                  <a:pt x="18000" y="13000"/>
                  <a:pt x="12000" y="13000"/>
                </a:quadBezTo>
                <a:quadBezTo>
                  <a:pt x="6000" y="13000"/>
                  <a:pt x="6000" y="8000"/>
                </a:quadBezTo>
                <a:close/>
                <a:moveTo>
                  <a:pt x="4000" y="5000"/>
                </a:moveTo>
                <a:quadBezTo>
                  <a:pt x="1000" y="5000"/>
                  <a:pt x="1000" y="8000"/>
                </a:quadBezTo>
                <a:quadBezTo>
                  <a:pt x="1000" y="11000"/>
                  <a:pt x="6000" y="11000"/>
                </a:quadBezTo>
                <a:moveTo>
                  <a:pt x="20000" y="5000"/>
                </a:moveTo>
                <a:quadBezTo>
                  <a:pt x="23000" y="5000"/>
                  <a:pt x="23000" y="8000"/>
                </a:quadBezTo>
                <a:quadBezTo>
                  <a:pt x="23000" y="11000"/>
                  <a:pt x="18000" y="11000"/>
                </a:quadBezTo>
                <a:moveTo>
                  <a:pt x="10300" y="13000"/>
                </a:moveTo>
                <a:lnTo>
                  <a:pt x="13700" y="13000"/>
                </a:lnTo>
                <a:cubicBezTo>
                  <a:pt x="13866" y="13000"/>
                  <a:pt x="14000" y="13134"/>
                  <a:pt x="14000" y="13300"/>
                </a:cubicBezTo>
                <a:lnTo>
                  <a:pt x="14000" y="17700"/>
                </a:lnTo>
                <a:cubicBezTo>
                  <a:pt x="14000" y="17866"/>
                  <a:pt x="13866" y="18000"/>
                  <a:pt x="13700" y="18000"/>
                </a:cubicBezTo>
                <a:lnTo>
                  <a:pt x="10300" y="18000"/>
                </a:lnTo>
                <a:cubicBezTo>
                  <a:pt x="10134" y="18000"/>
                  <a:pt x="10000" y="17866"/>
                  <a:pt x="10000" y="17700"/>
                </a:cubicBezTo>
                <a:lnTo>
                  <a:pt x="10000" y="13300"/>
                </a:lnTo>
                <a:cubicBezTo>
                  <a:pt x="10000" y="13134"/>
                  <a:pt x="10134" y="13000"/>
                  <a:pt x="10300" y="13000"/>
                </a:cubicBezTo>
                <a:close/>
                <a:moveTo>
                  <a:pt x="7300" y="18000"/>
                </a:moveTo>
                <a:lnTo>
                  <a:pt x="16700" y="18000"/>
                </a:lnTo>
                <a:cubicBezTo>
                  <a:pt x="16866" y="18000"/>
                  <a:pt x="17000" y="18134"/>
                  <a:pt x="17000" y="18300"/>
                </a:cubicBezTo>
                <a:lnTo>
                  <a:pt x="17000" y="19700"/>
                </a:lnTo>
                <a:cubicBezTo>
                  <a:pt x="17000" y="19866"/>
                  <a:pt x="16866" y="20000"/>
                  <a:pt x="16700" y="20000"/>
                </a:cubicBezTo>
                <a:lnTo>
                  <a:pt x="7300" y="20000"/>
                </a:lnTo>
                <a:cubicBezTo>
                  <a:pt x="7134" y="20000"/>
                  <a:pt x="7000" y="19866"/>
                  <a:pt x="7000" y="19700"/>
                </a:cubicBezTo>
                <a:lnTo>
                  <a:pt x="7000" y="18300"/>
                </a:lnTo>
                <a:cubicBezTo>
                  <a:pt x="7000" y="18134"/>
                  <a:pt x="7134" y="18000"/>
                  <a:pt x="7300" y="18000"/>
                </a:cubicBezTo>
                <a:close/>
              </a:path>
            </a:pathLst>
          </a:custGeom>
          <a:solidFill>
            <a:srgbClr val="FF6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149840" y="5440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202C"/>
                </a:solidFill>
              </a:rPr>
              <a:t>12_成果汇报展示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5760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A0AEC0"/>
                </a:solidFill>
              </a:rPr>
              <a:t>SHOW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01_数据指标趋势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DATA · 88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01_数据指标趋势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DATA · 第 1/3 页 · 共 88 个</a:t>
            </a:r>
          </a:p>
        </p:txBody>
      </p:sp>
      <p:sp>
        <p:nvSpPr>
          <p:cNvPr id="4" name="DATA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03" y="19973"/>
                </a:moveTo>
                <a:lnTo>
                  <a:pt x="17244" y="10193"/>
                </a:lnTo>
                <a:lnTo>
                  <a:pt x="18444" y="11855"/>
                </a:lnTo>
                <a:lnTo>
                  <a:pt x="21000" y="6000"/>
                </a:lnTo>
                <a:lnTo>
                  <a:pt x="14638" y="6585"/>
                </a:lnTo>
                <a:lnTo>
                  <a:pt x="15839" y="8247"/>
                </a:lnTo>
                <a:lnTo>
                  <a:pt x="2297" y="1802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趋势上升</a:t>
            </a:r>
          </a:p>
        </p:txBody>
      </p:sp>
      <p:sp>
        <p:nvSpPr>
          <p:cNvPr id="7" name="DATA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趋势上升·已验证</a:t>
            </a:r>
          </a:p>
        </p:txBody>
      </p:sp>
      <p:sp>
        <p:nvSpPr>
          <p:cNvPr id="10" name="DATA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趋势上升·预警</a:t>
            </a:r>
          </a:p>
        </p:txBody>
      </p:sp>
      <p:sp>
        <p:nvSpPr>
          <p:cNvPr id="13" name="DATA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趋势上升·上升</a:t>
            </a:r>
          </a:p>
        </p:txBody>
      </p:sp>
      <p:sp>
        <p:nvSpPr>
          <p:cNvPr id="16" name="DATA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趋势上升·下降</a:t>
            </a:r>
          </a:p>
        </p:txBody>
      </p:sp>
      <p:sp>
        <p:nvSpPr>
          <p:cNvPr id="19" name="DATA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趋势上升·洞察</a:t>
            </a:r>
          </a:p>
        </p:txBody>
      </p:sp>
      <p:sp>
        <p:nvSpPr>
          <p:cNvPr id="22" name="DATA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97" y="5973"/>
                </a:moveTo>
                <a:lnTo>
                  <a:pt x="15839" y="15753"/>
                </a:lnTo>
                <a:lnTo>
                  <a:pt x="14638" y="17415"/>
                </a:lnTo>
                <a:lnTo>
                  <a:pt x="21000" y="18000"/>
                </a:lnTo>
                <a:lnTo>
                  <a:pt x="18444" y="12145"/>
                </a:lnTo>
                <a:lnTo>
                  <a:pt x="17244" y="13807"/>
                </a:lnTo>
                <a:lnTo>
                  <a:pt x="3703" y="402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趋势下降</a:t>
            </a:r>
          </a:p>
        </p:txBody>
      </p:sp>
      <p:sp>
        <p:nvSpPr>
          <p:cNvPr id="25" name="DATA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2" y="9939"/>
                </a:moveTo>
                <a:lnTo>
                  <a:pt x="12354" y="17567"/>
                </a:lnTo>
                <a:lnTo>
                  <a:pt x="11418" y="18863"/>
                </a:lnTo>
                <a:lnTo>
                  <a:pt x="16380" y="19320"/>
                </a:lnTo>
                <a:lnTo>
                  <a:pt x="14386" y="14753"/>
                </a:lnTo>
                <a:lnTo>
                  <a:pt x="13450" y="16049"/>
                </a:lnTo>
                <a:lnTo>
                  <a:pt x="2888" y="8421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趋势下降·已验证</a:t>
            </a:r>
          </a:p>
        </p:txBody>
      </p:sp>
      <p:sp>
        <p:nvSpPr>
          <p:cNvPr id="28" name="DATA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2" y="9939"/>
                </a:moveTo>
                <a:lnTo>
                  <a:pt x="12354" y="17567"/>
                </a:lnTo>
                <a:lnTo>
                  <a:pt x="11418" y="18863"/>
                </a:lnTo>
                <a:lnTo>
                  <a:pt x="16380" y="19320"/>
                </a:lnTo>
                <a:lnTo>
                  <a:pt x="14386" y="14753"/>
                </a:lnTo>
                <a:lnTo>
                  <a:pt x="13450" y="16049"/>
                </a:lnTo>
                <a:lnTo>
                  <a:pt x="2888" y="8421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趋势下降·预警</a:t>
            </a:r>
          </a:p>
        </p:txBody>
      </p:sp>
      <p:sp>
        <p:nvSpPr>
          <p:cNvPr id="31" name="DATA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2" y="9939"/>
                </a:moveTo>
                <a:lnTo>
                  <a:pt x="12354" y="17567"/>
                </a:lnTo>
                <a:lnTo>
                  <a:pt x="11418" y="18863"/>
                </a:lnTo>
                <a:lnTo>
                  <a:pt x="16380" y="19320"/>
                </a:lnTo>
                <a:lnTo>
                  <a:pt x="14386" y="14753"/>
                </a:lnTo>
                <a:lnTo>
                  <a:pt x="13450" y="16049"/>
                </a:lnTo>
                <a:lnTo>
                  <a:pt x="2888" y="8421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趋势下降·上升</a:t>
            </a:r>
          </a:p>
        </p:txBody>
      </p:sp>
      <p:sp>
        <p:nvSpPr>
          <p:cNvPr id="34" name="DATA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2" y="9939"/>
                </a:moveTo>
                <a:lnTo>
                  <a:pt x="12354" y="17567"/>
                </a:lnTo>
                <a:lnTo>
                  <a:pt x="11418" y="18863"/>
                </a:lnTo>
                <a:lnTo>
                  <a:pt x="16380" y="19320"/>
                </a:lnTo>
                <a:lnTo>
                  <a:pt x="14386" y="14753"/>
                </a:lnTo>
                <a:lnTo>
                  <a:pt x="13450" y="16049"/>
                </a:lnTo>
                <a:lnTo>
                  <a:pt x="2888" y="8421"/>
                </a:ln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趋势下降·下降</a:t>
            </a:r>
          </a:p>
        </p:txBody>
      </p:sp>
      <p:sp>
        <p:nvSpPr>
          <p:cNvPr id="37" name="DATA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2" y="9939"/>
                </a:moveTo>
                <a:lnTo>
                  <a:pt x="12354" y="17567"/>
                </a:lnTo>
                <a:lnTo>
                  <a:pt x="11418" y="18863"/>
                </a:lnTo>
                <a:lnTo>
                  <a:pt x="16380" y="19320"/>
                </a:lnTo>
                <a:lnTo>
                  <a:pt x="14386" y="14753"/>
                </a:lnTo>
                <a:lnTo>
                  <a:pt x="13450" y="16049"/>
                </a:lnTo>
                <a:lnTo>
                  <a:pt x="2888" y="8421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趋势下降·洞察</a:t>
            </a:r>
          </a:p>
        </p:txBody>
      </p:sp>
      <p:sp>
        <p:nvSpPr>
          <p:cNvPr id="40" name="DATA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20000"/>
                </a:moveTo>
                <a:lnTo>
                  <a:pt x="21700" y="20000"/>
                </a:lnTo>
                <a:cubicBezTo>
                  <a:pt x="21866" y="20000"/>
                  <a:pt x="22000" y="20134"/>
                  <a:pt x="22000" y="20300"/>
                </a:cubicBezTo>
                <a:lnTo>
                  <a:pt x="22000" y="20900"/>
                </a:lnTo>
                <a:cubicBezTo>
                  <a:pt x="22000" y="21066"/>
                  <a:pt x="21866" y="21200"/>
                  <a:pt x="21700" y="21200"/>
                </a:cubicBezTo>
                <a:lnTo>
                  <a:pt x="2300" y="21200"/>
                </a:lnTo>
                <a:cubicBezTo>
                  <a:pt x="2134" y="21200"/>
                  <a:pt x="2000" y="21066"/>
                  <a:pt x="2000" y="20900"/>
                </a:cubicBezTo>
                <a:lnTo>
                  <a:pt x="2000" y="20300"/>
                </a:lnTo>
                <a:cubicBezTo>
                  <a:pt x="2000" y="20134"/>
                  <a:pt x="2134" y="20000"/>
                  <a:pt x="2300" y="20000"/>
                </a:cubicBezTo>
                <a:close/>
                <a:moveTo>
                  <a:pt x="4300" y="14000"/>
                </a:moveTo>
                <a:lnTo>
                  <a:pt x="6700" y="14000"/>
                </a:lnTo>
                <a:cubicBezTo>
                  <a:pt x="6866" y="14000"/>
                  <a:pt x="7000" y="14134"/>
                  <a:pt x="7000" y="14300"/>
                </a:cubicBezTo>
                <a:lnTo>
                  <a:pt x="7000" y="19700"/>
                </a:lnTo>
                <a:cubicBezTo>
                  <a:pt x="7000" y="19866"/>
                  <a:pt x="6866" y="20000"/>
                  <a:pt x="6700" y="20000"/>
                </a:cubicBezTo>
                <a:lnTo>
                  <a:pt x="4300" y="20000"/>
                </a:lnTo>
                <a:cubicBezTo>
                  <a:pt x="4134" y="20000"/>
                  <a:pt x="4000" y="19866"/>
                  <a:pt x="4000" y="19700"/>
                </a:cubicBezTo>
                <a:lnTo>
                  <a:pt x="4000" y="14300"/>
                </a:lnTo>
                <a:cubicBezTo>
                  <a:pt x="4000" y="14134"/>
                  <a:pt x="4134" y="14000"/>
                  <a:pt x="4300" y="14000"/>
                </a:cubicBezTo>
                <a:close/>
                <a:moveTo>
                  <a:pt x="9300" y="9000"/>
                </a:moveTo>
                <a:lnTo>
                  <a:pt x="11700" y="9000"/>
                </a:lnTo>
                <a:cubicBezTo>
                  <a:pt x="11866" y="9000"/>
                  <a:pt x="12000" y="9134"/>
                  <a:pt x="12000" y="9300"/>
                </a:cubicBezTo>
                <a:lnTo>
                  <a:pt x="12000" y="19700"/>
                </a:lnTo>
                <a:cubicBezTo>
                  <a:pt x="12000" y="19866"/>
                  <a:pt x="11866" y="20000"/>
                  <a:pt x="11700" y="20000"/>
                </a:cubicBezTo>
                <a:lnTo>
                  <a:pt x="9300" y="20000"/>
                </a:lnTo>
                <a:cubicBezTo>
                  <a:pt x="9134" y="20000"/>
                  <a:pt x="9000" y="19866"/>
                  <a:pt x="9000" y="19700"/>
                </a:cubicBezTo>
                <a:lnTo>
                  <a:pt x="9000" y="9300"/>
                </a:lnTo>
                <a:cubicBezTo>
                  <a:pt x="9000" y="9134"/>
                  <a:pt x="9134" y="9000"/>
                  <a:pt x="9300" y="9000"/>
                </a:cubicBezTo>
                <a:close/>
                <a:moveTo>
                  <a:pt x="14300" y="4000"/>
                </a:moveTo>
                <a:lnTo>
                  <a:pt x="16700" y="4000"/>
                </a:lnTo>
                <a:cubicBezTo>
                  <a:pt x="16866" y="4000"/>
                  <a:pt x="17000" y="4134"/>
                  <a:pt x="17000" y="4300"/>
                </a:cubicBezTo>
                <a:lnTo>
                  <a:pt x="17000" y="19700"/>
                </a:lnTo>
                <a:cubicBezTo>
                  <a:pt x="17000" y="19866"/>
                  <a:pt x="16866" y="20000"/>
                  <a:pt x="16700" y="20000"/>
                </a:cubicBezTo>
                <a:lnTo>
                  <a:pt x="14300" y="20000"/>
                </a:lnTo>
                <a:cubicBezTo>
                  <a:pt x="14134" y="20000"/>
                  <a:pt x="14000" y="19866"/>
                  <a:pt x="14000" y="19700"/>
                </a:cubicBezTo>
                <a:lnTo>
                  <a:pt x="14000" y="4300"/>
                </a:lnTo>
                <a:cubicBezTo>
                  <a:pt x="14000" y="4134"/>
                  <a:pt x="14134" y="4000"/>
                  <a:pt x="14300" y="4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柱状图</a:t>
            </a:r>
          </a:p>
        </p:txBody>
      </p:sp>
      <p:sp>
        <p:nvSpPr>
          <p:cNvPr id="43" name="DATA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880"/>
                </a:moveTo>
                <a:lnTo>
                  <a:pt x="16926" y="20880"/>
                </a:lnTo>
                <a:cubicBezTo>
                  <a:pt x="17055" y="20880"/>
                  <a:pt x="17160" y="20985"/>
                  <a:pt x="17160" y="21114"/>
                </a:cubicBezTo>
                <a:lnTo>
                  <a:pt x="17160" y="21582"/>
                </a:lnTo>
                <a:cubicBezTo>
                  <a:pt x="17160" y="21711"/>
                  <a:pt x="17055" y="21816"/>
                  <a:pt x="16926" y="21816"/>
                </a:cubicBezTo>
                <a:lnTo>
                  <a:pt x="1794" y="21816"/>
                </a:lnTo>
                <a:cubicBezTo>
                  <a:pt x="1665" y="21816"/>
                  <a:pt x="1560" y="21711"/>
                  <a:pt x="1560" y="21582"/>
                </a:cubicBezTo>
                <a:lnTo>
                  <a:pt x="1560" y="21114"/>
                </a:lnTo>
                <a:cubicBezTo>
                  <a:pt x="1560" y="20985"/>
                  <a:pt x="1665" y="20880"/>
                  <a:pt x="1794" y="20880"/>
                </a:cubicBezTo>
                <a:close/>
                <a:moveTo>
                  <a:pt x="3354" y="16200"/>
                </a:moveTo>
                <a:lnTo>
                  <a:pt x="5226" y="16200"/>
                </a:lnTo>
                <a:cubicBezTo>
                  <a:pt x="5355" y="16200"/>
                  <a:pt x="5460" y="16305"/>
                  <a:pt x="5460" y="16434"/>
                </a:cubicBezTo>
                <a:lnTo>
                  <a:pt x="5460" y="20646"/>
                </a:lnTo>
                <a:cubicBezTo>
                  <a:pt x="5460" y="20775"/>
                  <a:pt x="5355" y="20880"/>
                  <a:pt x="5226" y="20880"/>
                </a:cubicBezTo>
                <a:lnTo>
                  <a:pt x="3354" y="20880"/>
                </a:lnTo>
                <a:cubicBezTo>
                  <a:pt x="3225" y="20880"/>
                  <a:pt x="3120" y="20775"/>
                  <a:pt x="3120" y="20646"/>
                </a:cubicBezTo>
                <a:lnTo>
                  <a:pt x="3120" y="16434"/>
                </a:lnTo>
                <a:cubicBezTo>
                  <a:pt x="3120" y="16305"/>
                  <a:pt x="3225" y="16200"/>
                  <a:pt x="3354" y="16200"/>
                </a:cubicBezTo>
                <a:close/>
                <a:moveTo>
                  <a:pt x="7254" y="12300"/>
                </a:moveTo>
                <a:lnTo>
                  <a:pt x="9126" y="12300"/>
                </a:lnTo>
                <a:cubicBezTo>
                  <a:pt x="9255" y="12300"/>
                  <a:pt x="9360" y="12405"/>
                  <a:pt x="9360" y="12534"/>
                </a:cubicBezTo>
                <a:lnTo>
                  <a:pt x="9360" y="20646"/>
                </a:lnTo>
                <a:cubicBezTo>
                  <a:pt x="9360" y="20775"/>
                  <a:pt x="9255" y="20880"/>
                  <a:pt x="9126" y="20880"/>
                </a:cubicBezTo>
                <a:lnTo>
                  <a:pt x="7254" y="20880"/>
                </a:lnTo>
                <a:cubicBezTo>
                  <a:pt x="7125" y="20880"/>
                  <a:pt x="7020" y="20775"/>
                  <a:pt x="7020" y="20646"/>
                </a:cubicBezTo>
                <a:lnTo>
                  <a:pt x="7020" y="12534"/>
                </a:lnTo>
                <a:cubicBezTo>
                  <a:pt x="7020" y="12405"/>
                  <a:pt x="7125" y="12300"/>
                  <a:pt x="7254" y="12300"/>
                </a:cubicBezTo>
                <a:close/>
                <a:moveTo>
                  <a:pt x="11154" y="8400"/>
                </a:moveTo>
                <a:lnTo>
                  <a:pt x="13026" y="8400"/>
                </a:lnTo>
                <a:cubicBezTo>
                  <a:pt x="13155" y="8400"/>
                  <a:pt x="13260" y="8505"/>
                  <a:pt x="13260" y="8634"/>
                </a:cubicBezTo>
                <a:lnTo>
                  <a:pt x="13260" y="20646"/>
                </a:lnTo>
                <a:cubicBezTo>
                  <a:pt x="13260" y="20775"/>
                  <a:pt x="13155" y="20880"/>
                  <a:pt x="13026" y="20880"/>
                </a:cubicBezTo>
                <a:lnTo>
                  <a:pt x="11154" y="20880"/>
                </a:lnTo>
                <a:cubicBezTo>
                  <a:pt x="11025" y="20880"/>
                  <a:pt x="10920" y="20775"/>
                  <a:pt x="10920" y="20646"/>
                </a:cubicBezTo>
                <a:lnTo>
                  <a:pt x="10920" y="8634"/>
                </a:lnTo>
                <a:cubicBezTo>
                  <a:pt x="10920" y="8505"/>
                  <a:pt x="11025" y="8400"/>
                  <a:pt x="11154" y="84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柱状图·已验证</a:t>
            </a:r>
          </a:p>
        </p:txBody>
      </p:sp>
      <p:sp>
        <p:nvSpPr>
          <p:cNvPr id="46" name="DATA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880"/>
                </a:moveTo>
                <a:lnTo>
                  <a:pt x="16926" y="20880"/>
                </a:lnTo>
                <a:cubicBezTo>
                  <a:pt x="17055" y="20880"/>
                  <a:pt x="17160" y="20985"/>
                  <a:pt x="17160" y="21114"/>
                </a:cubicBezTo>
                <a:lnTo>
                  <a:pt x="17160" y="21582"/>
                </a:lnTo>
                <a:cubicBezTo>
                  <a:pt x="17160" y="21711"/>
                  <a:pt x="17055" y="21816"/>
                  <a:pt x="16926" y="21816"/>
                </a:cubicBezTo>
                <a:lnTo>
                  <a:pt x="1794" y="21816"/>
                </a:lnTo>
                <a:cubicBezTo>
                  <a:pt x="1665" y="21816"/>
                  <a:pt x="1560" y="21711"/>
                  <a:pt x="1560" y="21582"/>
                </a:cubicBezTo>
                <a:lnTo>
                  <a:pt x="1560" y="21114"/>
                </a:lnTo>
                <a:cubicBezTo>
                  <a:pt x="1560" y="20985"/>
                  <a:pt x="1665" y="20880"/>
                  <a:pt x="1794" y="20880"/>
                </a:cubicBezTo>
                <a:close/>
                <a:moveTo>
                  <a:pt x="3354" y="16200"/>
                </a:moveTo>
                <a:lnTo>
                  <a:pt x="5226" y="16200"/>
                </a:lnTo>
                <a:cubicBezTo>
                  <a:pt x="5355" y="16200"/>
                  <a:pt x="5460" y="16305"/>
                  <a:pt x="5460" y="16434"/>
                </a:cubicBezTo>
                <a:lnTo>
                  <a:pt x="5460" y="20646"/>
                </a:lnTo>
                <a:cubicBezTo>
                  <a:pt x="5460" y="20775"/>
                  <a:pt x="5355" y="20880"/>
                  <a:pt x="5226" y="20880"/>
                </a:cubicBezTo>
                <a:lnTo>
                  <a:pt x="3354" y="20880"/>
                </a:lnTo>
                <a:cubicBezTo>
                  <a:pt x="3225" y="20880"/>
                  <a:pt x="3120" y="20775"/>
                  <a:pt x="3120" y="20646"/>
                </a:cubicBezTo>
                <a:lnTo>
                  <a:pt x="3120" y="16434"/>
                </a:lnTo>
                <a:cubicBezTo>
                  <a:pt x="3120" y="16305"/>
                  <a:pt x="3225" y="16200"/>
                  <a:pt x="3354" y="16200"/>
                </a:cubicBezTo>
                <a:close/>
                <a:moveTo>
                  <a:pt x="7254" y="12300"/>
                </a:moveTo>
                <a:lnTo>
                  <a:pt x="9126" y="12300"/>
                </a:lnTo>
                <a:cubicBezTo>
                  <a:pt x="9255" y="12300"/>
                  <a:pt x="9360" y="12405"/>
                  <a:pt x="9360" y="12534"/>
                </a:cubicBezTo>
                <a:lnTo>
                  <a:pt x="9360" y="20646"/>
                </a:lnTo>
                <a:cubicBezTo>
                  <a:pt x="9360" y="20775"/>
                  <a:pt x="9255" y="20880"/>
                  <a:pt x="9126" y="20880"/>
                </a:cubicBezTo>
                <a:lnTo>
                  <a:pt x="7254" y="20880"/>
                </a:lnTo>
                <a:cubicBezTo>
                  <a:pt x="7125" y="20880"/>
                  <a:pt x="7020" y="20775"/>
                  <a:pt x="7020" y="20646"/>
                </a:cubicBezTo>
                <a:lnTo>
                  <a:pt x="7020" y="12534"/>
                </a:lnTo>
                <a:cubicBezTo>
                  <a:pt x="7020" y="12405"/>
                  <a:pt x="7125" y="12300"/>
                  <a:pt x="7254" y="12300"/>
                </a:cubicBezTo>
                <a:close/>
                <a:moveTo>
                  <a:pt x="11154" y="8400"/>
                </a:moveTo>
                <a:lnTo>
                  <a:pt x="13026" y="8400"/>
                </a:lnTo>
                <a:cubicBezTo>
                  <a:pt x="13155" y="8400"/>
                  <a:pt x="13260" y="8505"/>
                  <a:pt x="13260" y="8634"/>
                </a:cubicBezTo>
                <a:lnTo>
                  <a:pt x="13260" y="20646"/>
                </a:lnTo>
                <a:cubicBezTo>
                  <a:pt x="13260" y="20775"/>
                  <a:pt x="13155" y="20880"/>
                  <a:pt x="13026" y="20880"/>
                </a:cubicBezTo>
                <a:lnTo>
                  <a:pt x="11154" y="20880"/>
                </a:lnTo>
                <a:cubicBezTo>
                  <a:pt x="11025" y="20880"/>
                  <a:pt x="10920" y="20775"/>
                  <a:pt x="10920" y="20646"/>
                </a:cubicBezTo>
                <a:lnTo>
                  <a:pt x="10920" y="8634"/>
                </a:lnTo>
                <a:cubicBezTo>
                  <a:pt x="10920" y="8505"/>
                  <a:pt x="11025" y="8400"/>
                  <a:pt x="11154" y="840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柱状图·预警</a:t>
            </a:r>
          </a:p>
        </p:txBody>
      </p:sp>
      <p:sp>
        <p:nvSpPr>
          <p:cNvPr id="49" name="DATA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880"/>
                </a:moveTo>
                <a:lnTo>
                  <a:pt x="16926" y="20880"/>
                </a:lnTo>
                <a:cubicBezTo>
                  <a:pt x="17055" y="20880"/>
                  <a:pt x="17160" y="20985"/>
                  <a:pt x="17160" y="21114"/>
                </a:cubicBezTo>
                <a:lnTo>
                  <a:pt x="17160" y="21582"/>
                </a:lnTo>
                <a:cubicBezTo>
                  <a:pt x="17160" y="21711"/>
                  <a:pt x="17055" y="21816"/>
                  <a:pt x="16926" y="21816"/>
                </a:cubicBezTo>
                <a:lnTo>
                  <a:pt x="1794" y="21816"/>
                </a:lnTo>
                <a:cubicBezTo>
                  <a:pt x="1665" y="21816"/>
                  <a:pt x="1560" y="21711"/>
                  <a:pt x="1560" y="21582"/>
                </a:cubicBezTo>
                <a:lnTo>
                  <a:pt x="1560" y="21114"/>
                </a:lnTo>
                <a:cubicBezTo>
                  <a:pt x="1560" y="20985"/>
                  <a:pt x="1665" y="20880"/>
                  <a:pt x="1794" y="20880"/>
                </a:cubicBezTo>
                <a:close/>
                <a:moveTo>
                  <a:pt x="3354" y="16200"/>
                </a:moveTo>
                <a:lnTo>
                  <a:pt x="5226" y="16200"/>
                </a:lnTo>
                <a:cubicBezTo>
                  <a:pt x="5355" y="16200"/>
                  <a:pt x="5460" y="16305"/>
                  <a:pt x="5460" y="16434"/>
                </a:cubicBezTo>
                <a:lnTo>
                  <a:pt x="5460" y="20646"/>
                </a:lnTo>
                <a:cubicBezTo>
                  <a:pt x="5460" y="20775"/>
                  <a:pt x="5355" y="20880"/>
                  <a:pt x="5226" y="20880"/>
                </a:cubicBezTo>
                <a:lnTo>
                  <a:pt x="3354" y="20880"/>
                </a:lnTo>
                <a:cubicBezTo>
                  <a:pt x="3225" y="20880"/>
                  <a:pt x="3120" y="20775"/>
                  <a:pt x="3120" y="20646"/>
                </a:cubicBezTo>
                <a:lnTo>
                  <a:pt x="3120" y="16434"/>
                </a:lnTo>
                <a:cubicBezTo>
                  <a:pt x="3120" y="16305"/>
                  <a:pt x="3225" y="16200"/>
                  <a:pt x="3354" y="16200"/>
                </a:cubicBezTo>
                <a:close/>
                <a:moveTo>
                  <a:pt x="7254" y="12300"/>
                </a:moveTo>
                <a:lnTo>
                  <a:pt x="9126" y="12300"/>
                </a:lnTo>
                <a:cubicBezTo>
                  <a:pt x="9255" y="12300"/>
                  <a:pt x="9360" y="12405"/>
                  <a:pt x="9360" y="12534"/>
                </a:cubicBezTo>
                <a:lnTo>
                  <a:pt x="9360" y="20646"/>
                </a:lnTo>
                <a:cubicBezTo>
                  <a:pt x="9360" y="20775"/>
                  <a:pt x="9255" y="20880"/>
                  <a:pt x="9126" y="20880"/>
                </a:cubicBezTo>
                <a:lnTo>
                  <a:pt x="7254" y="20880"/>
                </a:lnTo>
                <a:cubicBezTo>
                  <a:pt x="7125" y="20880"/>
                  <a:pt x="7020" y="20775"/>
                  <a:pt x="7020" y="20646"/>
                </a:cubicBezTo>
                <a:lnTo>
                  <a:pt x="7020" y="12534"/>
                </a:lnTo>
                <a:cubicBezTo>
                  <a:pt x="7020" y="12405"/>
                  <a:pt x="7125" y="12300"/>
                  <a:pt x="7254" y="12300"/>
                </a:cubicBezTo>
                <a:close/>
                <a:moveTo>
                  <a:pt x="11154" y="8400"/>
                </a:moveTo>
                <a:lnTo>
                  <a:pt x="13026" y="8400"/>
                </a:lnTo>
                <a:cubicBezTo>
                  <a:pt x="13155" y="8400"/>
                  <a:pt x="13260" y="8505"/>
                  <a:pt x="13260" y="8634"/>
                </a:cubicBezTo>
                <a:lnTo>
                  <a:pt x="13260" y="20646"/>
                </a:lnTo>
                <a:cubicBezTo>
                  <a:pt x="13260" y="20775"/>
                  <a:pt x="13155" y="20880"/>
                  <a:pt x="13026" y="20880"/>
                </a:cubicBezTo>
                <a:lnTo>
                  <a:pt x="11154" y="20880"/>
                </a:lnTo>
                <a:cubicBezTo>
                  <a:pt x="11025" y="20880"/>
                  <a:pt x="10920" y="20775"/>
                  <a:pt x="10920" y="20646"/>
                </a:cubicBezTo>
                <a:lnTo>
                  <a:pt x="10920" y="8634"/>
                </a:lnTo>
                <a:cubicBezTo>
                  <a:pt x="10920" y="8505"/>
                  <a:pt x="11025" y="8400"/>
                  <a:pt x="11154" y="840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柱状图·上升</a:t>
            </a:r>
          </a:p>
        </p:txBody>
      </p:sp>
      <p:sp>
        <p:nvSpPr>
          <p:cNvPr id="52" name="DATA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880"/>
                </a:moveTo>
                <a:lnTo>
                  <a:pt x="16926" y="20880"/>
                </a:lnTo>
                <a:cubicBezTo>
                  <a:pt x="17055" y="20880"/>
                  <a:pt x="17160" y="20985"/>
                  <a:pt x="17160" y="21114"/>
                </a:cubicBezTo>
                <a:lnTo>
                  <a:pt x="17160" y="21582"/>
                </a:lnTo>
                <a:cubicBezTo>
                  <a:pt x="17160" y="21711"/>
                  <a:pt x="17055" y="21816"/>
                  <a:pt x="16926" y="21816"/>
                </a:cubicBezTo>
                <a:lnTo>
                  <a:pt x="1794" y="21816"/>
                </a:lnTo>
                <a:cubicBezTo>
                  <a:pt x="1665" y="21816"/>
                  <a:pt x="1560" y="21711"/>
                  <a:pt x="1560" y="21582"/>
                </a:cubicBezTo>
                <a:lnTo>
                  <a:pt x="1560" y="21114"/>
                </a:lnTo>
                <a:cubicBezTo>
                  <a:pt x="1560" y="20985"/>
                  <a:pt x="1665" y="20880"/>
                  <a:pt x="1794" y="20880"/>
                </a:cubicBezTo>
                <a:close/>
                <a:moveTo>
                  <a:pt x="3354" y="16200"/>
                </a:moveTo>
                <a:lnTo>
                  <a:pt x="5226" y="16200"/>
                </a:lnTo>
                <a:cubicBezTo>
                  <a:pt x="5355" y="16200"/>
                  <a:pt x="5460" y="16305"/>
                  <a:pt x="5460" y="16434"/>
                </a:cubicBezTo>
                <a:lnTo>
                  <a:pt x="5460" y="20646"/>
                </a:lnTo>
                <a:cubicBezTo>
                  <a:pt x="5460" y="20775"/>
                  <a:pt x="5355" y="20880"/>
                  <a:pt x="5226" y="20880"/>
                </a:cubicBezTo>
                <a:lnTo>
                  <a:pt x="3354" y="20880"/>
                </a:lnTo>
                <a:cubicBezTo>
                  <a:pt x="3225" y="20880"/>
                  <a:pt x="3120" y="20775"/>
                  <a:pt x="3120" y="20646"/>
                </a:cubicBezTo>
                <a:lnTo>
                  <a:pt x="3120" y="16434"/>
                </a:lnTo>
                <a:cubicBezTo>
                  <a:pt x="3120" y="16305"/>
                  <a:pt x="3225" y="16200"/>
                  <a:pt x="3354" y="16200"/>
                </a:cubicBezTo>
                <a:close/>
                <a:moveTo>
                  <a:pt x="7254" y="12300"/>
                </a:moveTo>
                <a:lnTo>
                  <a:pt x="9126" y="12300"/>
                </a:lnTo>
                <a:cubicBezTo>
                  <a:pt x="9255" y="12300"/>
                  <a:pt x="9360" y="12405"/>
                  <a:pt x="9360" y="12534"/>
                </a:cubicBezTo>
                <a:lnTo>
                  <a:pt x="9360" y="20646"/>
                </a:lnTo>
                <a:cubicBezTo>
                  <a:pt x="9360" y="20775"/>
                  <a:pt x="9255" y="20880"/>
                  <a:pt x="9126" y="20880"/>
                </a:cubicBezTo>
                <a:lnTo>
                  <a:pt x="7254" y="20880"/>
                </a:lnTo>
                <a:cubicBezTo>
                  <a:pt x="7125" y="20880"/>
                  <a:pt x="7020" y="20775"/>
                  <a:pt x="7020" y="20646"/>
                </a:cubicBezTo>
                <a:lnTo>
                  <a:pt x="7020" y="12534"/>
                </a:lnTo>
                <a:cubicBezTo>
                  <a:pt x="7020" y="12405"/>
                  <a:pt x="7125" y="12300"/>
                  <a:pt x="7254" y="12300"/>
                </a:cubicBezTo>
                <a:close/>
                <a:moveTo>
                  <a:pt x="11154" y="8400"/>
                </a:moveTo>
                <a:lnTo>
                  <a:pt x="13026" y="8400"/>
                </a:lnTo>
                <a:cubicBezTo>
                  <a:pt x="13155" y="8400"/>
                  <a:pt x="13260" y="8505"/>
                  <a:pt x="13260" y="8634"/>
                </a:cubicBezTo>
                <a:lnTo>
                  <a:pt x="13260" y="20646"/>
                </a:lnTo>
                <a:cubicBezTo>
                  <a:pt x="13260" y="20775"/>
                  <a:pt x="13155" y="20880"/>
                  <a:pt x="13026" y="20880"/>
                </a:cubicBezTo>
                <a:lnTo>
                  <a:pt x="11154" y="20880"/>
                </a:lnTo>
                <a:cubicBezTo>
                  <a:pt x="11025" y="20880"/>
                  <a:pt x="10920" y="20775"/>
                  <a:pt x="10920" y="20646"/>
                </a:cubicBezTo>
                <a:lnTo>
                  <a:pt x="10920" y="8634"/>
                </a:lnTo>
                <a:cubicBezTo>
                  <a:pt x="10920" y="8505"/>
                  <a:pt x="11025" y="8400"/>
                  <a:pt x="11154" y="840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柱状图·下降</a:t>
            </a:r>
          </a:p>
        </p:txBody>
      </p:sp>
      <p:sp>
        <p:nvSpPr>
          <p:cNvPr id="55" name="DATA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880"/>
                </a:moveTo>
                <a:lnTo>
                  <a:pt x="16926" y="20880"/>
                </a:lnTo>
                <a:cubicBezTo>
                  <a:pt x="17055" y="20880"/>
                  <a:pt x="17160" y="20985"/>
                  <a:pt x="17160" y="21114"/>
                </a:cubicBezTo>
                <a:lnTo>
                  <a:pt x="17160" y="21582"/>
                </a:lnTo>
                <a:cubicBezTo>
                  <a:pt x="17160" y="21711"/>
                  <a:pt x="17055" y="21816"/>
                  <a:pt x="16926" y="21816"/>
                </a:cubicBezTo>
                <a:lnTo>
                  <a:pt x="1794" y="21816"/>
                </a:lnTo>
                <a:cubicBezTo>
                  <a:pt x="1665" y="21816"/>
                  <a:pt x="1560" y="21711"/>
                  <a:pt x="1560" y="21582"/>
                </a:cubicBezTo>
                <a:lnTo>
                  <a:pt x="1560" y="21114"/>
                </a:lnTo>
                <a:cubicBezTo>
                  <a:pt x="1560" y="20985"/>
                  <a:pt x="1665" y="20880"/>
                  <a:pt x="1794" y="20880"/>
                </a:cubicBezTo>
                <a:close/>
                <a:moveTo>
                  <a:pt x="3354" y="16200"/>
                </a:moveTo>
                <a:lnTo>
                  <a:pt x="5226" y="16200"/>
                </a:lnTo>
                <a:cubicBezTo>
                  <a:pt x="5355" y="16200"/>
                  <a:pt x="5460" y="16305"/>
                  <a:pt x="5460" y="16434"/>
                </a:cubicBezTo>
                <a:lnTo>
                  <a:pt x="5460" y="20646"/>
                </a:lnTo>
                <a:cubicBezTo>
                  <a:pt x="5460" y="20775"/>
                  <a:pt x="5355" y="20880"/>
                  <a:pt x="5226" y="20880"/>
                </a:cubicBezTo>
                <a:lnTo>
                  <a:pt x="3354" y="20880"/>
                </a:lnTo>
                <a:cubicBezTo>
                  <a:pt x="3225" y="20880"/>
                  <a:pt x="3120" y="20775"/>
                  <a:pt x="3120" y="20646"/>
                </a:cubicBezTo>
                <a:lnTo>
                  <a:pt x="3120" y="16434"/>
                </a:lnTo>
                <a:cubicBezTo>
                  <a:pt x="3120" y="16305"/>
                  <a:pt x="3225" y="16200"/>
                  <a:pt x="3354" y="16200"/>
                </a:cubicBezTo>
                <a:close/>
                <a:moveTo>
                  <a:pt x="7254" y="12300"/>
                </a:moveTo>
                <a:lnTo>
                  <a:pt x="9126" y="12300"/>
                </a:lnTo>
                <a:cubicBezTo>
                  <a:pt x="9255" y="12300"/>
                  <a:pt x="9360" y="12405"/>
                  <a:pt x="9360" y="12534"/>
                </a:cubicBezTo>
                <a:lnTo>
                  <a:pt x="9360" y="20646"/>
                </a:lnTo>
                <a:cubicBezTo>
                  <a:pt x="9360" y="20775"/>
                  <a:pt x="9255" y="20880"/>
                  <a:pt x="9126" y="20880"/>
                </a:cubicBezTo>
                <a:lnTo>
                  <a:pt x="7254" y="20880"/>
                </a:lnTo>
                <a:cubicBezTo>
                  <a:pt x="7125" y="20880"/>
                  <a:pt x="7020" y="20775"/>
                  <a:pt x="7020" y="20646"/>
                </a:cubicBezTo>
                <a:lnTo>
                  <a:pt x="7020" y="12534"/>
                </a:lnTo>
                <a:cubicBezTo>
                  <a:pt x="7020" y="12405"/>
                  <a:pt x="7125" y="12300"/>
                  <a:pt x="7254" y="12300"/>
                </a:cubicBezTo>
                <a:close/>
                <a:moveTo>
                  <a:pt x="11154" y="8400"/>
                </a:moveTo>
                <a:lnTo>
                  <a:pt x="13026" y="8400"/>
                </a:lnTo>
                <a:cubicBezTo>
                  <a:pt x="13155" y="8400"/>
                  <a:pt x="13260" y="8505"/>
                  <a:pt x="13260" y="8634"/>
                </a:cubicBezTo>
                <a:lnTo>
                  <a:pt x="13260" y="20646"/>
                </a:lnTo>
                <a:cubicBezTo>
                  <a:pt x="13260" y="20775"/>
                  <a:pt x="13155" y="20880"/>
                  <a:pt x="13026" y="20880"/>
                </a:cubicBezTo>
                <a:lnTo>
                  <a:pt x="11154" y="20880"/>
                </a:lnTo>
                <a:cubicBezTo>
                  <a:pt x="11025" y="20880"/>
                  <a:pt x="10920" y="20775"/>
                  <a:pt x="10920" y="20646"/>
                </a:cubicBezTo>
                <a:lnTo>
                  <a:pt x="10920" y="8634"/>
                </a:lnTo>
                <a:cubicBezTo>
                  <a:pt x="10920" y="8505"/>
                  <a:pt x="11025" y="8400"/>
                  <a:pt x="11154" y="84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柱状图·洞察</a:t>
            </a:r>
          </a:p>
        </p:txBody>
      </p:sp>
      <p:sp>
        <p:nvSpPr>
          <p:cNvPr id="58" name="DATA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20000"/>
                </a:moveTo>
                <a:lnTo>
                  <a:pt x="21700" y="20000"/>
                </a:lnTo>
                <a:cubicBezTo>
                  <a:pt x="21866" y="20000"/>
                  <a:pt x="22000" y="20134"/>
                  <a:pt x="22000" y="20300"/>
                </a:cubicBezTo>
                <a:lnTo>
                  <a:pt x="22000" y="20900"/>
                </a:lnTo>
                <a:cubicBezTo>
                  <a:pt x="22000" y="21066"/>
                  <a:pt x="21866" y="21200"/>
                  <a:pt x="21700" y="21200"/>
                </a:cubicBezTo>
                <a:lnTo>
                  <a:pt x="2300" y="21200"/>
                </a:lnTo>
                <a:cubicBezTo>
                  <a:pt x="2134" y="21200"/>
                  <a:pt x="2000" y="21066"/>
                  <a:pt x="2000" y="20900"/>
                </a:cubicBezTo>
                <a:lnTo>
                  <a:pt x="2000" y="20300"/>
                </a:lnTo>
                <a:cubicBezTo>
                  <a:pt x="2000" y="20134"/>
                  <a:pt x="2134" y="20000"/>
                  <a:pt x="2300" y="20000"/>
                </a:cubicBezTo>
                <a:close/>
                <a:moveTo>
                  <a:pt x="3300" y="16000"/>
                </a:moveTo>
                <a:lnTo>
                  <a:pt x="5100" y="16000"/>
                </a:lnTo>
                <a:cubicBezTo>
                  <a:pt x="5266" y="16000"/>
                  <a:pt x="5400" y="16134"/>
                  <a:pt x="5400" y="16300"/>
                </a:cubicBezTo>
                <a:lnTo>
                  <a:pt x="5400" y="19700"/>
                </a:lnTo>
                <a:cubicBezTo>
                  <a:pt x="5400" y="19866"/>
                  <a:pt x="5266" y="20000"/>
                  <a:pt x="5100" y="20000"/>
                </a:cubicBezTo>
                <a:lnTo>
                  <a:pt x="3300" y="20000"/>
                </a:lnTo>
                <a:cubicBezTo>
                  <a:pt x="3134" y="20000"/>
                  <a:pt x="3000" y="19866"/>
                  <a:pt x="3000" y="19700"/>
                </a:cubicBezTo>
                <a:lnTo>
                  <a:pt x="3000" y="16300"/>
                </a:lnTo>
                <a:cubicBezTo>
                  <a:pt x="3000" y="16134"/>
                  <a:pt x="3134" y="16000"/>
                  <a:pt x="3300" y="16000"/>
                </a:cubicBezTo>
                <a:close/>
                <a:moveTo>
                  <a:pt x="7100" y="12000"/>
                </a:moveTo>
                <a:lnTo>
                  <a:pt x="8900" y="12000"/>
                </a:lnTo>
                <a:cubicBezTo>
                  <a:pt x="9066" y="12000"/>
                  <a:pt x="9200" y="12134"/>
                  <a:pt x="9200" y="12300"/>
                </a:cubicBezTo>
                <a:lnTo>
                  <a:pt x="9200" y="19700"/>
                </a:lnTo>
                <a:cubicBezTo>
                  <a:pt x="9200" y="19866"/>
                  <a:pt x="9066" y="20000"/>
                  <a:pt x="8900" y="20000"/>
                </a:cubicBezTo>
                <a:lnTo>
                  <a:pt x="7100" y="20000"/>
                </a:lnTo>
                <a:cubicBezTo>
                  <a:pt x="6934" y="20000"/>
                  <a:pt x="6800" y="19866"/>
                  <a:pt x="6800" y="19700"/>
                </a:cubicBezTo>
                <a:lnTo>
                  <a:pt x="6800" y="12300"/>
                </a:lnTo>
                <a:cubicBezTo>
                  <a:pt x="6800" y="12134"/>
                  <a:pt x="6934" y="12000"/>
                  <a:pt x="7100" y="12000"/>
                </a:cubicBezTo>
                <a:close/>
                <a:moveTo>
                  <a:pt x="10900" y="8000"/>
                </a:moveTo>
                <a:lnTo>
                  <a:pt x="12700" y="8000"/>
                </a:lnTo>
                <a:cubicBezTo>
                  <a:pt x="12866" y="8000"/>
                  <a:pt x="13000" y="8134"/>
                  <a:pt x="13000" y="8300"/>
                </a:cubicBezTo>
                <a:lnTo>
                  <a:pt x="13000" y="19700"/>
                </a:lnTo>
                <a:cubicBezTo>
                  <a:pt x="13000" y="19866"/>
                  <a:pt x="12866" y="20000"/>
                  <a:pt x="12700" y="20000"/>
                </a:cubicBezTo>
                <a:lnTo>
                  <a:pt x="10900" y="20000"/>
                </a:lnTo>
                <a:cubicBezTo>
                  <a:pt x="10734" y="20000"/>
                  <a:pt x="10600" y="19866"/>
                  <a:pt x="10600" y="19700"/>
                </a:cubicBezTo>
                <a:lnTo>
                  <a:pt x="10600" y="8300"/>
                </a:lnTo>
                <a:cubicBezTo>
                  <a:pt x="10600" y="8134"/>
                  <a:pt x="10734" y="8000"/>
                  <a:pt x="10900" y="8000"/>
                </a:cubicBezTo>
                <a:close/>
                <a:moveTo>
                  <a:pt x="14700" y="11000"/>
                </a:moveTo>
                <a:lnTo>
                  <a:pt x="16500" y="11000"/>
                </a:lnTo>
                <a:cubicBezTo>
                  <a:pt x="16666" y="11000"/>
                  <a:pt x="16800" y="11134"/>
                  <a:pt x="16800" y="11300"/>
                </a:cubicBezTo>
                <a:lnTo>
                  <a:pt x="16800" y="19700"/>
                </a:lnTo>
                <a:cubicBezTo>
                  <a:pt x="16800" y="19866"/>
                  <a:pt x="16666" y="20000"/>
                  <a:pt x="16500" y="20000"/>
                </a:cubicBezTo>
                <a:lnTo>
                  <a:pt x="14700" y="20000"/>
                </a:lnTo>
                <a:cubicBezTo>
                  <a:pt x="14534" y="20000"/>
                  <a:pt x="14400" y="19866"/>
                  <a:pt x="14400" y="19700"/>
                </a:cubicBezTo>
                <a:lnTo>
                  <a:pt x="14400" y="11300"/>
                </a:lnTo>
                <a:cubicBezTo>
                  <a:pt x="14400" y="11134"/>
                  <a:pt x="14534" y="11000"/>
                  <a:pt x="14700" y="11000"/>
                </a:cubicBezTo>
                <a:close/>
                <a:moveTo>
                  <a:pt x="18500" y="6000"/>
                </a:moveTo>
                <a:lnTo>
                  <a:pt x="20300" y="6000"/>
                </a:lnTo>
                <a:cubicBezTo>
                  <a:pt x="20466" y="6000"/>
                  <a:pt x="20600" y="6134"/>
                  <a:pt x="20600" y="6300"/>
                </a:cubicBezTo>
                <a:lnTo>
                  <a:pt x="20600" y="19700"/>
                </a:lnTo>
                <a:cubicBezTo>
                  <a:pt x="20600" y="19866"/>
                  <a:pt x="20466" y="20000"/>
                  <a:pt x="20300" y="20000"/>
                </a:cubicBezTo>
                <a:lnTo>
                  <a:pt x="18500" y="20000"/>
                </a:lnTo>
                <a:cubicBezTo>
                  <a:pt x="18334" y="20000"/>
                  <a:pt x="18200" y="19866"/>
                  <a:pt x="18200" y="19700"/>
                </a:cubicBezTo>
                <a:lnTo>
                  <a:pt x="18200" y="6300"/>
                </a:lnTo>
                <a:cubicBezTo>
                  <a:pt x="18200" y="6134"/>
                  <a:pt x="18334" y="6000"/>
                  <a:pt x="18500" y="6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多列柱状</a:t>
            </a:r>
          </a:p>
        </p:txBody>
      </p:sp>
      <p:sp>
        <p:nvSpPr>
          <p:cNvPr id="61" name="DATA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880"/>
                </a:moveTo>
                <a:lnTo>
                  <a:pt x="16926" y="20880"/>
                </a:lnTo>
                <a:cubicBezTo>
                  <a:pt x="17055" y="20880"/>
                  <a:pt x="17160" y="20985"/>
                  <a:pt x="17160" y="21114"/>
                </a:cubicBezTo>
                <a:lnTo>
                  <a:pt x="17160" y="21582"/>
                </a:lnTo>
                <a:cubicBezTo>
                  <a:pt x="17160" y="21711"/>
                  <a:pt x="17055" y="21816"/>
                  <a:pt x="16926" y="21816"/>
                </a:cubicBezTo>
                <a:lnTo>
                  <a:pt x="1794" y="21816"/>
                </a:lnTo>
                <a:cubicBezTo>
                  <a:pt x="1665" y="21816"/>
                  <a:pt x="1560" y="21711"/>
                  <a:pt x="1560" y="21582"/>
                </a:cubicBezTo>
                <a:lnTo>
                  <a:pt x="1560" y="21114"/>
                </a:lnTo>
                <a:cubicBezTo>
                  <a:pt x="1560" y="20985"/>
                  <a:pt x="1665" y="20880"/>
                  <a:pt x="1794" y="20880"/>
                </a:cubicBezTo>
                <a:close/>
                <a:moveTo>
                  <a:pt x="2574" y="17760"/>
                </a:moveTo>
                <a:lnTo>
                  <a:pt x="3978" y="17760"/>
                </a:lnTo>
                <a:cubicBezTo>
                  <a:pt x="4107" y="17760"/>
                  <a:pt x="4212" y="17865"/>
                  <a:pt x="4212" y="17994"/>
                </a:cubicBezTo>
                <a:lnTo>
                  <a:pt x="4212" y="20646"/>
                </a:lnTo>
                <a:cubicBezTo>
                  <a:pt x="4212" y="20775"/>
                  <a:pt x="4107" y="20880"/>
                  <a:pt x="3978" y="20880"/>
                </a:cubicBezTo>
                <a:lnTo>
                  <a:pt x="2574" y="20880"/>
                </a:lnTo>
                <a:cubicBezTo>
                  <a:pt x="2445" y="20880"/>
                  <a:pt x="2340" y="20775"/>
                  <a:pt x="2340" y="20646"/>
                </a:cubicBezTo>
                <a:lnTo>
                  <a:pt x="2340" y="17994"/>
                </a:lnTo>
                <a:cubicBezTo>
                  <a:pt x="2340" y="17865"/>
                  <a:pt x="2445" y="17760"/>
                  <a:pt x="2574" y="17760"/>
                </a:cubicBezTo>
                <a:close/>
                <a:moveTo>
                  <a:pt x="5538" y="14640"/>
                </a:moveTo>
                <a:lnTo>
                  <a:pt x="6942" y="14640"/>
                </a:lnTo>
                <a:cubicBezTo>
                  <a:pt x="7071" y="14640"/>
                  <a:pt x="7176" y="14745"/>
                  <a:pt x="7176" y="14874"/>
                </a:cubicBezTo>
                <a:lnTo>
                  <a:pt x="7176" y="20646"/>
                </a:lnTo>
                <a:cubicBezTo>
                  <a:pt x="7176" y="20775"/>
                  <a:pt x="7071" y="20880"/>
                  <a:pt x="6942" y="20880"/>
                </a:cubicBezTo>
                <a:lnTo>
                  <a:pt x="5538" y="20880"/>
                </a:lnTo>
                <a:cubicBezTo>
                  <a:pt x="5409" y="20880"/>
                  <a:pt x="5304" y="20775"/>
                  <a:pt x="5304" y="20646"/>
                </a:cubicBezTo>
                <a:lnTo>
                  <a:pt x="5304" y="14874"/>
                </a:lnTo>
                <a:cubicBezTo>
                  <a:pt x="5304" y="14745"/>
                  <a:pt x="5409" y="14640"/>
                  <a:pt x="5538" y="14640"/>
                </a:cubicBezTo>
                <a:close/>
                <a:moveTo>
                  <a:pt x="8502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20646"/>
                </a:lnTo>
                <a:cubicBezTo>
                  <a:pt x="10140" y="20775"/>
                  <a:pt x="10035" y="20880"/>
                  <a:pt x="9906" y="20880"/>
                </a:cubicBezTo>
                <a:lnTo>
                  <a:pt x="8502" y="20880"/>
                </a:lnTo>
                <a:cubicBezTo>
                  <a:pt x="8373" y="20880"/>
                  <a:pt x="8268" y="20775"/>
                  <a:pt x="8268" y="20646"/>
                </a:cubicBezTo>
                <a:lnTo>
                  <a:pt x="8268" y="11754"/>
                </a:lnTo>
                <a:cubicBezTo>
                  <a:pt x="8268" y="11625"/>
                  <a:pt x="8373" y="11520"/>
                  <a:pt x="8502" y="11520"/>
                </a:cubicBezTo>
                <a:close/>
                <a:moveTo>
                  <a:pt x="11466" y="13860"/>
                </a:moveTo>
                <a:lnTo>
                  <a:pt x="12870" y="13860"/>
                </a:lnTo>
                <a:cubicBezTo>
                  <a:pt x="12999" y="13860"/>
                  <a:pt x="13104" y="13965"/>
                  <a:pt x="13104" y="14094"/>
                </a:cubicBezTo>
                <a:lnTo>
                  <a:pt x="13104" y="20646"/>
                </a:lnTo>
                <a:cubicBezTo>
                  <a:pt x="13104" y="20775"/>
                  <a:pt x="12999" y="20880"/>
                  <a:pt x="12870" y="20880"/>
                </a:cubicBezTo>
                <a:lnTo>
                  <a:pt x="11466" y="20880"/>
                </a:lnTo>
                <a:cubicBezTo>
                  <a:pt x="11337" y="20880"/>
                  <a:pt x="11232" y="20775"/>
                  <a:pt x="11232" y="20646"/>
                </a:cubicBezTo>
                <a:lnTo>
                  <a:pt x="11232" y="14094"/>
                </a:lnTo>
                <a:cubicBezTo>
                  <a:pt x="11232" y="13965"/>
                  <a:pt x="11337" y="13860"/>
                  <a:pt x="11466" y="13860"/>
                </a:cubicBezTo>
                <a:close/>
                <a:moveTo>
                  <a:pt x="14430" y="9960"/>
                </a:moveTo>
                <a:lnTo>
                  <a:pt x="15834" y="9960"/>
                </a:lnTo>
                <a:cubicBezTo>
                  <a:pt x="15963" y="9960"/>
                  <a:pt x="16068" y="10065"/>
                  <a:pt x="16068" y="10194"/>
                </a:cubicBezTo>
                <a:lnTo>
                  <a:pt x="16068" y="20646"/>
                </a:lnTo>
                <a:cubicBezTo>
                  <a:pt x="16068" y="20775"/>
                  <a:pt x="15963" y="20880"/>
                  <a:pt x="15834" y="20880"/>
                </a:cubicBezTo>
                <a:lnTo>
                  <a:pt x="14430" y="20880"/>
                </a:lnTo>
                <a:cubicBezTo>
                  <a:pt x="14301" y="20880"/>
                  <a:pt x="14196" y="20775"/>
                  <a:pt x="14196" y="20646"/>
                </a:cubicBezTo>
                <a:lnTo>
                  <a:pt x="14196" y="10194"/>
                </a:lnTo>
                <a:cubicBezTo>
                  <a:pt x="14196" y="10065"/>
                  <a:pt x="14301" y="9960"/>
                  <a:pt x="14430" y="99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多列柱状·已验证</a:t>
            </a:r>
          </a:p>
        </p:txBody>
      </p:sp>
      <p:sp>
        <p:nvSpPr>
          <p:cNvPr id="64" name="DATA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880"/>
                </a:moveTo>
                <a:lnTo>
                  <a:pt x="16926" y="20880"/>
                </a:lnTo>
                <a:cubicBezTo>
                  <a:pt x="17055" y="20880"/>
                  <a:pt x="17160" y="20985"/>
                  <a:pt x="17160" y="21114"/>
                </a:cubicBezTo>
                <a:lnTo>
                  <a:pt x="17160" y="21582"/>
                </a:lnTo>
                <a:cubicBezTo>
                  <a:pt x="17160" y="21711"/>
                  <a:pt x="17055" y="21816"/>
                  <a:pt x="16926" y="21816"/>
                </a:cubicBezTo>
                <a:lnTo>
                  <a:pt x="1794" y="21816"/>
                </a:lnTo>
                <a:cubicBezTo>
                  <a:pt x="1665" y="21816"/>
                  <a:pt x="1560" y="21711"/>
                  <a:pt x="1560" y="21582"/>
                </a:cubicBezTo>
                <a:lnTo>
                  <a:pt x="1560" y="21114"/>
                </a:lnTo>
                <a:cubicBezTo>
                  <a:pt x="1560" y="20985"/>
                  <a:pt x="1665" y="20880"/>
                  <a:pt x="1794" y="20880"/>
                </a:cubicBezTo>
                <a:close/>
                <a:moveTo>
                  <a:pt x="2574" y="17760"/>
                </a:moveTo>
                <a:lnTo>
                  <a:pt x="3978" y="17760"/>
                </a:lnTo>
                <a:cubicBezTo>
                  <a:pt x="4107" y="17760"/>
                  <a:pt x="4212" y="17865"/>
                  <a:pt x="4212" y="17994"/>
                </a:cubicBezTo>
                <a:lnTo>
                  <a:pt x="4212" y="20646"/>
                </a:lnTo>
                <a:cubicBezTo>
                  <a:pt x="4212" y="20775"/>
                  <a:pt x="4107" y="20880"/>
                  <a:pt x="3978" y="20880"/>
                </a:cubicBezTo>
                <a:lnTo>
                  <a:pt x="2574" y="20880"/>
                </a:lnTo>
                <a:cubicBezTo>
                  <a:pt x="2445" y="20880"/>
                  <a:pt x="2340" y="20775"/>
                  <a:pt x="2340" y="20646"/>
                </a:cubicBezTo>
                <a:lnTo>
                  <a:pt x="2340" y="17994"/>
                </a:lnTo>
                <a:cubicBezTo>
                  <a:pt x="2340" y="17865"/>
                  <a:pt x="2445" y="17760"/>
                  <a:pt x="2574" y="17760"/>
                </a:cubicBezTo>
                <a:close/>
                <a:moveTo>
                  <a:pt x="5538" y="14640"/>
                </a:moveTo>
                <a:lnTo>
                  <a:pt x="6942" y="14640"/>
                </a:lnTo>
                <a:cubicBezTo>
                  <a:pt x="7071" y="14640"/>
                  <a:pt x="7176" y="14745"/>
                  <a:pt x="7176" y="14874"/>
                </a:cubicBezTo>
                <a:lnTo>
                  <a:pt x="7176" y="20646"/>
                </a:lnTo>
                <a:cubicBezTo>
                  <a:pt x="7176" y="20775"/>
                  <a:pt x="7071" y="20880"/>
                  <a:pt x="6942" y="20880"/>
                </a:cubicBezTo>
                <a:lnTo>
                  <a:pt x="5538" y="20880"/>
                </a:lnTo>
                <a:cubicBezTo>
                  <a:pt x="5409" y="20880"/>
                  <a:pt x="5304" y="20775"/>
                  <a:pt x="5304" y="20646"/>
                </a:cubicBezTo>
                <a:lnTo>
                  <a:pt x="5304" y="14874"/>
                </a:lnTo>
                <a:cubicBezTo>
                  <a:pt x="5304" y="14745"/>
                  <a:pt x="5409" y="14640"/>
                  <a:pt x="5538" y="14640"/>
                </a:cubicBezTo>
                <a:close/>
                <a:moveTo>
                  <a:pt x="8502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20646"/>
                </a:lnTo>
                <a:cubicBezTo>
                  <a:pt x="10140" y="20775"/>
                  <a:pt x="10035" y="20880"/>
                  <a:pt x="9906" y="20880"/>
                </a:cubicBezTo>
                <a:lnTo>
                  <a:pt x="8502" y="20880"/>
                </a:lnTo>
                <a:cubicBezTo>
                  <a:pt x="8373" y="20880"/>
                  <a:pt x="8268" y="20775"/>
                  <a:pt x="8268" y="20646"/>
                </a:cubicBezTo>
                <a:lnTo>
                  <a:pt x="8268" y="11754"/>
                </a:lnTo>
                <a:cubicBezTo>
                  <a:pt x="8268" y="11625"/>
                  <a:pt x="8373" y="11520"/>
                  <a:pt x="8502" y="11520"/>
                </a:cubicBezTo>
                <a:close/>
                <a:moveTo>
                  <a:pt x="11466" y="13860"/>
                </a:moveTo>
                <a:lnTo>
                  <a:pt x="12870" y="13860"/>
                </a:lnTo>
                <a:cubicBezTo>
                  <a:pt x="12999" y="13860"/>
                  <a:pt x="13104" y="13965"/>
                  <a:pt x="13104" y="14094"/>
                </a:cubicBezTo>
                <a:lnTo>
                  <a:pt x="13104" y="20646"/>
                </a:lnTo>
                <a:cubicBezTo>
                  <a:pt x="13104" y="20775"/>
                  <a:pt x="12999" y="20880"/>
                  <a:pt x="12870" y="20880"/>
                </a:cubicBezTo>
                <a:lnTo>
                  <a:pt x="11466" y="20880"/>
                </a:lnTo>
                <a:cubicBezTo>
                  <a:pt x="11337" y="20880"/>
                  <a:pt x="11232" y="20775"/>
                  <a:pt x="11232" y="20646"/>
                </a:cubicBezTo>
                <a:lnTo>
                  <a:pt x="11232" y="14094"/>
                </a:lnTo>
                <a:cubicBezTo>
                  <a:pt x="11232" y="13965"/>
                  <a:pt x="11337" y="13860"/>
                  <a:pt x="11466" y="13860"/>
                </a:cubicBezTo>
                <a:close/>
                <a:moveTo>
                  <a:pt x="14430" y="9960"/>
                </a:moveTo>
                <a:lnTo>
                  <a:pt x="15834" y="9960"/>
                </a:lnTo>
                <a:cubicBezTo>
                  <a:pt x="15963" y="9960"/>
                  <a:pt x="16068" y="10065"/>
                  <a:pt x="16068" y="10194"/>
                </a:cubicBezTo>
                <a:lnTo>
                  <a:pt x="16068" y="20646"/>
                </a:lnTo>
                <a:cubicBezTo>
                  <a:pt x="16068" y="20775"/>
                  <a:pt x="15963" y="20880"/>
                  <a:pt x="15834" y="20880"/>
                </a:cubicBezTo>
                <a:lnTo>
                  <a:pt x="14430" y="20880"/>
                </a:lnTo>
                <a:cubicBezTo>
                  <a:pt x="14301" y="20880"/>
                  <a:pt x="14196" y="20775"/>
                  <a:pt x="14196" y="20646"/>
                </a:cubicBezTo>
                <a:lnTo>
                  <a:pt x="14196" y="10194"/>
                </a:lnTo>
                <a:cubicBezTo>
                  <a:pt x="14196" y="10065"/>
                  <a:pt x="14301" y="9960"/>
                  <a:pt x="14430" y="996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多列柱状·预警</a:t>
            </a:r>
          </a:p>
        </p:txBody>
      </p:sp>
      <p:sp>
        <p:nvSpPr>
          <p:cNvPr id="67" name="DATA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880"/>
                </a:moveTo>
                <a:lnTo>
                  <a:pt x="16926" y="20880"/>
                </a:lnTo>
                <a:cubicBezTo>
                  <a:pt x="17055" y="20880"/>
                  <a:pt x="17160" y="20985"/>
                  <a:pt x="17160" y="21114"/>
                </a:cubicBezTo>
                <a:lnTo>
                  <a:pt x="17160" y="21582"/>
                </a:lnTo>
                <a:cubicBezTo>
                  <a:pt x="17160" y="21711"/>
                  <a:pt x="17055" y="21816"/>
                  <a:pt x="16926" y="21816"/>
                </a:cubicBezTo>
                <a:lnTo>
                  <a:pt x="1794" y="21816"/>
                </a:lnTo>
                <a:cubicBezTo>
                  <a:pt x="1665" y="21816"/>
                  <a:pt x="1560" y="21711"/>
                  <a:pt x="1560" y="21582"/>
                </a:cubicBezTo>
                <a:lnTo>
                  <a:pt x="1560" y="21114"/>
                </a:lnTo>
                <a:cubicBezTo>
                  <a:pt x="1560" y="20985"/>
                  <a:pt x="1665" y="20880"/>
                  <a:pt x="1794" y="20880"/>
                </a:cubicBezTo>
                <a:close/>
                <a:moveTo>
                  <a:pt x="2574" y="17760"/>
                </a:moveTo>
                <a:lnTo>
                  <a:pt x="3978" y="17760"/>
                </a:lnTo>
                <a:cubicBezTo>
                  <a:pt x="4107" y="17760"/>
                  <a:pt x="4212" y="17865"/>
                  <a:pt x="4212" y="17994"/>
                </a:cubicBezTo>
                <a:lnTo>
                  <a:pt x="4212" y="20646"/>
                </a:lnTo>
                <a:cubicBezTo>
                  <a:pt x="4212" y="20775"/>
                  <a:pt x="4107" y="20880"/>
                  <a:pt x="3978" y="20880"/>
                </a:cubicBezTo>
                <a:lnTo>
                  <a:pt x="2574" y="20880"/>
                </a:lnTo>
                <a:cubicBezTo>
                  <a:pt x="2445" y="20880"/>
                  <a:pt x="2340" y="20775"/>
                  <a:pt x="2340" y="20646"/>
                </a:cubicBezTo>
                <a:lnTo>
                  <a:pt x="2340" y="17994"/>
                </a:lnTo>
                <a:cubicBezTo>
                  <a:pt x="2340" y="17865"/>
                  <a:pt x="2445" y="17760"/>
                  <a:pt x="2574" y="17760"/>
                </a:cubicBezTo>
                <a:close/>
                <a:moveTo>
                  <a:pt x="5538" y="14640"/>
                </a:moveTo>
                <a:lnTo>
                  <a:pt x="6942" y="14640"/>
                </a:lnTo>
                <a:cubicBezTo>
                  <a:pt x="7071" y="14640"/>
                  <a:pt x="7176" y="14745"/>
                  <a:pt x="7176" y="14874"/>
                </a:cubicBezTo>
                <a:lnTo>
                  <a:pt x="7176" y="20646"/>
                </a:lnTo>
                <a:cubicBezTo>
                  <a:pt x="7176" y="20775"/>
                  <a:pt x="7071" y="20880"/>
                  <a:pt x="6942" y="20880"/>
                </a:cubicBezTo>
                <a:lnTo>
                  <a:pt x="5538" y="20880"/>
                </a:lnTo>
                <a:cubicBezTo>
                  <a:pt x="5409" y="20880"/>
                  <a:pt x="5304" y="20775"/>
                  <a:pt x="5304" y="20646"/>
                </a:cubicBezTo>
                <a:lnTo>
                  <a:pt x="5304" y="14874"/>
                </a:lnTo>
                <a:cubicBezTo>
                  <a:pt x="5304" y="14745"/>
                  <a:pt x="5409" y="14640"/>
                  <a:pt x="5538" y="14640"/>
                </a:cubicBezTo>
                <a:close/>
                <a:moveTo>
                  <a:pt x="8502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20646"/>
                </a:lnTo>
                <a:cubicBezTo>
                  <a:pt x="10140" y="20775"/>
                  <a:pt x="10035" y="20880"/>
                  <a:pt x="9906" y="20880"/>
                </a:cubicBezTo>
                <a:lnTo>
                  <a:pt x="8502" y="20880"/>
                </a:lnTo>
                <a:cubicBezTo>
                  <a:pt x="8373" y="20880"/>
                  <a:pt x="8268" y="20775"/>
                  <a:pt x="8268" y="20646"/>
                </a:cubicBezTo>
                <a:lnTo>
                  <a:pt x="8268" y="11754"/>
                </a:lnTo>
                <a:cubicBezTo>
                  <a:pt x="8268" y="11625"/>
                  <a:pt x="8373" y="11520"/>
                  <a:pt x="8502" y="11520"/>
                </a:cubicBezTo>
                <a:close/>
                <a:moveTo>
                  <a:pt x="11466" y="13860"/>
                </a:moveTo>
                <a:lnTo>
                  <a:pt x="12870" y="13860"/>
                </a:lnTo>
                <a:cubicBezTo>
                  <a:pt x="12999" y="13860"/>
                  <a:pt x="13104" y="13965"/>
                  <a:pt x="13104" y="14094"/>
                </a:cubicBezTo>
                <a:lnTo>
                  <a:pt x="13104" y="20646"/>
                </a:lnTo>
                <a:cubicBezTo>
                  <a:pt x="13104" y="20775"/>
                  <a:pt x="12999" y="20880"/>
                  <a:pt x="12870" y="20880"/>
                </a:cubicBezTo>
                <a:lnTo>
                  <a:pt x="11466" y="20880"/>
                </a:lnTo>
                <a:cubicBezTo>
                  <a:pt x="11337" y="20880"/>
                  <a:pt x="11232" y="20775"/>
                  <a:pt x="11232" y="20646"/>
                </a:cubicBezTo>
                <a:lnTo>
                  <a:pt x="11232" y="14094"/>
                </a:lnTo>
                <a:cubicBezTo>
                  <a:pt x="11232" y="13965"/>
                  <a:pt x="11337" y="13860"/>
                  <a:pt x="11466" y="13860"/>
                </a:cubicBezTo>
                <a:close/>
                <a:moveTo>
                  <a:pt x="14430" y="9960"/>
                </a:moveTo>
                <a:lnTo>
                  <a:pt x="15834" y="9960"/>
                </a:lnTo>
                <a:cubicBezTo>
                  <a:pt x="15963" y="9960"/>
                  <a:pt x="16068" y="10065"/>
                  <a:pt x="16068" y="10194"/>
                </a:cubicBezTo>
                <a:lnTo>
                  <a:pt x="16068" y="20646"/>
                </a:lnTo>
                <a:cubicBezTo>
                  <a:pt x="16068" y="20775"/>
                  <a:pt x="15963" y="20880"/>
                  <a:pt x="15834" y="20880"/>
                </a:cubicBezTo>
                <a:lnTo>
                  <a:pt x="14430" y="20880"/>
                </a:lnTo>
                <a:cubicBezTo>
                  <a:pt x="14301" y="20880"/>
                  <a:pt x="14196" y="20775"/>
                  <a:pt x="14196" y="20646"/>
                </a:cubicBezTo>
                <a:lnTo>
                  <a:pt x="14196" y="10194"/>
                </a:lnTo>
                <a:cubicBezTo>
                  <a:pt x="14196" y="10065"/>
                  <a:pt x="14301" y="9960"/>
                  <a:pt x="14430" y="996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多列柱状·上升</a:t>
            </a:r>
          </a:p>
        </p:txBody>
      </p:sp>
      <p:sp>
        <p:nvSpPr>
          <p:cNvPr id="70" name="DATA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880"/>
                </a:moveTo>
                <a:lnTo>
                  <a:pt x="16926" y="20880"/>
                </a:lnTo>
                <a:cubicBezTo>
                  <a:pt x="17055" y="20880"/>
                  <a:pt x="17160" y="20985"/>
                  <a:pt x="17160" y="21114"/>
                </a:cubicBezTo>
                <a:lnTo>
                  <a:pt x="17160" y="21582"/>
                </a:lnTo>
                <a:cubicBezTo>
                  <a:pt x="17160" y="21711"/>
                  <a:pt x="17055" y="21816"/>
                  <a:pt x="16926" y="21816"/>
                </a:cubicBezTo>
                <a:lnTo>
                  <a:pt x="1794" y="21816"/>
                </a:lnTo>
                <a:cubicBezTo>
                  <a:pt x="1665" y="21816"/>
                  <a:pt x="1560" y="21711"/>
                  <a:pt x="1560" y="21582"/>
                </a:cubicBezTo>
                <a:lnTo>
                  <a:pt x="1560" y="21114"/>
                </a:lnTo>
                <a:cubicBezTo>
                  <a:pt x="1560" y="20985"/>
                  <a:pt x="1665" y="20880"/>
                  <a:pt x="1794" y="20880"/>
                </a:cubicBezTo>
                <a:close/>
                <a:moveTo>
                  <a:pt x="2574" y="17760"/>
                </a:moveTo>
                <a:lnTo>
                  <a:pt x="3978" y="17760"/>
                </a:lnTo>
                <a:cubicBezTo>
                  <a:pt x="4107" y="17760"/>
                  <a:pt x="4212" y="17865"/>
                  <a:pt x="4212" y="17994"/>
                </a:cubicBezTo>
                <a:lnTo>
                  <a:pt x="4212" y="20646"/>
                </a:lnTo>
                <a:cubicBezTo>
                  <a:pt x="4212" y="20775"/>
                  <a:pt x="4107" y="20880"/>
                  <a:pt x="3978" y="20880"/>
                </a:cubicBezTo>
                <a:lnTo>
                  <a:pt x="2574" y="20880"/>
                </a:lnTo>
                <a:cubicBezTo>
                  <a:pt x="2445" y="20880"/>
                  <a:pt x="2340" y="20775"/>
                  <a:pt x="2340" y="20646"/>
                </a:cubicBezTo>
                <a:lnTo>
                  <a:pt x="2340" y="17994"/>
                </a:lnTo>
                <a:cubicBezTo>
                  <a:pt x="2340" y="17865"/>
                  <a:pt x="2445" y="17760"/>
                  <a:pt x="2574" y="17760"/>
                </a:cubicBezTo>
                <a:close/>
                <a:moveTo>
                  <a:pt x="5538" y="14640"/>
                </a:moveTo>
                <a:lnTo>
                  <a:pt x="6942" y="14640"/>
                </a:lnTo>
                <a:cubicBezTo>
                  <a:pt x="7071" y="14640"/>
                  <a:pt x="7176" y="14745"/>
                  <a:pt x="7176" y="14874"/>
                </a:cubicBezTo>
                <a:lnTo>
                  <a:pt x="7176" y="20646"/>
                </a:lnTo>
                <a:cubicBezTo>
                  <a:pt x="7176" y="20775"/>
                  <a:pt x="7071" y="20880"/>
                  <a:pt x="6942" y="20880"/>
                </a:cubicBezTo>
                <a:lnTo>
                  <a:pt x="5538" y="20880"/>
                </a:lnTo>
                <a:cubicBezTo>
                  <a:pt x="5409" y="20880"/>
                  <a:pt x="5304" y="20775"/>
                  <a:pt x="5304" y="20646"/>
                </a:cubicBezTo>
                <a:lnTo>
                  <a:pt x="5304" y="14874"/>
                </a:lnTo>
                <a:cubicBezTo>
                  <a:pt x="5304" y="14745"/>
                  <a:pt x="5409" y="14640"/>
                  <a:pt x="5538" y="14640"/>
                </a:cubicBezTo>
                <a:close/>
                <a:moveTo>
                  <a:pt x="8502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20646"/>
                </a:lnTo>
                <a:cubicBezTo>
                  <a:pt x="10140" y="20775"/>
                  <a:pt x="10035" y="20880"/>
                  <a:pt x="9906" y="20880"/>
                </a:cubicBezTo>
                <a:lnTo>
                  <a:pt x="8502" y="20880"/>
                </a:lnTo>
                <a:cubicBezTo>
                  <a:pt x="8373" y="20880"/>
                  <a:pt x="8268" y="20775"/>
                  <a:pt x="8268" y="20646"/>
                </a:cubicBezTo>
                <a:lnTo>
                  <a:pt x="8268" y="11754"/>
                </a:lnTo>
                <a:cubicBezTo>
                  <a:pt x="8268" y="11625"/>
                  <a:pt x="8373" y="11520"/>
                  <a:pt x="8502" y="11520"/>
                </a:cubicBezTo>
                <a:close/>
                <a:moveTo>
                  <a:pt x="11466" y="13860"/>
                </a:moveTo>
                <a:lnTo>
                  <a:pt x="12870" y="13860"/>
                </a:lnTo>
                <a:cubicBezTo>
                  <a:pt x="12999" y="13860"/>
                  <a:pt x="13104" y="13965"/>
                  <a:pt x="13104" y="14094"/>
                </a:cubicBezTo>
                <a:lnTo>
                  <a:pt x="13104" y="20646"/>
                </a:lnTo>
                <a:cubicBezTo>
                  <a:pt x="13104" y="20775"/>
                  <a:pt x="12999" y="20880"/>
                  <a:pt x="12870" y="20880"/>
                </a:cubicBezTo>
                <a:lnTo>
                  <a:pt x="11466" y="20880"/>
                </a:lnTo>
                <a:cubicBezTo>
                  <a:pt x="11337" y="20880"/>
                  <a:pt x="11232" y="20775"/>
                  <a:pt x="11232" y="20646"/>
                </a:cubicBezTo>
                <a:lnTo>
                  <a:pt x="11232" y="14094"/>
                </a:lnTo>
                <a:cubicBezTo>
                  <a:pt x="11232" y="13965"/>
                  <a:pt x="11337" y="13860"/>
                  <a:pt x="11466" y="13860"/>
                </a:cubicBezTo>
                <a:close/>
                <a:moveTo>
                  <a:pt x="14430" y="9960"/>
                </a:moveTo>
                <a:lnTo>
                  <a:pt x="15834" y="9960"/>
                </a:lnTo>
                <a:cubicBezTo>
                  <a:pt x="15963" y="9960"/>
                  <a:pt x="16068" y="10065"/>
                  <a:pt x="16068" y="10194"/>
                </a:cubicBezTo>
                <a:lnTo>
                  <a:pt x="16068" y="20646"/>
                </a:lnTo>
                <a:cubicBezTo>
                  <a:pt x="16068" y="20775"/>
                  <a:pt x="15963" y="20880"/>
                  <a:pt x="15834" y="20880"/>
                </a:cubicBezTo>
                <a:lnTo>
                  <a:pt x="14430" y="20880"/>
                </a:lnTo>
                <a:cubicBezTo>
                  <a:pt x="14301" y="20880"/>
                  <a:pt x="14196" y="20775"/>
                  <a:pt x="14196" y="20646"/>
                </a:cubicBezTo>
                <a:lnTo>
                  <a:pt x="14196" y="10194"/>
                </a:lnTo>
                <a:cubicBezTo>
                  <a:pt x="14196" y="10065"/>
                  <a:pt x="14301" y="9960"/>
                  <a:pt x="14430" y="996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多列柱状·下降</a:t>
            </a:r>
          </a:p>
        </p:txBody>
      </p:sp>
      <p:sp>
        <p:nvSpPr>
          <p:cNvPr id="73" name="DATA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880"/>
                </a:moveTo>
                <a:lnTo>
                  <a:pt x="16926" y="20880"/>
                </a:lnTo>
                <a:cubicBezTo>
                  <a:pt x="17055" y="20880"/>
                  <a:pt x="17160" y="20985"/>
                  <a:pt x="17160" y="21114"/>
                </a:cubicBezTo>
                <a:lnTo>
                  <a:pt x="17160" y="21582"/>
                </a:lnTo>
                <a:cubicBezTo>
                  <a:pt x="17160" y="21711"/>
                  <a:pt x="17055" y="21816"/>
                  <a:pt x="16926" y="21816"/>
                </a:cubicBezTo>
                <a:lnTo>
                  <a:pt x="1794" y="21816"/>
                </a:lnTo>
                <a:cubicBezTo>
                  <a:pt x="1665" y="21816"/>
                  <a:pt x="1560" y="21711"/>
                  <a:pt x="1560" y="21582"/>
                </a:cubicBezTo>
                <a:lnTo>
                  <a:pt x="1560" y="21114"/>
                </a:lnTo>
                <a:cubicBezTo>
                  <a:pt x="1560" y="20985"/>
                  <a:pt x="1665" y="20880"/>
                  <a:pt x="1794" y="20880"/>
                </a:cubicBezTo>
                <a:close/>
                <a:moveTo>
                  <a:pt x="2574" y="17760"/>
                </a:moveTo>
                <a:lnTo>
                  <a:pt x="3978" y="17760"/>
                </a:lnTo>
                <a:cubicBezTo>
                  <a:pt x="4107" y="17760"/>
                  <a:pt x="4212" y="17865"/>
                  <a:pt x="4212" y="17994"/>
                </a:cubicBezTo>
                <a:lnTo>
                  <a:pt x="4212" y="20646"/>
                </a:lnTo>
                <a:cubicBezTo>
                  <a:pt x="4212" y="20775"/>
                  <a:pt x="4107" y="20880"/>
                  <a:pt x="3978" y="20880"/>
                </a:cubicBezTo>
                <a:lnTo>
                  <a:pt x="2574" y="20880"/>
                </a:lnTo>
                <a:cubicBezTo>
                  <a:pt x="2445" y="20880"/>
                  <a:pt x="2340" y="20775"/>
                  <a:pt x="2340" y="20646"/>
                </a:cubicBezTo>
                <a:lnTo>
                  <a:pt x="2340" y="17994"/>
                </a:lnTo>
                <a:cubicBezTo>
                  <a:pt x="2340" y="17865"/>
                  <a:pt x="2445" y="17760"/>
                  <a:pt x="2574" y="17760"/>
                </a:cubicBezTo>
                <a:close/>
                <a:moveTo>
                  <a:pt x="5538" y="14640"/>
                </a:moveTo>
                <a:lnTo>
                  <a:pt x="6942" y="14640"/>
                </a:lnTo>
                <a:cubicBezTo>
                  <a:pt x="7071" y="14640"/>
                  <a:pt x="7176" y="14745"/>
                  <a:pt x="7176" y="14874"/>
                </a:cubicBezTo>
                <a:lnTo>
                  <a:pt x="7176" y="20646"/>
                </a:lnTo>
                <a:cubicBezTo>
                  <a:pt x="7176" y="20775"/>
                  <a:pt x="7071" y="20880"/>
                  <a:pt x="6942" y="20880"/>
                </a:cubicBezTo>
                <a:lnTo>
                  <a:pt x="5538" y="20880"/>
                </a:lnTo>
                <a:cubicBezTo>
                  <a:pt x="5409" y="20880"/>
                  <a:pt x="5304" y="20775"/>
                  <a:pt x="5304" y="20646"/>
                </a:cubicBezTo>
                <a:lnTo>
                  <a:pt x="5304" y="14874"/>
                </a:lnTo>
                <a:cubicBezTo>
                  <a:pt x="5304" y="14745"/>
                  <a:pt x="5409" y="14640"/>
                  <a:pt x="5538" y="14640"/>
                </a:cubicBezTo>
                <a:close/>
                <a:moveTo>
                  <a:pt x="8502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20646"/>
                </a:lnTo>
                <a:cubicBezTo>
                  <a:pt x="10140" y="20775"/>
                  <a:pt x="10035" y="20880"/>
                  <a:pt x="9906" y="20880"/>
                </a:cubicBezTo>
                <a:lnTo>
                  <a:pt x="8502" y="20880"/>
                </a:lnTo>
                <a:cubicBezTo>
                  <a:pt x="8373" y="20880"/>
                  <a:pt x="8268" y="20775"/>
                  <a:pt x="8268" y="20646"/>
                </a:cubicBezTo>
                <a:lnTo>
                  <a:pt x="8268" y="11754"/>
                </a:lnTo>
                <a:cubicBezTo>
                  <a:pt x="8268" y="11625"/>
                  <a:pt x="8373" y="11520"/>
                  <a:pt x="8502" y="11520"/>
                </a:cubicBezTo>
                <a:close/>
                <a:moveTo>
                  <a:pt x="11466" y="13860"/>
                </a:moveTo>
                <a:lnTo>
                  <a:pt x="12870" y="13860"/>
                </a:lnTo>
                <a:cubicBezTo>
                  <a:pt x="12999" y="13860"/>
                  <a:pt x="13104" y="13965"/>
                  <a:pt x="13104" y="14094"/>
                </a:cubicBezTo>
                <a:lnTo>
                  <a:pt x="13104" y="20646"/>
                </a:lnTo>
                <a:cubicBezTo>
                  <a:pt x="13104" y="20775"/>
                  <a:pt x="12999" y="20880"/>
                  <a:pt x="12870" y="20880"/>
                </a:cubicBezTo>
                <a:lnTo>
                  <a:pt x="11466" y="20880"/>
                </a:lnTo>
                <a:cubicBezTo>
                  <a:pt x="11337" y="20880"/>
                  <a:pt x="11232" y="20775"/>
                  <a:pt x="11232" y="20646"/>
                </a:cubicBezTo>
                <a:lnTo>
                  <a:pt x="11232" y="14094"/>
                </a:lnTo>
                <a:cubicBezTo>
                  <a:pt x="11232" y="13965"/>
                  <a:pt x="11337" y="13860"/>
                  <a:pt x="11466" y="13860"/>
                </a:cubicBezTo>
                <a:close/>
                <a:moveTo>
                  <a:pt x="14430" y="9960"/>
                </a:moveTo>
                <a:lnTo>
                  <a:pt x="15834" y="9960"/>
                </a:lnTo>
                <a:cubicBezTo>
                  <a:pt x="15963" y="9960"/>
                  <a:pt x="16068" y="10065"/>
                  <a:pt x="16068" y="10194"/>
                </a:cubicBezTo>
                <a:lnTo>
                  <a:pt x="16068" y="20646"/>
                </a:lnTo>
                <a:cubicBezTo>
                  <a:pt x="16068" y="20775"/>
                  <a:pt x="15963" y="20880"/>
                  <a:pt x="15834" y="20880"/>
                </a:cubicBezTo>
                <a:lnTo>
                  <a:pt x="14430" y="20880"/>
                </a:lnTo>
                <a:cubicBezTo>
                  <a:pt x="14301" y="20880"/>
                  <a:pt x="14196" y="20775"/>
                  <a:pt x="14196" y="20646"/>
                </a:cubicBezTo>
                <a:lnTo>
                  <a:pt x="14196" y="10194"/>
                </a:lnTo>
                <a:cubicBezTo>
                  <a:pt x="14196" y="10065"/>
                  <a:pt x="14301" y="9960"/>
                  <a:pt x="14430" y="99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多列柱状·洞察</a:t>
            </a:r>
          </a:p>
        </p:txBody>
      </p:sp>
      <p:sp>
        <p:nvSpPr>
          <p:cNvPr id="76" name="DATA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0000"/>
                </a:moveTo>
                <a:lnTo>
                  <a:pt x="21800" y="20000"/>
                </a:lnTo>
                <a:cubicBezTo>
                  <a:pt x="21910" y="20000"/>
                  <a:pt x="22000" y="20090"/>
                  <a:pt x="22000" y="20200"/>
                </a:cubicBezTo>
                <a:lnTo>
                  <a:pt x="22000" y="20800"/>
                </a:lnTo>
                <a:cubicBezTo>
                  <a:pt x="22000" y="20910"/>
                  <a:pt x="21910" y="21000"/>
                  <a:pt x="21800" y="21000"/>
                </a:cubicBezTo>
                <a:lnTo>
                  <a:pt x="2200" y="21000"/>
                </a:lnTo>
                <a:cubicBezTo>
                  <a:pt x="2090" y="21000"/>
                  <a:pt x="2000" y="20910"/>
                  <a:pt x="2000" y="20800"/>
                </a:cubicBezTo>
                <a:lnTo>
                  <a:pt x="2000" y="20200"/>
                </a:lnTo>
                <a:cubicBezTo>
                  <a:pt x="2000" y="20090"/>
                  <a:pt x="2090" y="20000"/>
                  <a:pt x="2200" y="20000"/>
                </a:cubicBezTo>
                <a:close/>
                <a:moveTo>
                  <a:pt x="2200" y="3000"/>
                </a:moveTo>
                <a:lnTo>
                  <a:pt x="2800" y="3000"/>
                </a:lnTo>
                <a:cubicBezTo>
                  <a:pt x="2910" y="3000"/>
                  <a:pt x="3000" y="3090"/>
                  <a:pt x="3000" y="3200"/>
                </a:cubicBezTo>
                <a:lnTo>
                  <a:pt x="3000" y="20800"/>
                </a:lnTo>
                <a:cubicBezTo>
                  <a:pt x="3000" y="20910"/>
                  <a:pt x="2910" y="21000"/>
                  <a:pt x="2800" y="21000"/>
                </a:cubicBezTo>
                <a:lnTo>
                  <a:pt x="2200" y="21000"/>
                </a:lnTo>
                <a:cubicBezTo>
                  <a:pt x="2090" y="21000"/>
                  <a:pt x="2000" y="20910"/>
                  <a:pt x="2000" y="20800"/>
                </a:cubicBezTo>
                <a:lnTo>
                  <a:pt x="2000" y="3200"/>
                </a:lnTo>
                <a:cubicBezTo>
                  <a:pt x="2000" y="3090"/>
                  <a:pt x="2090" y="3000"/>
                  <a:pt x="2200" y="3000"/>
                </a:cubicBezTo>
                <a:close/>
                <a:moveTo>
                  <a:pt x="4666" y="17444"/>
                </a:moveTo>
                <a:lnTo>
                  <a:pt x="8666" y="11444"/>
                </a:lnTo>
                <a:lnTo>
                  <a:pt x="7334" y="10556"/>
                </a:lnTo>
                <a:lnTo>
                  <a:pt x="3334" y="16556"/>
                </a:lnTo>
                <a:close/>
                <a:moveTo>
                  <a:pt x="7520" y="11640"/>
                </a:moveTo>
                <a:lnTo>
                  <a:pt x="11520" y="14640"/>
                </a:lnTo>
                <a:lnTo>
                  <a:pt x="12480" y="13360"/>
                </a:lnTo>
                <a:lnTo>
                  <a:pt x="8480" y="10360"/>
                </a:lnTo>
                <a:close/>
                <a:moveTo>
                  <a:pt x="12695" y="14397"/>
                </a:moveTo>
                <a:lnTo>
                  <a:pt x="16695" y="7397"/>
                </a:lnTo>
                <a:lnTo>
                  <a:pt x="15305" y="6603"/>
                </a:lnTo>
                <a:lnTo>
                  <a:pt x="11305" y="13603"/>
                </a:lnTo>
                <a:close/>
                <a:moveTo>
                  <a:pt x="15642" y="7716"/>
                </a:moveTo>
                <a:lnTo>
                  <a:pt x="19642" y="9716"/>
                </a:lnTo>
                <a:lnTo>
                  <a:pt x="20358" y="8284"/>
                </a:lnTo>
                <a:lnTo>
                  <a:pt x="16358" y="6284"/>
                </a:lnTo>
                <a:close/>
                <a:moveTo>
                  <a:pt x="5000" y="17000"/>
                </a:moveTo>
                <a:cubicBezTo>
                  <a:pt x="5000" y="17552"/>
                  <a:pt x="4552" y="18000"/>
                  <a:pt x="4000" y="18000"/>
                </a:cubicBezTo>
                <a:cubicBezTo>
                  <a:pt x="3448" y="18000"/>
                  <a:pt x="3000" y="17552"/>
                  <a:pt x="3000" y="17000"/>
                </a:cubicBezTo>
                <a:cubicBezTo>
                  <a:pt x="3000" y="16448"/>
                  <a:pt x="3448" y="16000"/>
                  <a:pt x="4000" y="16000"/>
                </a:cubicBezTo>
                <a:cubicBezTo>
                  <a:pt x="4552" y="16000"/>
                  <a:pt x="5000" y="16448"/>
                  <a:pt x="5000" y="17000"/>
                </a:cubicBezTo>
                <a:close/>
                <a:moveTo>
                  <a:pt x="9000" y="11000"/>
                </a:moveTo>
                <a:cubicBezTo>
                  <a:pt x="9000" y="11552"/>
                  <a:pt x="8552" y="12000"/>
                  <a:pt x="8000" y="12000"/>
                </a:cubicBezTo>
                <a:cubicBezTo>
                  <a:pt x="7448" y="12000"/>
                  <a:pt x="7000" y="11552"/>
                  <a:pt x="7000" y="11000"/>
                </a:cubicBezTo>
                <a:cubicBezTo>
                  <a:pt x="7000" y="10448"/>
                  <a:pt x="7448" y="10000"/>
                  <a:pt x="8000" y="10000"/>
                </a:cubicBezTo>
                <a:cubicBezTo>
                  <a:pt x="8552" y="10000"/>
                  <a:pt x="9000" y="10448"/>
                  <a:pt x="9000" y="11000"/>
                </a:cubicBezTo>
                <a:close/>
                <a:moveTo>
                  <a:pt x="13000" y="14000"/>
                </a:moveTo>
                <a:cubicBezTo>
                  <a:pt x="13000" y="14552"/>
                  <a:pt x="12552" y="15000"/>
                  <a:pt x="12000" y="15000"/>
                </a:cubicBezTo>
                <a:cubicBezTo>
                  <a:pt x="11448" y="15000"/>
                  <a:pt x="11000" y="14552"/>
                  <a:pt x="11000" y="14000"/>
                </a:cubicBezTo>
                <a:cubicBezTo>
                  <a:pt x="11000" y="13448"/>
                  <a:pt x="11448" y="13000"/>
                  <a:pt x="12000" y="13000"/>
                </a:cubicBezTo>
                <a:cubicBezTo>
                  <a:pt x="12552" y="13000"/>
                  <a:pt x="13000" y="13448"/>
                  <a:pt x="13000" y="14000"/>
                </a:cubicBezTo>
                <a:close/>
                <a:moveTo>
                  <a:pt x="17000" y="7000"/>
                </a:moveTo>
                <a:cubicBezTo>
                  <a:pt x="17000" y="7552"/>
                  <a:pt x="16552" y="8000"/>
                  <a:pt x="16000" y="8000"/>
                </a:cubicBezTo>
                <a:cubicBezTo>
                  <a:pt x="15448" y="8000"/>
                  <a:pt x="15000" y="7552"/>
                  <a:pt x="15000" y="7000"/>
                </a:cubicBezTo>
                <a:cubicBezTo>
                  <a:pt x="15000" y="6448"/>
                  <a:pt x="15448" y="6000"/>
                  <a:pt x="16000" y="6000"/>
                </a:cubicBezTo>
                <a:cubicBezTo>
                  <a:pt x="16552" y="6000"/>
                  <a:pt x="17000" y="6448"/>
                  <a:pt x="17000" y="7000"/>
                </a:cubicBezTo>
                <a:close/>
                <a:moveTo>
                  <a:pt x="21000" y="9000"/>
                </a:moveTo>
                <a:cubicBezTo>
                  <a:pt x="21000" y="9552"/>
                  <a:pt x="20552" y="10000"/>
                  <a:pt x="20000" y="10000"/>
                </a:cubicBezTo>
                <a:cubicBezTo>
                  <a:pt x="19448" y="10000"/>
                  <a:pt x="19000" y="9552"/>
                  <a:pt x="19000" y="9000"/>
                </a:cubicBezTo>
                <a:cubicBezTo>
                  <a:pt x="19000" y="8448"/>
                  <a:pt x="19448" y="8000"/>
                  <a:pt x="20000" y="8000"/>
                </a:cubicBezTo>
                <a:cubicBezTo>
                  <a:pt x="20552" y="8000"/>
                  <a:pt x="21000" y="8448"/>
                  <a:pt x="21000" y="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折线图</a:t>
            </a:r>
          </a:p>
        </p:txBody>
      </p:sp>
      <p:sp>
        <p:nvSpPr>
          <p:cNvPr id="79" name="DATA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0880"/>
                </a:moveTo>
                <a:lnTo>
                  <a:pt x="17004" y="20880"/>
                </a:lnTo>
                <a:cubicBezTo>
                  <a:pt x="17090" y="20880"/>
                  <a:pt x="17160" y="20950"/>
                  <a:pt x="17160" y="21036"/>
                </a:cubicBezTo>
                <a:lnTo>
                  <a:pt x="17160" y="21504"/>
                </a:lnTo>
                <a:cubicBezTo>
                  <a:pt x="17160" y="21590"/>
                  <a:pt x="17090" y="21660"/>
                  <a:pt x="1700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21036"/>
                </a:lnTo>
                <a:cubicBezTo>
                  <a:pt x="1560" y="20950"/>
                  <a:pt x="1630" y="20880"/>
                  <a:pt x="1716" y="2088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1504"/>
                </a:lnTo>
                <a:cubicBezTo>
                  <a:pt x="2340" y="21590"/>
                  <a:pt x="2270" y="21660"/>
                  <a:pt x="218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3639" y="18886"/>
                </a:moveTo>
                <a:lnTo>
                  <a:pt x="6759" y="14206"/>
                </a:lnTo>
                <a:lnTo>
                  <a:pt x="5721" y="13514"/>
                </a:lnTo>
                <a:lnTo>
                  <a:pt x="2601" y="18194"/>
                </a:lnTo>
                <a:close/>
                <a:moveTo>
                  <a:pt x="5866" y="14359"/>
                </a:moveTo>
                <a:lnTo>
                  <a:pt x="8986" y="16699"/>
                </a:lnTo>
                <a:lnTo>
                  <a:pt x="9734" y="15701"/>
                </a:lnTo>
                <a:lnTo>
                  <a:pt x="6614" y="13361"/>
                </a:lnTo>
                <a:close/>
                <a:moveTo>
                  <a:pt x="9902" y="16510"/>
                </a:moveTo>
                <a:lnTo>
                  <a:pt x="13022" y="11050"/>
                </a:lnTo>
                <a:lnTo>
                  <a:pt x="11938" y="10430"/>
                </a:lnTo>
                <a:lnTo>
                  <a:pt x="8818" y="15890"/>
                </a:lnTo>
                <a:close/>
                <a:moveTo>
                  <a:pt x="12201" y="11298"/>
                </a:moveTo>
                <a:lnTo>
                  <a:pt x="15321" y="12858"/>
                </a:lnTo>
                <a:lnTo>
                  <a:pt x="15879" y="11742"/>
                </a:lnTo>
                <a:lnTo>
                  <a:pt x="12759" y="10182"/>
                </a:lnTo>
                <a:close/>
                <a:moveTo>
                  <a:pt x="3900" y="18540"/>
                </a:moveTo>
                <a:cubicBezTo>
                  <a:pt x="3900" y="18971"/>
                  <a:pt x="3551" y="19320"/>
                  <a:pt x="3120" y="19320"/>
                </a:cubicBezTo>
                <a:cubicBezTo>
                  <a:pt x="2689" y="19320"/>
                  <a:pt x="2340" y="18971"/>
                  <a:pt x="2340" y="18540"/>
                </a:cubicBezTo>
                <a:cubicBezTo>
                  <a:pt x="2340" y="18109"/>
                  <a:pt x="2689" y="17760"/>
                  <a:pt x="3120" y="17760"/>
                </a:cubicBezTo>
                <a:cubicBezTo>
                  <a:pt x="3551" y="17760"/>
                  <a:pt x="3900" y="18109"/>
                  <a:pt x="3900" y="18540"/>
                </a:cubicBezTo>
                <a:close/>
                <a:moveTo>
                  <a:pt x="7020" y="13860"/>
                </a:moveTo>
                <a:cubicBezTo>
                  <a:pt x="7020" y="14291"/>
                  <a:pt x="6671" y="14640"/>
                  <a:pt x="6240" y="14640"/>
                </a:cubicBezTo>
                <a:cubicBezTo>
                  <a:pt x="5809" y="14640"/>
                  <a:pt x="5460" y="14291"/>
                  <a:pt x="5460" y="13860"/>
                </a:cubicBezTo>
                <a:cubicBezTo>
                  <a:pt x="5460" y="13429"/>
                  <a:pt x="5809" y="13080"/>
                  <a:pt x="6240" y="13080"/>
                </a:cubicBezTo>
                <a:cubicBezTo>
                  <a:pt x="6671" y="13080"/>
                  <a:pt x="7020" y="13429"/>
                  <a:pt x="7020" y="13860"/>
                </a:cubicBezTo>
                <a:close/>
                <a:moveTo>
                  <a:pt x="10140" y="16200"/>
                </a:moveTo>
                <a:cubicBezTo>
                  <a:pt x="10140" y="16631"/>
                  <a:pt x="9791" y="16980"/>
                  <a:pt x="9360" y="16980"/>
                </a:cubicBezTo>
                <a:cubicBezTo>
                  <a:pt x="8929" y="16980"/>
                  <a:pt x="8580" y="16631"/>
                  <a:pt x="8580" y="16200"/>
                </a:cubicBezTo>
                <a:cubicBezTo>
                  <a:pt x="8580" y="15769"/>
                  <a:pt x="8929" y="15420"/>
                  <a:pt x="9360" y="15420"/>
                </a:cubicBezTo>
                <a:cubicBezTo>
                  <a:pt x="9791" y="15420"/>
                  <a:pt x="10140" y="15769"/>
                  <a:pt x="10140" y="16200"/>
                </a:cubicBezTo>
                <a:close/>
                <a:moveTo>
                  <a:pt x="13260" y="10740"/>
                </a:moveTo>
                <a:cubicBezTo>
                  <a:pt x="13260" y="11171"/>
                  <a:pt x="12911" y="11520"/>
                  <a:pt x="12480" y="11520"/>
                </a:cubicBezTo>
                <a:cubicBezTo>
                  <a:pt x="12049" y="11520"/>
                  <a:pt x="11700" y="11171"/>
                  <a:pt x="11700" y="10740"/>
                </a:cubicBezTo>
                <a:cubicBezTo>
                  <a:pt x="11700" y="10309"/>
                  <a:pt x="12049" y="9960"/>
                  <a:pt x="12480" y="9960"/>
                </a:cubicBezTo>
                <a:cubicBezTo>
                  <a:pt x="12911" y="9960"/>
                  <a:pt x="13260" y="10309"/>
                  <a:pt x="13260" y="10740"/>
                </a:cubicBezTo>
                <a:close/>
                <a:moveTo>
                  <a:pt x="16380" y="12300"/>
                </a:moveTo>
                <a:cubicBezTo>
                  <a:pt x="16380" y="12731"/>
                  <a:pt x="16031" y="13080"/>
                  <a:pt x="15600" y="13080"/>
                </a:cubicBezTo>
                <a:cubicBezTo>
                  <a:pt x="15169" y="13080"/>
                  <a:pt x="14820" y="12731"/>
                  <a:pt x="14820" y="12300"/>
                </a:cubicBezTo>
                <a:cubicBezTo>
                  <a:pt x="14820" y="11869"/>
                  <a:pt x="15169" y="11520"/>
                  <a:pt x="15600" y="11520"/>
                </a:cubicBezTo>
                <a:cubicBezTo>
                  <a:pt x="16031" y="11520"/>
                  <a:pt x="16380" y="11869"/>
                  <a:pt x="16380" y="123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折线图·已验证</a:t>
            </a:r>
          </a:p>
        </p:txBody>
      </p:sp>
      <p:sp>
        <p:nvSpPr>
          <p:cNvPr id="82" name="DATA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0880"/>
                </a:moveTo>
                <a:lnTo>
                  <a:pt x="17004" y="20880"/>
                </a:lnTo>
                <a:cubicBezTo>
                  <a:pt x="17090" y="20880"/>
                  <a:pt x="17160" y="20950"/>
                  <a:pt x="17160" y="21036"/>
                </a:cubicBezTo>
                <a:lnTo>
                  <a:pt x="17160" y="21504"/>
                </a:lnTo>
                <a:cubicBezTo>
                  <a:pt x="17160" y="21590"/>
                  <a:pt x="17090" y="21660"/>
                  <a:pt x="1700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21036"/>
                </a:lnTo>
                <a:cubicBezTo>
                  <a:pt x="1560" y="20950"/>
                  <a:pt x="1630" y="20880"/>
                  <a:pt x="1716" y="2088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1504"/>
                </a:lnTo>
                <a:cubicBezTo>
                  <a:pt x="2340" y="21590"/>
                  <a:pt x="2270" y="21660"/>
                  <a:pt x="218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3639" y="18886"/>
                </a:moveTo>
                <a:lnTo>
                  <a:pt x="6759" y="14206"/>
                </a:lnTo>
                <a:lnTo>
                  <a:pt x="5721" y="13514"/>
                </a:lnTo>
                <a:lnTo>
                  <a:pt x="2601" y="18194"/>
                </a:lnTo>
                <a:close/>
                <a:moveTo>
                  <a:pt x="5866" y="14359"/>
                </a:moveTo>
                <a:lnTo>
                  <a:pt x="8986" y="16699"/>
                </a:lnTo>
                <a:lnTo>
                  <a:pt x="9734" y="15701"/>
                </a:lnTo>
                <a:lnTo>
                  <a:pt x="6614" y="13361"/>
                </a:lnTo>
                <a:close/>
                <a:moveTo>
                  <a:pt x="9902" y="16510"/>
                </a:moveTo>
                <a:lnTo>
                  <a:pt x="13022" y="11050"/>
                </a:lnTo>
                <a:lnTo>
                  <a:pt x="11938" y="10430"/>
                </a:lnTo>
                <a:lnTo>
                  <a:pt x="8818" y="15890"/>
                </a:lnTo>
                <a:close/>
                <a:moveTo>
                  <a:pt x="12201" y="11298"/>
                </a:moveTo>
                <a:lnTo>
                  <a:pt x="15321" y="12858"/>
                </a:lnTo>
                <a:lnTo>
                  <a:pt x="15879" y="11742"/>
                </a:lnTo>
                <a:lnTo>
                  <a:pt x="12759" y="10182"/>
                </a:lnTo>
                <a:close/>
                <a:moveTo>
                  <a:pt x="3900" y="18540"/>
                </a:moveTo>
                <a:cubicBezTo>
                  <a:pt x="3900" y="18971"/>
                  <a:pt x="3551" y="19320"/>
                  <a:pt x="3120" y="19320"/>
                </a:cubicBezTo>
                <a:cubicBezTo>
                  <a:pt x="2689" y="19320"/>
                  <a:pt x="2340" y="18971"/>
                  <a:pt x="2340" y="18540"/>
                </a:cubicBezTo>
                <a:cubicBezTo>
                  <a:pt x="2340" y="18109"/>
                  <a:pt x="2689" y="17760"/>
                  <a:pt x="3120" y="17760"/>
                </a:cubicBezTo>
                <a:cubicBezTo>
                  <a:pt x="3551" y="17760"/>
                  <a:pt x="3900" y="18109"/>
                  <a:pt x="3900" y="18540"/>
                </a:cubicBezTo>
                <a:close/>
                <a:moveTo>
                  <a:pt x="7020" y="13860"/>
                </a:moveTo>
                <a:cubicBezTo>
                  <a:pt x="7020" y="14291"/>
                  <a:pt x="6671" y="14640"/>
                  <a:pt x="6240" y="14640"/>
                </a:cubicBezTo>
                <a:cubicBezTo>
                  <a:pt x="5809" y="14640"/>
                  <a:pt x="5460" y="14291"/>
                  <a:pt x="5460" y="13860"/>
                </a:cubicBezTo>
                <a:cubicBezTo>
                  <a:pt x="5460" y="13429"/>
                  <a:pt x="5809" y="13080"/>
                  <a:pt x="6240" y="13080"/>
                </a:cubicBezTo>
                <a:cubicBezTo>
                  <a:pt x="6671" y="13080"/>
                  <a:pt x="7020" y="13429"/>
                  <a:pt x="7020" y="13860"/>
                </a:cubicBezTo>
                <a:close/>
                <a:moveTo>
                  <a:pt x="10140" y="16200"/>
                </a:moveTo>
                <a:cubicBezTo>
                  <a:pt x="10140" y="16631"/>
                  <a:pt x="9791" y="16980"/>
                  <a:pt x="9360" y="16980"/>
                </a:cubicBezTo>
                <a:cubicBezTo>
                  <a:pt x="8929" y="16980"/>
                  <a:pt x="8580" y="16631"/>
                  <a:pt x="8580" y="16200"/>
                </a:cubicBezTo>
                <a:cubicBezTo>
                  <a:pt x="8580" y="15769"/>
                  <a:pt x="8929" y="15420"/>
                  <a:pt x="9360" y="15420"/>
                </a:cubicBezTo>
                <a:cubicBezTo>
                  <a:pt x="9791" y="15420"/>
                  <a:pt x="10140" y="15769"/>
                  <a:pt x="10140" y="16200"/>
                </a:cubicBezTo>
                <a:close/>
                <a:moveTo>
                  <a:pt x="13260" y="10740"/>
                </a:moveTo>
                <a:cubicBezTo>
                  <a:pt x="13260" y="11171"/>
                  <a:pt x="12911" y="11520"/>
                  <a:pt x="12480" y="11520"/>
                </a:cubicBezTo>
                <a:cubicBezTo>
                  <a:pt x="12049" y="11520"/>
                  <a:pt x="11700" y="11171"/>
                  <a:pt x="11700" y="10740"/>
                </a:cubicBezTo>
                <a:cubicBezTo>
                  <a:pt x="11700" y="10309"/>
                  <a:pt x="12049" y="9960"/>
                  <a:pt x="12480" y="9960"/>
                </a:cubicBezTo>
                <a:cubicBezTo>
                  <a:pt x="12911" y="9960"/>
                  <a:pt x="13260" y="10309"/>
                  <a:pt x="13260" y="10740"/>
                </a:cubicBezTo>
                <a:close/>
                <a:moveTo>
                  <a:pt x="16380" y="12300"/>
                </a:moveTo>
                <a:cubicBezTo>
                  <a:pt x="16380" y="12731"/>
                  <a:pt x="16031" y="13080"/>
                  <a:pt x="15600" y="13080"/>
                </a:cubicBezTo>
                <a:cubicBezTo>
                  <a:pt x="15169" y="13080"/>
                  <a:pt x="14820" y="12731"/>
                  <a:pt x="14820" y="12300"/>
                </a:cubicBezTo>
                <a:cubicBezTo>
                  <a:pt x="14820" y="11869"/>
                  <a:pt x="15169" y="11520"/>
                  <a:pt x="15600" y="11520"/>
                </a:cubicBezTo>
                <a:cubicBezTo>
                  <a:pt x="16031" y="11520"/>
                  <a:pt x="16380" y="11869"/>
                  <a:pt x="16380" y="1230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折线图·预警</a:t>
            </a:r>
          </a:p>
        </p:txBody>
      </p:sp>
      <p:sp>
        <p:nvSpPr>
          <p:cNvPr id="85" name="DATA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0880"/>
                </a:moveTo>
                <a:lnTo>
                  <a:pt x="17004" y="20880"/>
                </a:lnTo>
                <a:cubicBezTo>
                  <a:pt x="17090" y="20880"/>
                  <a:pt x="17160" y="20950"/>
                  <a:pt x="17160" y="21036"/>
                </a:cubicBezTo>
                <a:lnTo>
                  <a:pt x="17160" y="21504"/>
                </a:lnTo>
                <a:cubicBezTo>
                  <a:pt x="17160" y="21590"/>
                  <a:pt x="17090" y="21660"/>
                  <a:pt x="1700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21036"/>
                </a:lnTo>
                <a:cubicBezTo>
                  <a:pt x="1560" y="20950"/>
                  <a:pt x="1630" y="20880"/>
                  <a:pt x="1716" y="2088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1504"/>
                </a:lnTo>
                <a:cubicBezTo>
                  <a:pt x="2340" y="21590"/>
                  <a:pt x="2270" y="21660"/>
                  <a:pt x="218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3639" y="18886"/>
                </a:moveTo>
                <a:lnTo>
                  <a:pt x="6759" y="14206"/>
                </a:lnTo>
                <a:lnTo>
                  <a:pt x="5721" y="13514"/>
                </a:lnTo>
                <a:lnTo>
                  <a:pt x="2601" y="18194"/>
                </a:lnTo>
                <a:close/>
                <a:moveTo>
                  <a:pt x="5866" y="14359"/>
                </a:moveTo>
                <a:lnTo>
                  <a:pt x="8986" y="16699"/>
                </a:lnTo>
                <a:lnTo>
                  <a:pt x="9734" y="15701"/>
                </a:lnTo>
                <a:lnTo>
                  <a:pt x="6614" y="13361"/>
                </a:lnTo>
                <a:close/>
                <a:moveTo>
                  <a:pt x="9902" y="16510"/>
                </a:moveTo>
                <a:lnTo>
                  <a:pt x="13022" y="11050"/>
                </a:lnTo>
                <a:lnTo>
                  <a:pt x="11938" y="10430"/>
                </a:lnTo>
                <a:lnTo>
                  <a:pt x="8818" y="15890"/>
                </a:lnTo>
                <a:close/>
                <a:moveTo>
                  <a:pt x="12201" y="11298"/>
                </a:moveTo>
                <a:lnTo>
                  <a:pt x="15321" y="12858"/>
                </a:lnTo>
                <a:lnTo>
                  <a:pt x="15879" y="11742"/>
                </a:lnTo>
                <a:lnTo>
                  <a:pt x="12759" y="10182"/>
                </a:lnTo>
                <a:close/>
                <a:moveTo>
                  <a:pt x="3900" y="18540"/>
                </a:moveTo>
                <a:cubicBezTo>
                  <a:pt x="3900" y="18971"/>
                  <a:pt x="3551" y="19320"/>
                  <a:pt x="3120" y="19320"/>
                </a:cubicBezTo>
                <a:cubicBezTo>
                  <a:pt x="2689" y="19320"/>
                  <a:pt x="2340" y="18971"/>
                  <a:pt x="2340" y="18540"/>
                </a:cubicBezTo>
                <a:cubicBezTo>
                  <a:pt x="2340" y="18109"/>
                  <a:pt x="2689" y="17760"/>
                  <a:pt x="3120" y="17760"/>
                </a:cubicBezTo>
                <a:cubicBezTo>
                  <a:pt x="3551" y="17760"/>
                  <a:pt x="3900" y="18109"/>
                  <a:pt x="3900" y="18540"/>
                </a:cubicBezTo>
                <a:close/>
                <a:moveTo>
                  <a:pt x="7020" y="13860"/>
                </a:moveTo>
                <a:cubicBezTo>
                  <a:pt x="7020" y="14291"/>
                  <a:pt x="6671" y="14640"/>
                  <a:pt x="6240" y="14640"/>
                </a:cubicBezTo>
                <a:cubicBezTo>
                  <a:pt x="5809" y="14640"/>
                  <a:pt x="5460" y="14291"/>
                  <a:pt x="5460" y="13860"/>
                </a:cubicBezTo>
                <a:cubicBezTo>
                  <a:pt x="5460" y="13429"/>
                  <a:pt x="5809" y="13080"/>
                  <a:pt x="6240" y="13080"/>
                </a:cubicBezTo>
                <a:cubicBezTo>
                  <a:pt x="6671" y="13080"/>
                  <a:pt x="7020" y="13429"/>
                  <a:pt x="7020" y="13860"/>
                </a:cubicBezTo>
                <a:close/>
                <a:moveTo>
                  <a:pt x="10140" y="16200"/>
                </a:moveTo>
                <a:cubicBezTo>
                  <a:pt x="10140" y="16631"/>
                  <a:pt x="9791" y="16980"/>
                  <a:pt x="9360" y="16980"/>
                </a:cubicBezTo>
                <a:cubicBezTo>
                  <a:pt x="8929" y="16980"/>
                  <a:pt x="8580" y="16631"/>
                  <a:pt x="8580" y="16200"/>
                </a:cubicBezTo>
                <a:cubicBezTo>
                  <a:pt x="8580" y="15769"/>
                  <a:pt x="8929" y="15420"/>
                  <a:pt x="9360" y="15420"/>
                </a:cubicBezTo>
                <a:cubicBezTo>
                  <a:pt x="9791" y="15420"/>
                  <a:pt x="10140" y="15769"/>
                  <a:pt x="10140" y="16200"/>
                </a:cubicBezTo>
                <a:close/>
                <a:moveTo>
                  <a:pt x="13260" y="10740"/>
                </a:moveTo>
                <a:cubicBezTo>
                  <a:pt x="13260" y="11171"/>
                  <a:pt x="12911" y="11520"/>
                  <a:pt x="12480" y="11520"/>
                </a:cubicBezTo>
                <a:cubicBezTo>
                  <a:pt x="12049" y="11520"/>
                  <a:pt x="11700" y="11171"/>
                  <a:pt x="11700" y="10740"/>
                </a:cubicBezTo>
                <a:cubicBezTo>
                  <a:pt x="11700" y="10309"/>
                  <a:pt x="12049" y="9960"/>
                  <a:pt x="12480" y="9960"/>
                </a:cubicBezTo>
                <a:cubicBezTo>
                  <a:pt x="12911" y="9960"/>
                  <a:pt x="13260" y="10309"/>
                  <a:pt x="13260" y="10740"/>
                </a:cubicBezTo>
                <a:close/>
                <a:moveTo>
                  <a:pt x="16380" y="12300"/>
                </a:moveTo>
                <a:cubicBezTo>
                  <a:pt x="16380" y="12731"/>
                  <a:pt x="16031" y="13080"/>
                  <a:pt x="15600" y="13080"/>
                </a:cubicBezTo>
                <a:cubicBezTo>
                  <a:pt x="15169" y="13080"/>
                  <a:pt x="14820" y="12731"/>
                  <a:pt x="14820" y="12300"/>
                </a:cubicBezTo>
                <a:cubicBezTo>
                  <a:pt x="14820" y="11869"/>
                  <a:pt x="15169" y="11520"/>
                  <a:pt x="15600" y="11520"/>
                </a:cubicBezTo>
                <a:cubicBezTo>
                  <a:pt x="16031" y="11520"/>
                  <a:pt x="16380" y="11869"/>
                  <a:pt x="16380" y="1230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折线图·上升</a:t>
            </a:r>
          </a:p>
        </p:txBody>
      </p:sp>
      <p:sp>
        <p:nvSpPr>
          <p:cNvPr id="88" name="DATA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0880"/>
                </a:moveTo>
                <a:lnTo>
                  <a:pt x="17004" y="20880"/>
                </a:lnTo>
                <a:cubicBezTo>
                  <a:pt x="17090" y="20880"/>
                  <a:pt x="17160" y="20950"/>
                  <a:pt x="17160" y="21036"/>
                </a:cubicBezTo>
                <a:lnTo>
                  <a:pt x="17160" y="21504"/>
                </a:lnTo>
                <a:cubicBezTo>
                  <a:pt x="17160" y="21590"/>
                  <a:pt x="17090" y="21660"/>
                  <a:pt x="1700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21036"/>
                </a:lnTo>
                <a:cubicBezTo>
                  <a:pt x="1560" y="20950"/>
                  <a:pt x="1630" y="20880"/>
                  <a:pt x="1716" y="2088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1504"/>
                </a:lnTo>
                <a:cubicBezTo>
                  <a:pt x="2340" y="21590"/>
                  <a:pt x="2270" y="21660"/>
                  <a:pt x="218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3639" y="18886"/>
                </a:moveTo>
                <a:lnTo>
                  <a:pt x="6759" y="14206"/>
                </a:lnTo>
                <a:lnTo>
                  <a:pt x="5721" y="13514"/>
                </a:lnTo>
                <a:lnTo>
                  <a:pt x="2601" y="18194"/>
                </a:lnTo>
                <a:close/>
                <a:moveTo>
                  <a:pt x="5866" y="14359"/>
                </a:moveTo>
                <a:lnTo>
                  <a:pt x="8986" y="16699"/>
                </a:lnTo>
                <a:lnTo>
                  <a:pt x="9734" y="15701"/>
                </a:lnTo>
                <a:lnTo>
                  <a:pt x="6614" y="13361"/>
                </a:lnTo>
                <a:close/>
                <a:moveTo>
                  <a:pt x="9902" y="16510"/>
                </a:moveTo>
                <a:lnTo>
                  <a:pt x="13022" y="11050"/>
                </a:lnTo>
                <a:lnTo>
                  <a:pt x="11938" y="10430"/>
                </a:lnTo>
                <a:lnTo>
                  <a:pt x="8818" y="15890"/>
                </a:lnTo>
                <a:close/>
                <a:moveTo>
                  <a:pt x="12201" y="11298"/>
                </a:moveTo>
                <a:lnTo>
                  <a:pt x="15321" y="12858"/>
                </a:lnTo>
                <a:lnTo>
                  <a:pt x="15879" y="11742"/>
                </a:lnTo>
                <a:lnTo>
                  <a:pt x="12759" y="10182"/>
                </a:lnTo>
                <a:close/>
                <a:moveTo>
                  <a:pt x="3900" y="18540"/>
                </a:moveTo>
                <a:cubicBezTo>
                  <a:pt x="3900" y="18971"/>
                  <a:pt x="3551" y="19320"/>
                  <a:pt x="3120" y="19320"/>
                </a:cubicBezTo>
                <a:cubicBezTo>
                  <a:pt x="2689" y="19320"/>
                  <a:pt x="2340" y="18971"/>
                  <a:pt x="2340" y="18540"/>
                </a:cubicBezTo>
                <a:cubicBezTo>
                  <a:pt x="2340" y="18109"/>
                  <a:pt x="2689" y="17760"/>
                  <a:pt x="3120" y="17760"/>
                </a:cubicBezTo>
                <a:cubicBezTo>
                  <a:pt x="3551" y="17760"/>
                  <a:pt x="3900" y="18109"/>
                  <a:pt x="3900" y="18540"/>
                </a:cubicBezTo>
                <a:close/>
                <a:moveTo>
                  <a:pt x="7020" y="13860"/>
                </a:moveTo>
                <a:cubicBezTo>
                  <a:pt x="7020" y="14291"/>
                  <a:pt x="6671" y="14640"/>
                  <a:pt x="6240" y="14640"/>
                </a:cubicBezTo>
                <a:cubicBezTo>
                  <a:pt x="5809" y="14640"/>
                  <a:pt x="5460" y="14291"/>
                  <a:pt x="5460" y="13860"/>
                </a:cubicBezTo>
                <a:cubicBezTo>
                  <a:pt x="5460" y="13429"/>
                  <a:pt x="5809" y="13080"/>
                  <a:pt x="6240" y="13080"/>
                </a:cubicBezTo>
                <a:cubicBezTo>
                  <a:pt x="6671" y="13080"/>
                  <a:pt x="7020" y="13429"/>
                  <a:pt x="7020" y="13860"/>
                </a:cubicBezTo>
                <a:close/>
                <a:moveTo>
                  <a:pt x="10140" y="16200"/>
                </a:moveTo>
                <a:cubicBezTo>
                  <a:pt x="10140" y="16631"/>
                  <a:pt x="9791" y="16980"/>
                  <a:pt x="9360" y="16980"/>
                </a:cubicBezTo>
                <a:cubicBezTo>
                  <a:pt x="8929" y="16980"/>
                  <a:pt x="8580" y="16631"/>
                  <a:pt x="8580" y="16200"/>
                </a:cubicBezTo>
                <a:cubicBezTo>
                  <a:pt x="8580" y="15769"/>
                  <a:pt x="8929" y="15420"/>
                  <a:pt x="9360" y="15420"/>
                </a:cubicBezTo>
                <a:cubicBezTo>
                  <a:pt x="9791" y="15420"/>
                  <a:pt x="10140" y="15769"/>
                  <a:pt x="10140" y="16200"/>
                </a:cubicBezTo>
                <a:close/>
                <a:moveTo>
                  <a:pt x="13260" y="10740"/>
                </a:moveTo>
                <a:cubicBezTo>
                  <a:pt x="13260" y="11171"/>
                  <a:pt x="12911" y="11520"/>
                  <a:pt x="12480" y="11520"/>
                </a:cubicBezTo>
                <a:cubicBezTo>
                  <a:pt x="12049" y="11520"/>
                  <a:pt x="11700" y="11171"/>
                  <a:pt x="11700" y="10740"/>
                </a:cubicBezTo>
                <a:cubicBezTo>
                  <a:pt x="11700" y="10309"/>
                  <a:pt x="12049" y="9960"/>
                  <a:pt x="12480" y="9960"/>
                </a:cubicBezTo>
                <a:cubicBezTo>
                  <a:pt x="12911" y="9960"/>
                  <a:pt x="13260" y="10309"/>
                  <a:pt x="13260" y="10740"/>
                </a:cubicBezTo>
                <a:close/>
                <a:moveTo>
                  <a:pt x="16380" y="12300"/>
                </a:moveTo>
                <a:cubicBezTo>
                  <a:pt x="16380" y="12731"/>
                  <a:pt x="16031" y="13080"/>
                  <a:pt x="15600" y="13080"/>
                </a:cubicBezTo>
                <a:cubicBezTo>
                  <a:pt x="15169" y="13080"/>
                  <a:pt x="14820" y="12731"/>
                  <a:pt x="14820" y="12300"/>
                </a:cubicBezTo>
                <a:cubicBezTo>
                  <a:pt x="14820" y="11869"/>
                  <a:pt x="15169" y="11520"/>
                  <a:pt x="15600" y="11520"/>
                </a:cubicBezTo>
                <a:cubicBezTo>
                  <a:pt x="16031" y="11520"/>
                  <a:pt x="16380" y="11869"/>
                  <a:pt x="16380" y="1230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折线图·下降</a:t>
            </a:r>
          </a:p>
        </p:txBody>
      </p:sp>
      <p:sp>
        <p:nvSpPr>
          <p:cNvPr id="91" name="DATA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0880"/>
                </a:moveTo>
                <a:lnTo>
                  <a:pt x="17004" y="20880"/>
                </a:lnTo>
                <a:cubicBezTo>
                  <a:pt x="17090" y="20880"/>
                  <a:pt x="17160" y="20950"/>
                  <a:pt x="17160" y="21036"/>
                </a:cubicBezTo>
                <a:lnTo>
                  <a:pt x="17160" y="21504"/>
                </a:lnTo>
                <a:cubicBezTo>
                  <a:pt x="17160" y="21590"/>
                  <a:pt x="17090" y="21660"/>
                  <a:pt x="1700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21036"/>
                </a:lnTo>
                <a:cubicBezTo>
                  <a:pt x="1560" y="20950"/>
                  <a:pt x="1630" y="20880"/>
                  <a:pt x="1716" y="2088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1504"/>
                </a:lnTo>
                <a:cubicBezTo>
                  <a:pt x="2340" y="21590"/>
                  <a:pt x="2270" y="21660"/>
                  <a:pt x="218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3639" y="18886"/>
                </a:moveTo>
                <a:lnTo>
                  <a:pt x="6759" y="14206"/>
                </a:lnTo>
                <a:lnTo>
                  <a:pt x="5721" y="13514"/>
                </a:lnTo>
                <a:lnTo>
                  <a:pt x="2601" y="18194"/>
                </a:lnTo>
                <a:close/>
                <a:moveTo>
                  <a:pt x="5866" y="14359"/>
                </a:moveTo>
                <a:lnTo>
                  <a:pt x="8986" y="16699"/>
                </a:lnTo>
                <a:lnTo>
                  <a:pt x="9734" y="15701"/>
                </a:lnTo>
                <a:lnTo>
                  <a:pt x="6614" y="13361"/>
                </a:lnTo>
                <a:close/>
                <a:moveTo>
                  <a:pt x="9902" y="16510"/>
                </a:moveTo>
                <a:lnTo>
                  <a:pt x="13022" y="11050"/>
                </a:lnTo>
                <a:lnTo>
                  <a:pt x="11938" y="10430"/>
                </a:lnTo>
                <a:lnTo>
                  <a:pt x="8818" y="15890"/>
                </a:lnTo>
                <a:close/>
                <a:moveTo>
                  <a:pt x="12201" y="11298"/>
                </a:moveTo>
                <a:lnTo>
                  <a:pt x="15321" y="12858"/>
                </a:lnTo>
                <a:lnTo>
                  <a:pt x="15879" y="11742"/>
                </a:lnTo>
                <a:lnTo>
                  <a:pt x="12759" y="10182"/>
                </a:lnTo>
                <a:close/>
                <a:moveTo>
                  <a:pt x="3900" y="18540"/>
                </a:moveTo>
                <a:cubicBezTo>
                  <a:pt x="3900" y="18971"/>
                  <a:pt x="3551" y="19320"/>
                  <a:pt x="3120" y="19320"/>
                </a:cubicBezTo>
                <a:cubicBezTo>
                  <a:pt x="2689" y="19320"/>
                  <a:pt x="2340" y="18971"/>
                  <a:pt x="2340" y="18540"/>
                </a:cubicBezTo>
                <a:cubicBezTo>
                  <a:pt x="2340" y="18109"/>
                  <a:pt x="2689" y="17760"/>
                  <a:pt x="3120" y="17760"/>
                </a:cubicBezTo>
                <a:cubicBezTo>
                  <a:pt x="3551" y="17760"/>
                  <a:pt x="3900" y="18109"/>
                  <a:pt x="3900" y="18540"/>
                </a:cubicBezTo>
                <a:close/>
                <a:moveTo>
                  <a:pt x="7020" y="13860"/>
                </a:moveTo>
                <a:cubicBezTo>
                  <a:pt x="7020" y="14291"/>
                  <a:pt x="6671" y="14640"/>
                  <a:pt x="6240" y="14640"/>
                </a:cubicBezTo>
                <a:cubicBezTo>
                  <a:pt x="5809" y="14640"/>
                  <a:pt x="5460" y="14291"/>
                  <a:pt x="5460" y="13860"/>
                </a:cubicBezTo>
                <a:cubicBezTo>
                  <a:pt x="5460" y="13429"/>
                  <a:pt x="5809" y="13080"/>
                  <a:pt x="6240" y="13080"/>
                </a:cubicBezTo>
                <a:cubicBezTo>
                  <a:pt x="6671" y="13080"/>
                  <a:pt x="7020" y="13429"/>
                  <a:pt x="7020" y="13860"/>
                </a:cubicBezTo>
                <a:close/>
                <a:moveTo>
                  <a:pt x="10140" y="16200"/>
                </a:moveTo>
                <a:cubicBezTo>
                  <a:pt x="10140" y="16631"/>
                  <a:pt x="9791" y="16980"/>
                  <a:pt x="9360" y="16980"/>
                </a:cubicBezTo>
                <a:cubicBezTo>
                  <a:pt x="8929" y="16980"/>
                  <a:pt x="8580" y="16631"/>
                  <a:pt x="8580" y="16200"/>
                </a:cubicBezTo>
                <a:cubicBezTo>
                  <a:pt x="8580" y="15769"/>
                  <a:pt x="8929" y="15420"/>
                  <a:pt x="9360" y="15420"/>
                </a:cubicBezTo>
                <a:cubicBezTo>
                  <a:pt x="9791" y="15420"/>
                  <a:pt x="10140" y="15769"/>
                  <a:pt x="10140" y="16200"/>
                </a:cubicBezTo>
                <a:close/>
                <a:moveTo>
                  <a:pt x="13260" y="10740"/>
                </a:moveTo>
                <a:cubicBezTo>
                  <a:pt x="13260" y="11171"/>
                  <a:pt x="12911" y="11520"/>
                  <a:pt x="12480" y="11520"/>
                </a:cubicBezTo>
                <a:cubicBezTo>
                  <a:pt x="12049" y="11520"/>
                  <a:pt x="11700" y="11171"/>
                  <a:pt x="11700" y="10740"/>
                </a:cubicBezTo>
                <a:cubicBezTo>
                  <a:pt x="11700" y="10309"/>
                  <a:pt x="12049" y="9960"/>
                  <a:pt x="12480" y="9960"/>
                </a:cubicBezTo>
                <a:cubicBezTo>
                  <a:pt x="12911" y="9960"/>
                  <a:pt x="13260" y="10309"/>
                  <a:pt x="13260" y="10740"/>
                </a:cubicBezTo>
                <a:close/>
                <a:moveTo>
                  <a:pt x="16380" y="12300"/>
                </a:moveTo>
                <a:cubicBezTo>
                  <a:pt x="16380" y="12731"/>
                  <a:pt x="16031" y="13080"/>
                  <a:pt x="15600" y="13080"/>
                </a:cubicBezTo>
                <a:cubicBezTo>
                  <a:pt x="15169" y="13080"/>
                  <a:pt x="14820" y="12731"/>
                  <a:pt x="14820" y="12300"/>
                </a:cubicBezTo>
                <a:cubicBezTo>
                  <a:pt x="14820" y="11869"/>
                  <a:pt x="15169" y="11520"/>
                  <a:pt x="15600" y="11520"/>
                </a:cubicBezTo>
                <a:cubicBezTo>
                  <a:pt x="16031" y="11520"/>
                  <a:pt x="16380" y="11869"/>
                  <a:pt x="16380" y="123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折线图·洞察</a:t>
            </a:r>
          </a:p>
        </p:txBody>
      </p:sp>
      <p:sp>
        <p:nvSpPr>
          <p:cNvPr id="94" name="DATA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7029" y="21000"/>
                  <a:pt x="3000" y="16971"/>
                  <a:pt x="3000" y="12000"/>
                </a:cubicBez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close/>
                <a:moveTo>
                  <a:pt x="12000" y="12500"/>
                </a:moveTo>
                <a:lnTo>
                  <a:pt x="21000" y="12500"/>
                </a:lnTo>
                <a:lnTo>
                  <a:pt x="21000" y="11500"/>
                </a:lnTo>
                <a:lnTo>
                  <a:pt x="12000" y="11500"/>
                </a:lnTo>
                <a:close/>
                <a:moveTo>
                  <a:pt x="12500" y="12000"/>
                </a:moveTo>
                <a:lnTo>
                  <a:pt x="12500" y="3000"/>
                </a:lnTo>
                <a:lnTo>
                  <a:pt x="11500" y="3000"/>
                </a:lnTo>
                <a:lnTo>
                  <a:pt x="11500" y="1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饼图</a:t>
            </a:r>
          </a:p>
        </p:txBody>
      </p:sp>
      <p:sp>
        <p:nvSpPr>
          <p:cNvPr id="97" name="DATA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360" y="15030"/>
                </a:moveTo>
                <a:lnTo>
                  <a:pt x="16380" y="15030"/>
                </a:lnTo>
                <a:lnTo>
                  <a:pt x="16380" y="14250"/>
                </a:lnTo>
                <a:lnTo>
                  <a:pt x="9360" y="14250"/>
                </a:lnTo>
                <a:close/>
                <a:moveTo>
                  <a:pt x="9750" y="14640"/>
                </a:moveTo>
                <a:lnTo>
                  <a:pt x="9750" y="7620"/>
                </a:lnTo>
                <a:lnTo>
                  <a:pt x="8970" y="7620"/>
                </a:lnTo>
                <a:lnTo>
                  <a:pt x="8970" y="1464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饼图·已验证</a:t>
            </a:r>
          </a:p>
        </p:txBody>
      </p:sp>
      <p:sp>
        <p:nvSpPr>
          <p:cNvPr id="100" name="DATA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360" y="15030"/>
                </a:moveTo>
                <a:lnTo>
                  <a:pt x="16380" y="15030"/>
                </a:lnTo>
                <a:lnTo>
                  <a:pt x="16380" y="14250"/>
                </a:lnTo>
                <a:lnTo>
                  <a:pt x="9360" y="14250"/>
                </a:lnTo>
                <a:close/>
                <a:moveTo>
                  <a:pt x="9750" y="14640"/>
                </a:moveTo>
                <a:lnTo>
                  <a:pt x="9750" y="7620"/>
                </a:lnTo>
                <a:lnTo>
                  <a:pt x="8970" y="7620"/>
                </a:lnTo>
                <a:lnTo>
                  <a:pt x="8970" y="1464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饼图·预警</a:t>
            </a:r>
          </a:p>
        </p:txBody>
      </p:sp>
      <p:sp>
        <p:nvSpPr>
          <p:cNvPr id="103" name="DATA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360" y="15030"/>
                </a:moveTo>
                <a:lnTo>
                  <a:pt x="16380" y="15030"/>
                </a:lnTo>
                <a:lnTo>
                  <a:pt x="16380" y="14250"/>
                </a:lnTo>
                <a:lnTo>
                  <a:pt x="9360" y="14250"/>
                </a:lnTo>
                <a:close/>
                <a:moveTo>
                  <a:pt x="9750" y="14640"/>
                </a:moveTo>
                <a:lnTo>
                  <a:pt x="9750" y="7620"/>
                </a:lnTo>
                <a:lnTo>
                  <a:pt x="8970" y="7620"/>
                </a:lnTo>
                <a:lnTo>
                  <a:pt x="8970" y="14640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饼图·上升</a:t>
            </a:r>
          </a:p>
        </p:txBody>
      </p:sp>
      <p:sp>
        <p:nvSpPr>
          <p:cNvPr id="106" name="DATA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360" y="15030"/>
                </a:moveTo>
                <a:lnTo>
                  <a:pt x="16380" y="15030"/>
                </a:lnTo>
                <a:lnTo>
                  <a:pt x="16380" y="14250"/>
                </a:lnTo>
                <a:lnTo>
                  <a:pt x="9360" y="14250"/>
                </a:lnTo>
                <a:close/>
                <a:moveTo>
                  <a:pt x="9750" y="14640"/>
                </a:moveTo>
                <a:lnTo>
                  <a:pt x="9750" y="7620"/>
                </a:lnTo>
                <a:lnTo>
                  <a:pt x="8970" y="7620"/>
                </a:lnTo>
                <a:lnTo>
                  <a:pt x="8970" y="14640"/>
                </a:ln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饼图·下降</a:t>
            </a:r>
          </a:p>
        </p:txBody>
      </p:sp>
      <p:sp>
        <p:nvSpPr>
          <p:cNvPr id="109" name="DATA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360" y="15030"/>
                </a:moveTo>
                <a:lnTo>
                  <a:pt x="16380" y="15030"/>
                </a:lnTo>
                <a:lnTo>
                  <a:pt x="16380" y="14250"/>
                </a:lnTo>
                <a:lnTo>
                  <a:pt x="9360" y="14250"/>
                </a:lnTo>
                <a:close/>
                <a:moveTo>
                  <a:pt x="9750" y="14640"/>
                </a:moveTo>
                <a:lnTo>
                  <a:pt x="9750" y="7620"/>
                </a:lnTo>
                <a:lnTo>
                  <a:pt x="8970" y="7620"/>
                </a:lnTo>
                <a:lnTo>
                  <a:pt x="8970" y="1464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饼图·洞察</a:t>
            </a:r>
          </a:p>
        </p:txBody>
      </p:sp>
      <p:sp>
        <p:nvSpPr>
          <p:cNvPr id="112" name="DATA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4000"/>
                </a:moveTo>
                <a:cubicBezTo>
                  <a:pt x="3000" y="9029"/>
                  <a:pt x="7029" y="5000"/>
                  <a:pt x="12000" y="5000"/>
                </a:cubicBezTo>
                <a:cubicBezTo>
                  <a:pt x="16971" y="5000"/>
                  <a:pt x="21000" y="9029"/>
                  <a:pt x="21000" y="14000"/>
                </a:cubicBezTo>
                <a:lnTo>
                  <a:pt x="19400" y="14000"/>
                </a:lnTo>
                <a:cubicBezTo>
                  <a:pt x="19400" y="9913"/>
                  <a:pt x="16087" y="6600"/>
                  <a:pt x="12000" y="6600"/>
                </a:cubicBezTo>
                <a:cubicBezTo>
                  <a:pt x="7913" y="6600"/>
                  <a:pt x="4600" y="9913"/>
                  <a:pt x="4600" y="14000"/>
                </a:cubicBezTo>
                <a:close/>
                <a:moveTo>
                  <a:pt x="12518" y="14471"/>
                </a:moveTo>
                <a:lnTo>
                  <a:pt x="17018" y="9521"/>
                </a:lnTo>
                <a:lnTo>
                  <a:pt x="15982" y="8579"/>
                </a:lnTo>
                <a:lnTo>
                  <a:pt x="11482" y="13529"/>
                </a:lnTo>
                <a:close/>
                <a:moveTo>
                  <a:pt x="13400" y="14000"/>
                </a:moveTo>
                <a:cubicBezTo>
                  <a:pt x="13400" y="14773"/>
                  <a:pt x="12773" y="15400"/>
                  <a:pt x="12000" y="15400"/>
                </a:cubicBezTo>
                <a:cubicBezTo>
                  <a:pt x="11227" y="15400"/>
                  <a:pt x="10600" y="14773"/>
                  <a:pt x="10600" y="14000"/>
                </a:cubicBezTo>
                <a:cubicBezTo>
                  <a:pt x="10600" y="13227"/>
                  <a:pt x="11227" y="12600"/>
                  <a:pt x="12000" y="12600"/>
                </a:cubicBezTo>
                <a:cubicBezTo>
                  <a:pt x="12773" y="12600"/>
                  <a:pt x="13400" y="13227"/>
                  <a:pt x="13400" y="14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仪表盘</a:t>
            </a:r>
          </a:p>
        </p:txBody>
      </p:sp>
      <p:sp>
        <p:nvSpPr>
          <p:cNvPr id="115" name="DATA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6200"/>
                </a:moveTo>
                <a:cubicBezTo>
                  <a:pt x="2340" y="12323"/>
                  <a:pt x="5483" y="9180"/>
                  <a:pt x="9360" y="9180"/>
                </a:cubicBezTo>
                <a:cubicBezTo>
                  <a:pt x="13237" y="9180"/>
                  <a:pt x="16380" y="12323"/>
                  <a:pt x="16380" y="16200"/>
                </a:cubicBezTo>
                <a:lnTo>
                  <a:pt x="15132" y="16200"/>
                </a:lnTo>
                <a:cubicBezTo>
                  <a:pt x="15132" y="13012"/>
                  <a:pt x="12548" y="10428"/>
                  <a:pt x="9360" y="10428"/>
                </a:cubicBezTo>
                <a:cubicBezTo>
                  <a:pt x="6172" y="10428"/>
                  <a:pt x="3588" y="13012"/>
                  <a:pt x="3588" y="16200"/>
                </a:cubicBezTo>
                <a:close/>
                <a:moveTo>
                  <a:pt x="9764" y="16567"/>
                </a:moveTo>
                <a:lnTo>
                  <a:pt x="13274" y="12706"/>
                </a:lnTo>
                <a:lnTo>
                  <a:pt x="12466" y="11972"/>
                </a:lnTo>
                <a:lnTo>
                  <a:pt x="8956" y="15833"/>
                </a:ln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仪表盘·已验证</a:t>
            </a:r>
          </a:p>
        </p:txBody>
      </p:sp>
      <p:sp>
        <p:nvSpPr>
          <p:cNvPr id="118" name="DATA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6200"/>
                </a:moveTo>
                <a:cubicBezTo>
                  <a:pt x="2340" y="12323"/>
                  <a:pt x="5483" y="9180"/>
                  <a:pt x="9360" y="9180"/>
                </a:cubicBezTo>
                <a:cubicBezTo>
                  <a:pt x="13237" y="9180"/>
                  <a:pt x="16380" y="12323"/>
                  <a:pt x="16380" y="16200"/>
                </a:cubicBezTo>
                <a:lnTo>
                  <a:pt x="15132" y="16200"/>
                </a:lnTo>
                <a:cubicBezTo>
                  <a:pt x="15132" y="13012"/>
                  <a:pt x="12548" y="10428"/>
                  <a:pt x="9360" y="10428"/>
                </a:cubicBezTo>
                <a:cubicBezTo>
                  <a:pt x="6172" y="10428"/>
                  <a:pt x="3588" y="13012"/>
                  <a:pt x="3588" y="16200"/>
                </a:cubicBezTo>
                <a:close/>
                <a:moveTo>
                  <a:pt x="9764" y="16567"/>
                </a:moveTo>
                <a:lnTo>
                  <a:pt x="13274" y="12706"/>
                </a:lnTo>
                <a:lnTo>
                  <a:pt x="12466" y="11972"/>
                </a:lnTo>
                <a:lnTo>
                  <a:pt x="8956" y="15833"/>
                </a:ln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仪表盘·预警</a:t>
            </a:r>
          </a:p>
        </p:txBody>
      </p:sp>
      <p:sp>
        <p:nvSpPr>
          <p:cNvPr id="121" name="DATA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6200"/>
                </a:moveTo>
                <a:cubicBezTo>
                  <a:pt x="2340" y="12323"/>
                  <a:pt x="5483" y="9180"/>
                  <a:pt x="9360" y="9180"/>
                </a:cubicBezTo>
                <a:cubicBezTo>
                  <a:pt x="13237" y="9180"/>
                  <a:pt x="16380" y="12323"/>
                  <a:pt x="16380" y="16200"/>
                </a:cubicBezTo>
                <a:lnTo>
                  <a:pt x="15132" y="16200"/>
                </a:lnTo>
                <a:cubicBezTo>
                  <a:pt x="15132" y="13012"/>
                  <a:pt x="12548" y="10428"/>
                  <a:pt x="9360" y="10428"/>
                </a:cubicBezTo>
                <a:cubicBezTo>
                  <a:pt x="6172" y="10428"/>
                  <a:pt x="3588" y="13012"/>
                  <a:pt x="3588" y="16200"/>
                </a:cubicBezTo>
                <a:close/>
                <a:moveTo>
                  <a:pt x="9764" y="16567"/>
                </a:moveTo>
                <a:lnTo>
                  <a:pt x="13274" y="12706"/>
                </a:lnTo>
                <a:lnTo>
                  <a:pt x="12466" y="11972"/>
                </a:lnTo>
                <a:lnTo>
                  <a:pt x="8956" y="15833"/>
                </a:ln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仪表盘·上升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01_数据指标趋势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DATA · 第 2/3 页 · 共 88 个</a:t>
            </a:r>
          </a:p>
        </p:txBody>
      </p:sp>
      <p:sp>
        <p:nvSpPr>
          <p:cNvPr id="4" name="DATA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6200"/>
                </a:moveTo>
                <a:cubicBezTo>
                  <a:pt x="2340" y="12323"/>
                  <a:pt x="5483" y="9180"/>
                  <a:pt x="9360" y="9180"/>
                </a:cubicBezTo>
                <a:cubicBezTo>
                  <a:pt x="13237" y="9180"/>
                  <a:pt x="16380" y="12323"/>
                  <a:pt x="16380" y="16200"/>
                </a:cubicBezTo>
                <a:lnTo>
                  <a:pt x="15132" y="16200"/>
                </a:lnTo>
                <a:cubicBezTo>
                  <a:pt x="15132" y="13012"/>
                  <a:pt x="12548" y="10428"/>
                  <a:pt x="9360" y="10428"/>
                </a:cubicBezTo>
                <a:cubicBezTo>
                  <a:pt x="6172" y="10428"/>
                  <a:pt x="3588" y="13012"/>
                  <a:pt x="3588" y="16200"/>
                </a:cubicBezTo>
                <a:close/>
                <a:moveTo>
                  <a:pt x="9764" y="16567"/>
                </a:moveTo>
                <a:lnTo>
                  <a:pt x="13274" y="12706"/>
                </a:lnTo>
                <a:lnTo>
                  <a:pt x="12466" y="11972"/>
                </a:lnTo>
                <a:lnTo>
                  <a:pt x="8956" y="15833"/>
                </a:ln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仪表盘·下降</a:t>
            </a:r>
          </a:p>
        </p:txBody>
      </p:sp>
      <p:sp>
        <p:nvSpPr>
          <p:cNvPr id="7" name="DATA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6200"/>
                </a:moveTo>
                <a:cubicBezTo>
                  <a:pt x="2340" y="12323"/>
                  <a:pt x="5483" y="9180"/>
                  <a:pt x="9360" y="9180"/>
                </a:cubicBezTo>
                <a:cubicBezTo>
                  <a:pt x="13237" y="9180"/>
                  <a:pt x="16380" y="12323"/>
                  <a:pt x="16380" y="16200"/>
                </a:cubicBezTo>
                <a:lnTo>
                  <a:pt x="15132" y="16200"/>
                </a:lnTo>
                <a:cubicBezTo>
                  <a:pt x="15132" y="13012"/>
                  <a:pt x="12548" y="10428"/>
                  <a:pt x="9360" y="10428"/>
                </a:cubicBezTo>
                <a:cubicBezTo>
                  <a:pt x="6172" y="10428"/>
                  <a:pt x="3588" y="13012"/>
                  <a:pt x="3588" y="16200"/>
                </a:cubicBezTo>
                <a:close/>
                <a:moveTo>
                  <a:pt x="9764" y="16567"/>
                </a:moveTo>
                <a:lnTo>
                  <a:pt x="13274" y="12706"/>
                </a:lnTo>
                <a:lnTo>
                  <a:pt x="12466" y="11972"/>
                </a:lnTo>
                <a:lnTo>
                  <a:pt x="8956" y="15833"/>
                </a:ln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仪表盘·洞察</a:t>
            </a:r>
          </a:p>
        </p:txBody>
      </p:sp>
      <p:sp>
        <p:nvSpPr>
          <p:cNvPr id="10" name="DATA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00" y="5000"/>
                </a:moveTo>
                <a:lnTo>
                  <a:pt x="20500" y="5000"/>
                </a:lnTo>
                <a:cubicBezTo>
                  <a:pt x="21328" y="5000"/>
                  <a:pt x="22000" y="5672"/>
                  <a:pt x="22000" y="6500"/>
                </a:cubicBezTo>
                <a:lnTo>
                  <a:pt x="22000" y="17500"/>
                </a:lnTo>
                <a:cubicBezTo>
                  <a:pt x="22000" y="18328"/>
                  <a:pt x="21328" y="19000"/>
                  <a:pt x="20500" y="19000"/>
                </a:cubicBezTo>
                <a:lnTo>
                  <a:pt x="3500" y="19000"/>
                </a:lnTo>
                <a:cubicBezTo>
                  <a:pt x="2672" y="19000"/>
                  <a:pt x="2000" y="18328"/>
                  <a:pt x="2000" y="17500"/>
                </a:cubicBezTo>
                <a:lnTo>
                  <a:pt x="2000" y="6500"/>
                </a:lnTo>
                <a:cubicBezTo>
                  <a:pt x="2000" y="5672"/>
                  <a:pt x="2672" y="5000"/>
                  <a:pt x="3500" y="5000"/>
                </a:cubicBezTo>
                <a:close/>
                <a:moveTo>
                  <a:pt x="4400" y="8000"/>
                </a:moveTo>
                <a:lnTo>
                  <a:pt x="11600" y="8000"/>
                </a:lnTo>
                <a:cubicBezTo>
                  <a:pt x="11821" y="8000"/>
                  <a:pt x="12000" y="8179"/>
                  <a:pt x="12000" y="8400"/>
                </a:cubicBezTo>
                <a:lnTo>
                  <a:pt x="12000" y="9000"/>
                </a:lnTo>
                <a:cubicBezTo>
                  <a:pt x="12000" y="9221"/>
                  <a:pt x="11821" y="9400"/>
                  <a:pt x="11600" y="9400"/>
                </a:cubicBezTo>
                <a:lnTo>
                  <a:pt x="4400" y="9400"/>
                </a:lnTo>
                <a:cubicBezTo>
                  <a:pt x="4179" y="9400"/>
                  <a:pt x="4000" y="9221"/>
                  <a:pt x="4000" y="9000"/>
                </a:cubicBezTo>
                <a:lnTo>
                  <a:pt x="4000" y="8400"/>
                </a:lnTo>
                <a:cubicBezTo>
                  <a:pt x="4000" y="8179"/>
                  <a:pt x="4179" y="8000"/>
                  <a:pt x="4400" y="8000"/>
                </a:cubicBezTo>
                <a:close/>
                <a:moveTo>
                  <a:pt x="4400" y="11000"/>
                </a:moveTo>
                <a:lnTo>
                  <a:pt x="15600" y="11000"/>
                </a:lnTo>
                <a:cubicBezTo>
                  <a:pt x="15821" y="11000"/>
                  <a:pt x="16000" y="11179"/>
                  <a:pt x="16000" y="11400"/>
                </a:cubicBezTo>
                <a:lnTo>
                  <a:pt x="16000" y="13000"/>
                </a:lnTo>
                <a:cubicBezTo>
                  <a:pt x="16000" y="13221"/>
                  <a:pt x="15821" y="13400"/>
                  <a:pt x="15600" y="13400"/>
                </a:cubicBezTo>
                <a:lnTo>
                  <a:pt x="4400" y="13400"/>
                </a:lnTo>
                <a:cubicBezTo>
                  <a:pt x="4179" y="13400"/>
                  <a:pt x="4000" y="13221"/>
                  <a:pt x="4000" y="13000"/>
                </a:cubicBezTo>
                <a:lnTo>
                  <a:pt x="4000" y="11400"/>
                </a:lnTo>
                <a:cubicBezTo>
                  <a:pt x="4000" y="11179"/>
                  <a:pt x="4179" y="11000"/>
                  <a:pt x="4400" y="11000"/>
                </a:cubicBezTo>
                <a:close/>
                <a:moveTo>
                  <a:pt x="15354" y="16354"/>
                </a:moveTo>
                <a:lnTo>
                  <a:pt x="17939" y="13768"/>
                </a:lnTo>
                <a:lnTo>
                  <a:pt x="18505" y="14333"/>
                </a:lnTo>
                <a:lnTo>
                  <a:pt x="19000" y="12000"/>
                </a:lnTo>
                <a:lnTo>
                  <a:pt x="16667" y="12495"/>
                </a:lnTo>
                <a:lnTo>
                  <a:pt x="17232" y="13061"/>
                </a:lnTo>
                <a:lnTo>
                  <a:pt x="14646" y="15646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指标卡</a:t>
            </a:r>
          </a:p>
        </p:txBody>
      </p:sp>
      <p:sp>
        <p:nvSpPr>
          <p:cNvPr id="13" name="DATA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730" y="9180"/>
                </a:moveTo>
                <a:lnTo>
                  <a:pt x="15990" y="9180"/>
                </a:lnTo>
                <a:cubicBezTo>
                  <a:pt x="16636" y="9180"/>
                  <a:pt x="17160" y="9704"/>
                  <a:pt x="17160" y="10350"/>
                </a:cubicBezTo>
                <a:lnTo>
                  <a:pt x="17160" y="18930"/>
                </a:lnTo>
                <a:cubicBezTo>
                  <a:pt x="17160" y="19576"/>
                  <a:pt x="16636" y="20100"/>
                  <a:pt x="15990" y="20100"/>
                </a:cubicBezTo>
                <a:lnTo>
                  <a:pt x="2730" y="20100"/>
                </a:lnTo>
                <a:cubicBezTo>
                  <a:pt x="2084" y="20100"/>
                  <a:pt x="1560" y="19576"/>
                  <a:pt x="1560" y="18930"/>
                </a:cubicBezTo>
                <a:lnTo>
                  <a:pt x="1560" y="10350"/>
                </a:lnTo>
                <a:cubicBezTo>
                  <a:pt x="1560" y="9704"/>
                  <a:pt x="2084" y="9180"/>
                  <a:pt x="2730" y="9180"/>
                </a:cubicBezTo>
                <a:close/>
                <a:moveTo>
                  <a:pt x="3432" y="11520"/>
                </a:moveTo>
                <a:lnTo>
                  <a:pt x="9048" y="11520"/>
                </a:lnTo>
                <a:cubicBezTo>
                  <a:pt x="9220" y="11520"/>
                  <a:pt x="9360" y="11660"/>
                  <a:pt x="9360" y="11832"/>
                </a:cubicBezTo>
                <a:lnTo>
                  <a:pt x="9360" y="12300"/>
                </a:lnTo>
                <a:cubicBezTo>
                  <a:pt x="9360" y="12472"/>
                  <a:pt x="9220" y="12612"/>
                  <a:pt x="9048" y="12612"/>
                </a:cubicBezTo>
                <a:lnTo>
                  <a:pt x="3432" y="12612"/>
                </a:lnTo>
                <a:cubicBezTo>
                  <a:pt x="3260" y="12612"/>
                  <a:pt x="3120" y="12472"/>
                  <a:pt x="3120" y="12300"/>
                </a:cubicBezTo>
                <a:lnTo>
                  <a:pt x="3120" y="11832"/>
                </a:lnTo>
                <a:cubicBezTo>
                  <a:pt x="3120" y="11660"/>
                  <a:pt x="3260" y="11520"/>
                  <a:pt x="3432" y="11520"/>
                </a:cubicBezTo>
                <a:close/>
                <a:moveTo>
                  <a:pt x="3432" y="13860"/>
                </a:moveTo>
                <a:lnTo>
                  <a:pt x="12168" y="13860"/>
                </a:lnTo>
                <a:cubicBezTo>
                  <a:pt x="12340" y="13860"/>
                  <a:pt x="12480" y="14000"/>
                  <a:pt x="12480" y="14172"/>
                </a:cubicBezTo>
                <a:lnTo>
                  <a:pt x="12480" y="15420"/>
                </a:lnTo>
                <a:cubicBezTo>
                  <a:pt x="12480" y="15592"/>
                  <a:pt x="12340" y="15732"/>
                  <a:pt x="12168" y="15732"/>
                </a:cubicBezTo>
                <a:lnTo>
                  <a:pt x="3432" y="15732"/>
                </a:lnTo>
                <a:cubicBezTo>
                  <a:pt x="3260" y="15732"/>
                  <a:pt x="3120" y="15592"/>
                  <a:pt x="3120" y="15420"/>
                </a:cubicBezTo>
                <a:lnTo>
                  <a:pt x="3120" y="14172"/>
                </a:lnTo>
                <a:cubicBezTo>
                  <a:pt x="3120" y="14000"/>
                  <a:pt x="3260" y="13860"/>
                  <a:pt x="3432" y="13860"/>
                </a:cubicBezTo>
                <a:close/>
                <a:moveTo>
                  <a:pt x="11976" y="18036"/>
                </a:moveTo>
                <a:lnTo>
                  <a:pt x="13993" y="16019"/>
                </a:lnTo>
                <a:lnTo>
                  <a:pt x="14434" y="16460"/>
                </a:lnTo>
                <a:lnTo>
                  <a:pt x="14820" y="14640"/>
                </a:lnTo>
                <a:lnTo>
                  <a:pt x="13000" y="15026"/>
                </a:lnTo>
                <a:lnTo>
                  <a:pt x="13441" y="15467"/>
                </a:lnTo>
                <a:lnTo>
                  <a:pt x="11424" y="17484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指标卡·已验证</a:t>
            </a:r>
          </a:p>
        </p:txBody>
      </p:sp>
      <p:sp>
        <p:nvSpPr>
          <p:cNvPr id="16" name="DATA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730" y="9180"/>
                </a:moveTo>
                <a:lnTo>
                  <a:pt x="15990" y="9180"/>
                </a:lnTo>
                <a:cubicBezTo>
                  <a:pt x="16636" y="9180"/>
                  <a:pt x="17160" y="9704"/>
                  <a:pt x="17160" y="10350"/>
                </a:cubicBezTo>
                <a:lnTo>
                  <a:pt x="17160" y="18930"/>
                </a:lnTo>
                <a:cubicBezTo>
                  <a:pt x="17160" y="19576"/>
                  <a:pt x="16636" y="20100"/>
                  <a:pt x="15990" y="20100"/>
                </a:cubicBezTo>
                <a:lnTo>
                  <a:pt x="2730" y="20100"/>
                </a:lnTo>
                <a:cubicBezTo>
                  <a:pt x="2084" y="20100"/>
                  <a:pt x="1560" y="19576"/>
                  <a:pt x="1560" y="18930"/>
                </a:cubicBezTo>
                <a:lnTo>
                  <a:pt x="1560" y="10350"/>
                </a:lnTo>
                <a:cubicBezTo>
                  <a:pt x="1560" y="9704"/>
                  <a:pt x="2084" y="9180"/>
                  <a:pt x="2730" y="9180"/>
                </a:cubicBezTo>
                <a:close/>
                <a:moveTo>
                  <a:pt x="3432" y="11520"/>
                </a:moveTo>
                <a:lnTo>
                  <a:pt x="9048" y="11520"/>
                </a:lnTo>
                <a:cubicBezTo>
                  <a:pt x="9220" y="11520"/>
                  <a:pt x="9360" y="11660"/>
                  <a:pt x="9360" y="11832"/>
                </a:cubicBezTo>
                <a:lnTo>
                  <a:pt x="9360" y="12300"/>
                </a:lnTo>
                <a:cubicBezTo>
                  <a:pt x="9360" y="12472"/>
                  <a:pt x="9220" y="12612"/>
                  <a:pt x="9048" y="12612"/>
                </a:cubicBezTo>
                <a:lnTo>
                  <a:pt x="3432" y="12612"/>
                </a:lnTo>
                <a:cubicBezTo>
                  <a:pt x="3260" y="12612"/>
                  <a:pt x="3120" y="12472"/>
                  <a:pt x="3120" y="12300"/>
                </a:cubicBezTo>
                <a:lnTo>
                  <a:pt x="3120" y="11832"/>
                </a:lnTo>
                <a:cubicBezTo>
                  <a:pt x="3120" y="11660"/>
                  <a:pt x="3260" y="11520"/>
                  <a:pt x="3432" y="11520"/>
                </a:cubicBezTo>
                <a:close/>
                <a:moveTo>
                  <a:pt x="3432" y="13860"/>
                </a:moveTo>
                <a:lnTo>
                  <a:pt x="12168" y="13860"/>
                </a:lnTo>
                <a:cubicBezTo>
                  <a:pt x="12340" y="13860"/>
                  <a:pt x="12480" y="14000"/>
                  <a:pt x="12480" y="14172"/>
                </a:cubicBezTo>
                <a:lnTo>
                  <a:pt x="12480" y="15420"/>
                </a:lnTo>
                <a:cubicBezTo>
                  <a:pt x="12480" y="15592"/>
                  <a:pt x="12340" y="15732"/>
                  <a:pt x="12168" y="15732"/>
                </a:cubicBezTo>
                <a:lnTo>
                  <a:pt x="3432" y="15732"/>
                </a:lnTo>
                <a:cubicBezTo>
                  <a:pt x="3260" y="15732"/>
                  <a:pt x="3120" y="15592"/>
                  <a:pt x="3120" y="15420"/>
                </a:cubicBezTo>
                <a:lnTo>
                  <a:pt x="3120" y="14172"/>
                </a:lnTo>
                <a:cubicBezTo>
                  <a:pt x="3120" y="14000"/>
                  <a:pt x="3260" y="13860"/>
                  <a:pt x="3432" y="13860"/>
                </a:cubicBezTo>
                <a:close/>
                <a:moveTo>
                  <a:pt x="11976" y="18036"/>
                </a:moveTo>
                <a:lnTo>
                  <a:pt x="13993" y="16019"/>
                </a:lnTo>
                <a:lnTo>
                  <a:pt x="14434" y="16460"/>
                </a:lnTo>
                <a:lnTo>
                  <a:pt x="14820" y="14640"/>
                </a:lnTo>
                <a:lnTo>
                  <a:pt x="13000" y="15026"/>
                </a:lnTo>
                <a:lnTo>
                  <a:pt x="13441" y="15467"/>
                </a:lnTo>
                <a:lnTo>
                  <a:pt x="11424" y="17484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指标卡·预警</a:t>
            </a:r>
          </a:p>
        </p:txBody>
      </p:sp>
      <p:sp>
        <p:nvSpPr>
          <p:cNvPr id="19" name="DATA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730" y="9180"/>
                </a:moveTo>
                <a:lnTo>
                  <a:pt x="15990" y="9180"/>
                </a:lnTo>
                <a:cubicBezTo>
                  <a:pt x="16636" y="9180"/>
                  <a:pt x="17160" y="9704"/>
                  <a:pt x="17160" y="10350"/>
                </a:cubicBezTo>
                <a:lnTo>
                  <a:pt x="17160" y="18930"/>
                </a:lnTo>
                <a:cubicBezTo>
                  <a:pt x="17160" y="19576"/>
                  <a:pt x="16636" y="20100"/>
                  <a:pt x="15990" y="20100"/>
                </a:cubicBezTo>
                <a:lnTo>
                  <a:pt x="2730" y="20100"/>
                </a:lnTo>
                <a:cubicBezTo>
                  <a:pt x="2084" y="20100"/>
                  <a:pt x="1560" y="19576"/>
                  <a:pt x="1560" y="18930"/>
                </a:cubicBezTo>
                <a:lnTo>
                  <a:pt x="1560" y="10350"/>
                </a:lnTo>
                <a:cubicBezTo>
                  <a:pt x="1560" y="9704"/>
                  <a:pt x="2084" y="9180"/>
                  <a:pt x="2730" y="9180"/>
                </a:cubicBezTo>
                <a:close/>
                <a:moveTo>
                  <a:pt x="3432" y="11520"/>
                </a:moveTo>
                <a:lnTo>
                  <a:pt x="9048" y="11520"/>
                </a:lnTo>
                <a:cubicBezTo>
                  <a:pt x="9220" y="11520"/>
                  <a:pt x="9360" y="11660"/>
                  <a:pt x="9360" y="11832"/>
                </a:cubicBezTo>
                <a:lnTo>
                  <a:pt x="9360" y="12300"/>
                </a:lnTo>
                <a:cubicBezTo>
                  <a:pt x="9360" y="12472"/>
                  <a:pt x="9220" y="12612"/>
                  <a:pt x="9048" y="12612"/>
                </a:cubicBezTo>
                <a:lnTo>
                  <a:pt x="3432" y="12612"/>
                </a:lnTo>
                <a:cubicBezTo>
                  <a:pt x="3260" y="12612"/>
                  <a:pt x="3120" y="12472"/>
                  <a:pt x="3120" y="12300"/>
                </a:cubicBezTo>
                <a:lnTo>
                  <a:pt x="3120" y="11832"/>
                </a:lnTo>
                <a:cubicBezTo>
                  <a:pt x="3120" y="11660"/>
                  <a:pt x="3260" y="11520"/>
                  <a:pt x="3432" y="11520"/>
                </a:cubicBezTo>
                <a:close/>
                <a:moveTo>
                  <a:pt x="3432" y="13860"/>
                </a:moveTo>
                <a:lnTo>
                  <a:pt x="12168" y="13860"/>
                </a:lnTo>
                <a:cubicBezTo>
                  <a:pt x="12340" y="13860"/>
                  <a:pt x="12480" y="14000"/>
                  <a:pt x="12480" y="14172"/>
                </a:cubicBezTo>
                <a:lnTo>
                  <a:pt x="12480" y="15420"/>
                </a:lnTo>
                <a:cubicBezTo>
                  <a:pt x="12480" y="15592"/>
                  <a:pt x="12340" y="15732"/>
                  <a:pt x="12168" y="15732"/>
                </a:cubicBezTo>
                <a:lnTo>
                  <a:pt x="3432" y="15732"/>
                </a:lnTo>
                <a:cubicBezTo>
                  <a:pt x="3260" y="15732"/>
                  <a:pt x="3120" y="15592"/>
                  <a:pt x="3120" y="15420"/>
                </a:cubicBezTo>
                <a:lnTo>
                  <a:pt x="3120" y="14172"/>
                </a:lnTo>
                <a:cubicBezTo>
                  <a:pt x="3120" y="14000"/>
                  <a:pt x="3260" y="13860"/>
                  <a:pt x="3432" y="13860"/>
                </a:cubicBezTo>
                <a:close/>
                <a:moveTo>
                  <a:pt x="11976" y="18036"/>
                </a:moveTo>
                <a:lnTo>
                  <a:pt x="13993" y="16019"/>
                </a:lnTo>
                <a:lnTo>
                  <a:pt x="14434" y="16460"/>
                </a:lnTo>
                <a:lnTo>
                  <a:pt x="14820" y="14640"/>
                </a:lnTo>
                <a:lnTo>
                  <a:pt x="13000" y="15026"/>
                </a:lnTo>
                <a:lnTo>
                  <a:pt x="13441" y="15467"/>
                </a:lnTo>
                <a:lnTo>
                  <a:pt x="11424" y="17484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指标卡·上升</a:t>
            </a:r>
          </a:p>
        </p:txBody>
      </p:sp>
      <p:sp>
        <p:nvSpPr>
          <p:cNvPr id="22" name="DATA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730" y="9180"/>
                </a:moveTo>
                <a:lnTo>
                  <a:pt x="15990" y="9180"/>
                </a:lnTo>
                <a:cubicBezTo>
                  <a:pt x="16636" y="9180"/>
                  <a:pt x="17160" y="9704"/>
                  <a:pt x="17160" y="10350"/>
                </a:cubicBezTo>
                <a:lnTo>
                  <a:pt x="17160" y="18930"/>
                </a:lnTo>
                <a:cubicBezTo>
                  <a:pt x="17160" y="19576"/>
                  <a:pt x="16636" y="20100"/>
                  <a:pt x="15990" y="20100"/>
                </a:cubicBezTo>
                <a:lnTo>
                  <a:pt x="2730" y="20100"/>
                </a:lnTo>
                <a:cubicBezTo>
                  <a:pt x="2084" y="20100"/>
                  <a:pt x="1560" y="19576"/>
                  <a:pt x="1560" y="18930"/>
                </a:cubicBezTo>
                <a:lnTo>
                  <a:pt x="1560" y="10350"/>
                </a:lnTo>
                <a:cubicBezTo>
                  <a:pt x="1560" y="9704"/>
                  <a:pt x="2084" y="9180"/>
                  <a:pt x="2730" y="9180"/>
                </a:cubicBezTo>
                <a:close/>
                <a:moveTo>
                  <a:pt x="3432" y="11520"/>
                </a:moveTo>
                <a:lnTo>
                  <a:pt x="9048" y="11520"/>
                </a:lnTo>
                <a:cubicBezTo>
                  <a:pt x="9220" y="11520"/>
                  <a:pt x="9360" y="11660"/>
                  <a:pt x="9360" y="11832"/>
                </a:cubicBezTo>
                <a:lnTo>
                  <a:pt x="9360" y="12300"/>
                </a:lnTo>
                <a:cubicBezTo>
                  <a:pt x="9360" y="12472"/>
                  <a:pt x="9220" y="12612"/>
                  <a:pt x="9048" y="12612"/>
                </a:cubicBezTo>
                <a:lnTo>
                  <a:pt x="3432" y="12612"/>
                </a:lnTo>
                <a:cubicBezTo>
                  <a:pt x="3260" y="12612"/>
                  <a:pt x="3120" y="12472"/>
                  <a:pt x="3120" y="12300"/>
                </a:cubicBezTo>
                <a:lnTo>
                  <a:pt x="3120" y="11832"/>
                </a:lnTo>
                <a:cubicBezTo>
                  <a:pt x="3120" y="11660"/>
                  <a:pt x="3260" y="11520"/>
                  <a:pt x="3432" y="11520"/>
                </a:cubicBezTo>
                <a:close/>
                <a:moveTo>
                  <a:pt x="3432" y="13860"/>
                </a:moveTo>
                <a:lnTo>
                  <a:pt x="12168" y="13860"/>
                </a:lnTo>
                <a:cubicBezTo>
                  <a:pt x="12340" y="13860"/>
                  <a:pt x="12480" y="14000"/>
                  <a:pt x="12480" y="14172"/>
                </a:cubicBezTo>
                <a:lnTo>
                  <a:pt x="12480" y="15420"/>
                </a:lnTo>
                <a:cubicBezTo>
                  <a:pt x="12480" y="15592"/>
                  <a:pt x="12340" y="15732"/>
                  <a:pt x="12168" y="15732"/>
                </a:cubicBezTo>
                <a:lnTo>
                  <a:pt x="3432" y="15732"/>
                </a:lnTo>
                <a:cubicBezTo>
                  <a:pt x="3260" y="15732"/>
                  <a:pt x="3120" y="15592"/>
                  <a:pt x="3120" y="15420"/>
                </a:cubicBezTo>
                <a:lnTo>
                  <a:pt x="3120" y="14172"/>
                </a:lnTo>
                <a:cubicBezTo>
                  <a:pt x="3120" y="14000"/>
                  <a:pt x="3260" y="13860"/>
                  <a:pt x="3432" y="13860"/>
                </a:cubicBezTo>
                <a:close/>
                <a:moveTo>
                  <a:pt x="11976" y="18036"/>
                </a:moveTo>
                <a:lnTo>
                  <a:pt x="13993" y="16019"/>
                </a:lnTo>
                <a:lnTo>
                  <a:pt x="14434" y="16460"/>
                </a:lnTo>
                <a:lnTo>
                  <a:pt x="14820" y="14640"/>
                </a:lnTo>
                <a:lnTo>
                  <a:pt x="13000" y="15026"/>
                </a:lnTo>
                <a:lnTo>
                  <a:pt x="13441" y="15467"/>
                </a:lnTo>
                <a:lnTo>
                  <a:pt x="11424" y="17484"/>
                </a:ln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指标卡·下降</a:t>
            </a:r>
          </a:p>
        </p:txBody>
      </p:sp>
      <p:sp>
        <p:nvSpPr>
          <p:cNvPr id="25" name="DATA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730" y="9180"/>
                </a:moveTo>
                <a:lnTo>
                  <a:pt x="15990" y="9180"/>
                </a:lnTo>
                <a:cubicBezTo>
                  <a:pt x="16636" y="9180"/>
                  <a:pt x="17160" y="9704"/>
                  <a:pt x="17160" y="10350"/>
                </a:cubicBezTo>
                <a:lnTo>
                  <a:pt x="17160" y="18930"/>
                </a:lnTo>
                <a:cubicBezTo>
                  <a:pt x="17160" y="19576"/>
                  <a:pt x="16636" y="20100"/>
                  <a:pt x="15990" y="20100"/>
                </a:cubicBezTo>
                <a:lnTo>
                  <a:pt x="2730" y="20100"/>
                </a:lnTo>
                <a:cubicBezTo>
                  <a:pt x="2084" y="20100"/>
                  <a:pt x="1560" y="19576"/>
                  <a:pt x="1560" y="18930"/>
                </a:cubicBezTo>
                <a:lnTo>
                  <a:pt x="1560" y="10350"/>
                </a:lnTo>
                <a:cubicBezTo>
                  <a:pt x="1560" y="9704"/>
                  <a:pt x="2084" y="9180"/>
                  <a:pt x="2730" y="9180"/>
                </a:cubicBezTo>
                <a:close/>
                <a:moveTo>
                  <a:pt x="3432" y="11520"/>
                </a:moveTo>
                <a:lnTo>
                  <a:pt x="9048" y="11520"/>
                </a:lnTo>
                <a:cubicBezTo>
                  <a:pt x="9220" y="11520"/>
                  <a:pt x="9360" y="11660"/>
                  <a:pt x="9360" y="11832"/>
                </a:cubicBezTo>
                <a:lnTo>
                  <a:pt x="9360" y="12300"/>
                </a:lnTo>
                <a:cubicBezTo>
                  <a:pt x="9360" y="12472"/>
                  <a:pt x="9220" y="12612"/>
                  <a:pt x="9048" y="12612"/>
                </a:cubicBezTo>
                <a:lnTo>
                  <a:pt x="3432" y="12612"/>
                </a:lnTo>
                <a:cubicBezTo>
                  <a:pt x="3260" y="12612"/>
                  <a:pt x="3120" y="12472"/>
                  <a:pt x="3120" y="12300"/>
                </a:cubicBezTo>
                <a:lnTo>
                  <a:pt x="3120" y="11832"/>
                </a:lnTo>
                <a:cubicBezTo>
                  <a:pt x="3120" y="11660"/>
                  <a:pt x="3260" y="11520"/>
                  <a:pt x="3432" y="11520"/>
                </a:cubicBezTo>
                <a:close/>
                <a:moveTo>
                  <a:pt x="3432" y="13860"/>
                </a:moveTo>
                <a:lnTo>
                  <a:pt x="12168" y="13860"/>
                </a:lnTo>
                <a:cubicBezTo>
                  <a:pt x="12340" y="13860"/>
                  <a:pt x="12480" y="14000"/>
                  <a:pt x="12480" y="14172"/>
                </a:cubicBezTo>
                <a:lnTo>
                  <a:pt x="12480" y="15420"/>
                </a:lnTo>
                <a:cubicBezTo>
                  <a:pt x="12480" y="15592"/>
                  <a:pt x="12340" y="15732"/>
                  <a:pt x="12168" y="15732"/>
                </a:cubicBezTo>
                <a:lnTo>
                  <a:pt x="3432" y="15732"/>
                </a:lnTo>
                <a:cubicBezTo>
                  <a:pt x="3260" y="15732"/>
                  <a:pt x="3120" y="15592"/>
                  <a:pt x="3120" y="15420"/>
                </a:cubicBezTo>
                <a:lnTo>
                  <a:pt x="3120" y="14172"/>
                </a:lnTo>
                <a:cubicBezTo>
                  <a:pt x="3120" y="14000"/>
                  <a:pt x="3260" y="13860"/>
                  <a:pt x="3432" y="13860"/>
                </a:cubicBezTo>
                <a:close/>
                <a:moveTo>
                  <a:pt x="11976" y="18036"/>
                </a:moveTo>
                <a:lnTo>
                  <a:pt x="13993" y="16019"/>
                </a:lnTo>
                <a:lnTo>
                  <a:pt x="14434" y="16460"/>
                </a:lnTo>
                <a:lnTo>
                  <a:pt x="14820" y="14640"/>
                </a:lnTo>
                <a:lnTo>
                  <a:pt x="13000" y="15026"/>
                </a:lnTo>
                <a:lnTo>
                  <a:pt x="13441" y="15467"/>
                </a:lnTo>
                <a:lnTo>
                  <a:pt x="11424" y="17484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指标卡·洞察</a:t>
            </a:r>
          </a:p>
        </p:txBody>
      </p:sp>
      <p:sp>
        <p:nvSpPr>
          <p:cNvPr id="28" name="DATA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200" y="3000"/>
                </a:moveTo>
                <a:lnTo>
                  <a:pt x="2800" y="3000"/>
                </a:lnTo>
                <a:cubicBezTo>
                  <a:pt x="2910" y="3000"/>
                  <a:pt x="3000" y="3090"/>
                  <a:pt x="3000" y="3200"/>
                </a:cubicBezTo>
                <a:lnTo>
                  <a:pt x="3000" y="21800"/>
                </a:lnTo>
                <a:cubicBezTo>
                  <a:pt x="3000" y="21910"/>
                  <a:pt x="2910" y="22000"/>
                  <a:pt x="2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3200"/>
                </a:lnTo>
                <a:cubicBezTo>
                  <a:pt x="2000" y="3090"/>
                  <a:pt x="2090" y="3000"/>
                  <a:pt x="2200" y="3000"/>
                </a:cubicBezTo>
                <a:close/>
                <a:moveTo>
                  <a:pt x="8000" y="17000"/>
                </a:moveTo>
                <a:cubicBezTo>
                  <a:pt x="8000" y="17552"/>
                  <a:pt x="7552" y="18000"/>
                  <a:pt x="7000" y="18000"/>
                </a:cubicBezTo>
                <a:cubicBezTo>
                  <a:pt x="6448" y="18000"/>
                  <a:pt x="6000" y="17552"/>
                  <a:pt x="6000" y="17000"/>
                </a:cubicBezTo>
                <a:cubicBezTo>
                  <a:pt x="6000" y="16448"/>
                  <a:pt x="6448" y="16000"/>
                  <a:pt x="7000" y="16000"/>
                </a:cubicBezTo>
                <a:cubicBezTo>
                  <a:pt x="7552" y="16000"/>
                  <a:pt x="8000" y="16448"/>
                  <a:pt x="8000" y="17000"/>
                </a:cubicBezTo>
                <a:close/>
                <a:moveTo>
                  <a:pt x="11000" y="13000"/>
                </a:moveTo>
                <a:cubicBezTo>
                  <a:pt x="11000" y="13552"/>
                  <a:pt x="10552" y="14000"/>
                  <a:pt x="10000" y="14000"/>
                </a:cubicBezTo>
                <a:cubicBezTo>
                  <a:pt x="9448" y="14000"/>
                  <a:pt x="9000" y="13552"/>
                  <a:pt x="9000" y="13000"/>
                </a:cubicBezTo>
                <a:cubicBezTo>
                  <a:pt x="9000" y="12448"/>
                  <a:pt x="9448" y="12000"/>
                  <a:pt x="10000" y="12000"/>
                </a:cubicBezTo>
                <a:cubicBezTo>
                  <a:pt x="10552" y="12000"/>
                  <a:pt x="11000" y="12448"/>
                  <a:pt x="11000" y="13000"/>
                </a:cubicBezTo>
                <a:close/>
                <a:moveTo>
                  <a:pt x="12000" y="18000"/>
                </a:moveTo>
                <a:cubicBezTo>
                  <a:pt x="12000" y="18552"/>
                  <a:pt x="11552" y="19000"/>
                  <a:pt x="11000" y="19000"/>
                </a:cubicBezTo>
                <a:cubicBezTo>
                  <a:pt x="10448" y="19000"/>
                  <a:pt x="10000" y="18552"/>
                  <a:pt x="10000" y="18000"/>
                </a:cubicBezTo>
                <a:cubicBezTo>
                  <a:pt x="10000" y="17448"/>
                  <a:pt x="10448" y="17000"/>
                  <a:pt x="11000" y="17000"/>
                </a:cubicBezTo>
                <a:cubicBezTo>
                  <a:pt x="11552" y="17000"/>
                  <a:pt x="12000" y="17448"/>
                  <a:pt x="12000" y="18000"/>
                </a:cubicBezTo>
                <a:close/>
                <a:moveTo>
                  <a:pt x="15000" y="9000"/>
                </a:moveTo>
                <a:cubicBezTo>
                  <a:pt x="15000" y="9552"/>
                  <a:pt x="14552" y="10000"/>
                  <a:pt x="14000" y="10000"/>
                </a:cubicBezTo>
                <a:cubicBezTo>
                  <a:pt x="13448" y="10000"/>
                  <a:pt x="13000" y="9552"/>
                  <a:pt x="13000" y="9000"/>
                </a:cubicBezTo>
                <a:cubicBezTo>
                  <a:pt x="13000" y="8448"/>
                  <a:pt x="13448" y="8000"/>
                  <a:pt x="14000" y="8000"/>
                </a:cubicBezTo>
                <a:cubicBezTo>
                  <a:pt x="14552" y="8000"/>
                  <a:pt x="15000" y="8448"/>
                  <a:pt x="15000" y="9000"/>
                </a:cubicBezTo>
                <a:close/>
                <a:moveTo>
                  <a:pt x="17000" y="14000"/>
                </a:moveTo>
                <a:cubicBezTo>
                  <a:pt x="17000" y="14552"/>
                  <a:pt x="16552" y="15000"/>
                  <a:pt x="16000" y="15000"/>
                </a:cubicBezTo>
                <a:cubicBezTo>
                  <a:pt x="15448" y="15000"/>
                  <a:pt x="15000" y="14552"/>
                  <a:pt x="15000" y="14000"/>
                </a:cubicBezTo>
                <a:cubicBezTo>
                  <a:pt x="15000" y="13448"/>
                  <a:pt x="15448" y="13000"/>
                  <a:pt x="16000" y="13000"/>
                </a:cubicBezTo>
                <a:cubicBezTo>
                  <a:pt x="16552" y="13000"/>
                  <a:pt x="17000" y="13448"/>
                  <a:pt x="17000" y="14000"/>
                </a:cubicBezTo>
                <a:close/>
                <a:moveTo>
                  <a:pt x="19000" y="7000"/>
                </a:moveTo>
                <a:cubicBezTo>
                  <a:pt x="19000" y="7552"/>
                  <a:pt x="18552" y="8000"/>
                  <a:pt x="18000" y="8000"/>
                </a:cubicBezTo>
                <a:cubicBezTo>
                  <a:pt x="17448" y="8000"/>
                  <a:pt x="17000" y="7552"/>
                  <a:pt x="17000" y="7000"/>
                </a:cubicBezTo>
                <a:cubicBezTo>
                  <a:pt x="17000" y="6448"/>
                  <a:pt x="17448" y="6000"/>
                  <a:pt x="18000" y="6000"/>
                </a:cubicBezTo>
                <a:cubicBezTo>
                  <a:pt x="18552" y="6000"/>
                  <a:pt x="19000" y="6448"/>
                  <a:pt x="19000" y="7000"/>
                </a:cubicBezTo>
                <a:close/>
                <a:moveTo>
                  <a:pt x="20000" y="11000"/>
                </a:moveTo>
                <a:cubicBezTo>
                  <a:pt x="20000" y="11552"/>
                  <a:pt x="19552" y="12000"/>
                  <a:pt x="19000" y="12000"/>
                </a:cubicBezTo>
                <a:cubicBezTo>
                  <a:pt x="18448" y="12000"/>
                  <a:pt x="18000" y="11552"/>
                  <a:pt x="18000" y="11000"/>
                </a:cubicBezTo>
                <a:cubicBezTo>
                  <a:pt x="18000" y="10448"/>
                  <a:pt x="18448" y="10000"/>
                  <a:pt x="19000" y="10000"/>
                </a:cubicBezTo>
                <a:cubicBezTo>
                  <a:pt x="19552" y="10000"/>
                  <a:pt x="20000" y="10448"/>
                  <a:pt x="20000" y="11000"/>
                </a:cubicBezTo>
                <a:close/>
                <a:moveTo>
                  <a:pt x="9000" y="8000"/>
                </a:moveTo>
                <a:cubicBezTo>
                  <a:pt x="9000" y="8552"/>
                  <a:pt x="8552" y="9000"/>
                  <a:pt x="8000" y="9000"/>
                </a:cubicBezTo>
                <a:cubicBezTo>
                  <a:pt x="7448" y="9000"/>
                  <a:pt x="7000" y="8552"/>
                  <a:pt x="7000" y="8000"/>
                </a:cubicBezTo>
                <a:cubicBezTo>
                  <a:pt x="7000" y="7448"/>
                  <a:pt x="7448" y="7000"/>
                  <a:pt x="8000" y="7000"/>
                </a:cubicBezTo>
                <a:cubicBezTo>
                  <a:pt x="8552" y="7000"/>
                  <a:pt x="9000" y="7448"/>
                  <a:pt x="9000" y="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散点分布</a:t>
            </a:r>
          </a:p>
        </p:txBody>
      </p:sp>
      <p:sp>
        <p:nvSpPr>
          <p:cNvPr id="31" name="DATA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1660"/>
                </a:moveTo>
                <a:lnTo>
                  <a:pt x="17004" y="21660"/>
                </a:lnTo>
                <a:cubicBezTo>
                  <a:pt x="17090" y="21660"/>
                  <a:pt x="17160" y="21730"/>
                  <a:pt x="17160" y="21816"/>
                </a:cubicBezTo>
                <a:lnTo>
                  <a:pt x="17160" y="22284"/>
                </a:lnTo>
                <a:cubicBezTo>
                  <a:pt x="17160" y="22370"/>
                  <a:pt x="17090" y="22440"/>
                  <a:pt x="1700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21816"/>
                </a:lnTo>
                <a:cubicBezTo>
                  <a:pt x="1560" y="21730"/>
                  <a:pt x="1630" y="21660"/>
                  <a:pt x="1716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6240" y="18540"/>
                </a:moveTo>
                <a:cubicBezTo>
                  <a:pt x="6240" y="18971"/>
                  <a:pt x="5891" y="19320"/>
                  <a:pt x="5460" y="19320"/>
                </a:cubicBezTo>
                <a:cubicBezTo>
                  <a:pt x="5029" y="19320"/>
                  <a:pt x="4680" y="18971"/>
                  <a:pt x="4680" y="18540"/>
                </a:cubicBezTo>
                <a:cubicBezTo>
                  <a:pt x="4680" y="18109"/>
                  <a:pt x="5029" y="17760"/>
                  <a:pt x="5460" y="17760"/>
                </a:cubicBezTo>
                <a:cubicBezTo>
                  <a:pt x="5891" y="17760"/>
                  <a:pt x="6240" y="18109"/>
                  <a:pt x="6240" y="18540"/>
                </a:cubicBezTo>
                <a:close/>
                <a:moveTo>
                  <a:pt x="8580" y="15420"/>
                </a:moveTo>
                <a:cubicBezTo>
                  <a:pt x="8580" y="15851"/>
                  <a:pt x="8231" y="16200"/>
                  <a:pt x="7800" y="16200"/>
                </a:cubicBezTo>
                <a:cubicBezTo>
                  <a:pt x="7369" y="16200"/>
                  <a:pt x="7020" y="15851"/>
                  <a:pt x="7020" y="15420"/>
                </a:cubicBezTo>
                <a:cubicBezTo>
                  <a:pt x="7020" y="14989"/>
                  <a:pt x="7369" y="14640"/>
                  <a:pt x="7800" y="14640"/>
                </a:cubicBezTo>
                <a:cubicBezTo>
                  <a:pt x="8231" y="14640"/>
                  <a:pt x="8580" y="14989"/>
                  <a:pt x="8580" y="15420"/>
                </a:cubicBezTo>
                <a:close/>
                <a:moveTo>
                  <a:pt x="9360" y="19320"/>
                </a:moveTo>
                <a:cubicBezTo>
                  <a:pt x="9360" y="19751"/>
                  <a:pt x="9011" y="20100"/>
                  <a:pt x="8580" y="20100"/>
                </a:cubicBezTo>
                <a:cubicBezTo>
                  <a:pt x="8149" y="20100"/>
                  <a:pt x="7800" y="19751"/>
                  <a:pt x="7800" y="19320"/>
                </a:cubicBezTo>
                <a:cubicBezTo>
                  <a:pt x="7800" y="18889"/>
                  <a:pt x="8149" y="18540"/>
                  <a:pt x="8580" y="18540"/>
                </a:cubicBezTo>
                <a:cubicBezTo>
                  <a:pt x="9011" y="18540"/>
                  <a:pt x="9360" y="18889"/>
                  <a:pt x="9360" y="19320"/>
                </a:cubicBezTo>
                <a:close/>
                <a:moveTo>
                  <a:pt x="11700" y="12300"/>
                </a:moveTo>
                <a:cubicBezTo>
                  <a:pt x="11700" y="12731"/>
                  <a:pt x="11351" y="13080"/>
                  <a:pt x="10920" y="13080"/>
                </a:cubicBezTo>
                <a:cubicBezTo>
                  <a:pt x="10489" y="13080"/>
                  <a:pt x="10140" y="12731"/>
                  <a:pt x="10140" y="12300"/>
                </a:cubicBezTo>
                <a:cubicBezTo>
                  <a:pt x="10140" y="11869"/>
                  <a:pt x="10489" y="11520"/>
                  <a:pt x="10920" y="11520"/>
                </a:cubicBezTo>
                <a:cubicBezTo>
                  <a:pt x="11351" y="11520"/>
                  <a:pt x="11700" y="11869"/>
                  <a:pt x="11700" y="12300"/>
                </a:cubicBezTo>
                <a:close/>
                <a:moveTo>
                  <a:pt x="13260" y="16200"/>
                </a:moveTo>
                <a:cubicBezTo>
                  <a:pt x="13260" y="16631"/>
                  <a:pt x="12911" y="16980"/>
                  <a:pt x="12480" y="16980"/>
                </a:cubicBezTo>
                <a:cubicBezTo>
                  <a:pt x="12049" y="16980"/>
                  <a:pt x="11700" y="16631"/>
                  <a:pt x="11700" y="16200"/>
                </a:cubicBezTo>
                <a:cubicBezTo>
                  <a:pt x="11700" y="15769"/>
                  <a:pt x="12049" y="15420"/>
                  <a:pt x="12480" y="15420"/>
                </a:cubicBezTo>
                <a:cubicBezTo>
                  <a:pt x="12911" y="15420"/>
                  <a:pt x="13260" y="15769"/>
                  <a:pt x="13260" y="16200"/>
                </a:cubicBezTo>
                <a:close/>
                <a:moveTo>
                  <a:pt x="14820" y="10740"/>
                </a:moveTo>
                <a:cubicBezTo>
                  <a:pt x="14820" y="11171"/>
                  <a:pt x="14471" y="11520"/>
                  <a:pt x="14040" y="11520"/>
                </a:cubicBezTo>
                <a:cubicBezTo>
                  <a:pt x="13609" y="11520"/>
                  <a:pt x="13260" y="11171"/>
                  <a:pt x="13260" y="10740"/>
                </a:cubicBezTo>
                <a:cubicBezTo>
                  <a:pt x="13260" y="10309"/>
                  <a:pt x="13609" y="9960"/>
                  <a:pt x="14040" y="9960"/>
                </a:cubicBezTo>
                <a:cubicBezTo>
                  <a:pt x="14471" y="9960"/>
                  <a:pt x="14820" y="10309"/>
                  <a:pt x="14820" y="10740"/>
                </a:cubicBezTo>
                <a:close/>
                <a:moveTo>
                  <a:pt x="15600" y="13860"/>
                </a:moveTo>
                <a:cubicBezTo>
                  <a:pt x="15600" y="14291"/>
                  <a:pt x="15251" y="14640"/>
                  <a:pt x="14820" y="14640"/>
                </a:cubicBezTo>
                <a:cubicBezTo>
                  <a:pt x="14389" y="14640"/>
                  <a:pt x="14040" y="14291"/>
                  <a:pt x="14040" y="13860"/>
                </a:cubicBezTo>
                <a:cubicBezTo>
                  <a:pt x="14040" y="13429"/>
                  <a:pt x="14389" y="13080"/>
                  <a:pt x="14820" y="13080"/>
                </a:cubicBezTo>
                <a:cubicBezTo>
                  <a:pt x="15251" y="13080"/>
                  <a:pt x="15600" y="13429"/>
                  <a:pt x="15600" y="13860"/>
                </a:cubicBezTo>
                <a:close/>
                <a:moveTo>
                  <a:pt x="7020" y="11520"/>
                </a:moveTo>
                <a:cubicBezTo>
                  <a:pt x="7020" y="11951"/>
                  <a:pt x="6671" y="12300"/>
                  <a:pt x="6240" y="12300"/>
                </a:cubicBezTo>
                <a:cubicBezTo>
                  <a:pt x="5809" y="12300"/>
                  <a:pt x="5460" y="11951"/>
                  <a:pt x="5460" y="11520"/>
                </a:cubicBezTo>
                <a:cubicBezTo>
                  <a:pt x="5460" y="11089"/>
                  <a:pt x="5809" y="10740"/>
                  <a:pt x="6240" y="10740"/>
                </a:cubicBezTo>
                <a:cubicBezTo>
                  <a:pt x="6671" y="10740"/>
                  <a:pt x="7020" y="11089"/>
                  <a:pt x="7020" y="115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散点分布·已验证</a:t>
            </a:r>
          </a:p>
        </p:txBody>
      </p:sp>
      <p:sp>
        <p:nvSpPr>
          <p:cNvPr id="34" name="DATA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1660"/>
                </a:moveTo>
                <a:lnTo>
                  <a:pt x="17004" y="21660"/>
                </a:lnTo>
                <a:cubicBezTo>
                  <a:pt x="17090" y="21660"/>
                  <a:pt x="17160" y="21730"/>
                  <a:pt x="17160" y="21816"/>
                </a:cubicBezTo>
                <a:lnTo>
                  <a:pt x="17160" y="22284"/>
                </a:lnTo>
                <a:cubicBezTo>
                  <a:pt x="17160" y="22370"/>
                  <a:pt x="17090" y="22440"/>
                  <a:pt x="1700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21816"/>
                </a:lnTo>
                <a:cubicBezTo>
                  <a:pt x="1560" y="21730"/>
                  <a:pt x="1630" y="21660"/>
                  <a:pt x="1716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6240" y="18540"/>
                </a:moveTo>
                <a:cubicBezTo>
                  <a:pt x="6240" y="18971"/>
                  <a:pt x="5891" y="19320"/>
                  <a:pt x="5460" y="19320"/>
                </a:cubicBezTo>
                <a:cubicBezTo>
                  <a:pt x="5029" y="19320"/>
                  <a:pt x="4680" y="18971"/>
                  <a:pt x="4680" y="18540"/>
                </a:cubicBezTo>
                <a:cubicBezTo>
                  <a:pt x="4680" y="18109"/>
                  <a:pt x="5029" y="17760"/>
                  <a:pt x="5460" y="17760"/>
                </a:cubicBezTo>
                <a:cubicBezTo>
                  <a:pt x="5891" y="17760"/>
                  <a:pt x="6240" y="18109"/>
                  <a:pt x="6240" y="18540"/>
                </a:cubicBezTo>
                <a:close/>
                <a:moveTo>
                  <a:pt x="8580" y="15420"/>
                </a:moveTo>
                <a:cubicBezTo>
                  <a:pt x="8580" y="15851"/>
                  <a:pt x="8231" y="16200"/>
                  <a:pt x="7800" y="16200"/>
                </a:cubicBezTo>
                <a:cubicBezTo>
                  <a:pt x="7369" y="16200"/>
                  <a:pt x="7020" y="15851"/>
                  <a:pt x="7020" y="15420"/>
                </a:cubicBezTo>
                <a:cubicBezTo>
                  <a:pt x="7020" y="14989"/>
                  <a:pt x="7369" y="14640"/>
                  <a:pt x="7800" y="14640"/>
                </a:cubicBezTo>
                <a:cubicBezTo>
                  <a:pt x="8231" y="14640"/>
                  <a:pt x="8580" y="14989"/>
                  <a:pt x="8580" y="15420"/>
                </a:cubicBezTo>
                <a:close/>
                <a:moveTo>
                  <a:pt x="9360" y="19320"/>
                </a:moveTo>
                <a:cubicBezTo>
                  <a:pt x="9360" y="19751"/>
                  <a:pt x="9011" y="20100"/>
                  <a:pt x="8580" y="20100"/>
                </a:cubicBezTo>
                <a:cubicBezTo>
                  <a:pt x="8149" y="20100"/>
                  <a:pt x="7800" y="19751"/>
                  <a:pt x="7800" y="19320"/>
                </a:cubicBezTo>
                <a:cubicBezTo>
                  <a:pt x="7800" y="18889"/>
                  <a:pt x="8149" y="18540"/>
                  <a:pt x="8580" y="18540"/>
                </a:cubicBezTo>
                <a:cubicBezTo>
                  <a:pt x="9011" y="18540"/>
                  <a:pt x="9360" y="18889"/>
                  <a:pt x="9360" y="19320"/>
                </a:cubicBezTo>
                <a:close/>
                <a:moveTo>
                  <a:pt x="11700" y="12300"/>
                </a:moveTo>
                <a:cubicBezTo>
                  <a:pt x="11700" y="12731"/>
                  <a:pt x="11351" y="13080"/>
                  <a:pt x="10920" y="13080"/>
                </a:cubicBezTo>
                <a:cubicBezTo>
                  <a:pt x="10489" y="13080"/>
                  <a:pt x="10140" y="12731"/>
                  <a:pt x="10140" y="12300"/>
                </a:cubicBezTo>
                <a:cubicBezTo>
                  <a:pt x="10140" y="11869"/>
                  <a:pt x="10489" y="11520"/>
                  <a:pt x="10920" y="11520"/>
                </a:cubicBezTo>
                <a:cubicBezTo>
                  <a:pt x="11351" y="11520"/>
                  <a:pt x="11700" y="11869"/>
                  <a:pt x="11700" y="12300"/>
                </a:cubicBezTo>
                <a:close/>
                <a:moveTo>
                  <a:pt x="13260" y="16200"/>
                </a:moveTo>
                <a:cubicBezTo>
                  <a:pt x="13260" y="16631"/>
                  <a:pt x="12911" y="16980"/>
                  <a:pt x="12480" y="16980"/>
                </a:cubicBezTo>
                <a:cubicBezTo>
                  <a:pt x="12049" y="16980"/>
                  <a:pt x="11700" y="16631"/>
                  <a:pt x="11700" y="16200"/>
                </a:cubicBezTo>
                <a:cubicBezTo>
                  <a:pt x="11700" y="15769"/>
                  <a:pt x="12049" y="15420"/>
                  <a:pt x="12480" y="15420"/>
                </a:cubicBezTo>
                <a:cubicBezTo>
                  <a:pt x="12911" y="15420"/>
                  <a:pt x="13260" y="15769"/>
                  <a:pt x="13260" y="16200"/>
                </a:cubicBezTo>
                <a:close/>
                <a:moveTo>
                  <a:pt x="14820" y="10740"/>
                </a:moveTo>
                <a:cubicBezTo>
                  <a:pt x="14820" y="11171"/>
                  <a:pt x="14471" y="11520"/>
                  <a:pt x="14040" y="11520"/>
                </a:cubicBezTo>
                <a:cubicBezTo>
                  <a:pt x="13609" y="11520"/>
                  <a:pt x="13260" y="11171"/>
                  <a:pt x="13260" y="10740"/>
                </a:cubicBezTo>
                <a:cubicBezTo>
                  <a:pt x="13260" y="10309"/>
                  <a:pt x="13609" y="9960"/>
                  <a:pt x="14040" y="9960"/>
                </a:cubicBezTo>
                <a:cubicBezTo>
                  <a:pt x="14471" y="9960"/>
                  <a:pt x="14820" y="10309"/>
                  <a:pt x="14820" y="10740"/>
                </a:cubicBezTo>
                <a:close/>
                <a:moveTo>
                  <a:pt x="15600" y="13860"/>
                </a:moveTo>
                <a:cubicBezTo>
                  <a:pt x="15600" y="14291"/>
                  <a:pt x="15251" y="14640"/>
                  <a:pt x="14820" y="14640"/>
                </a:cubicBezTo>
                <a:cubicBezTo>
                  <a:pt x="14389" y="14640"/>
                  <a:pt x="14040" y="14291"/>
                  <a:pt x="14040" y="13860"/>
                </a:cubicBezTo>
                <a:cubicBezTo>
                  <a:pt x="14040" y="13429"/>
                  <a:pt x="14389" y="13080"/>
                  <a:pt x="14820" y="13080"/>
                </a:cubicBezTo>
                <a:cubicBezTo>
                  <a:pt x="15251" y="13080"/>
                  <a:pt x="15600" y="13429"/>
                  <a:pt x="15600" y="13860"/>
                </a:cubicBezTo>
                <a:close/>
                <a:moveTo>
                  <a:pt x="7020" y="11520"/>
                </a:moveTo>
                <a:cubicBezTo>
                  <a:pt x="7020" y="11951"/>
                  <a:pt x="6671" y="12300"/>
                  <a:pt x="6240" y="12300"/>
                </a:cubicBezTo>
                <a:cubicBezTo>
                  <a:pt x="5809" y="12300"/>
                  <a:pt x="5460" y="11951"/>
                  <a:pt x="5460" y="11520"/>
                </a:cubicBezTo>
                <a:cubicBezTo>
                  <a:pt x="5460" y="11089"/>
                  <a:pt x="5809" y="10740"/>
                  <a:pt x="6240" y="10740"/>
                </a:cubicBezTo>
                <a:cubicBezTo>
                  <a:pt x="6671" y="10740"/>
                  <a:pt x="7020" y="11089"/>
                  <a:pt x="7020" y="1152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散点分布·预警</a:t>
            </a:r>
          </a:p>
        </p:txBody>
      </p:sp>
      <p:sp>
        <p:nvSpPr>
          <p:cNvPr id="37" name="DATA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1660"/>
                </a:moveTo>
                <a:lnTo>
                  <a:pt x="17004" y="21660"/>
                </a:lnTo>
                <a:cubicBezTo>
                  <a:pt x="17090" y="21660"/>
                  <a:pt x="17160" y="21730"/>
                  <a:pt x="17160" y="21816"/>
                </a:cubicBezTo>
                <a:lnTo>
                  <a:pt x="17160" y="22284"/>
                </a:lnTo>
                <a:cubicBezTo>
                  <a:pt x="17160" y="22370"/>
                  <a:pt x="17090" y="22440"/>
                  <a:pt x="1700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21816"/>
                </a:lnTo>
                <a:cubicBezTo>
                  <a:pt x="1560" y="21730"/>
                  <a:pt x="1630" y="21660"/>
                  <a:pt x="1716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6240" y="18540"/>
                </a:moveTo>
                <a:cubicBezTo>
                  <a:pt x="6240" y="18971"/>
                  <a:pt x="5891" y="19320"/>
                  <a:pt x="5460" y="19320"/>
                </a:cubicBezTo>
                <a:cubicBezTo>
                  <a:pt x="5029" y="19320"/>
                  <a:pt x="4680" y="18971"/>
                  <a:pt x="4680" y="18540"/>
                </a:cubicBezTo>
                <a:cubicBezTo>
                  <a:pt x="4680" y="18109"/>
                  <a:pt x="5029" y="17760"/>
                  <a:pt x="5460" y="17760"/>
                </a:cubicBezTo>
                <a:cubicBezTo>
                  <a:pt x="5891" y="17760"/>
                  <a:pt x="6240" y="18109"/>
                  <a:pt x="6240" y="18540"/>
                </a:cubicBezTo>
                <a:close/>
                <a:moveTo>
                  <a:pt x="8580" y="15420"/>
                </a:moveTo>
                <a:cubicBezTo>
                  <a:pt x="8580" y="15851"/>
                  <a:pt x="8231" y="16200"/>
                  <a:pt x="7800" y="16200"/>
                </a:cubicBezTo>
                <a:cubicBezTo>
                  <a:pt x="7369" y="16200"/>
                  <a:pt x="7020" y="15851"/>
                  <a:pt x="7020" y="15420"/>
                </a:cubicBezTo>
                <a:cubicBezTo>
                  <a:pt x="7020" y="14989"/>
                  <a:pt x="7369" y="14640"/>
                  <a:pt x="7800" y="14640"/>
                </a:cubicBezTo>
                <a:cubicBezTo>
                  <a:pt x="8231" y="14640"/>
                  <a:pt x="8580" y="14989"/>
                  <a:pt x="8580" y="15420"/>
                </a:cubicBezTo>
                <a:close/>
                <a:moveTo>
                  <a:pt x="9360" y="19320"/>
                </a:moveTo>
                <a:cubicBezTo>
                  <a:pt x="9360" y="19751"/>
                  <a:pt x="9011" y="20100"/>
                  <a:pt x="8580" y="20100"/>
                </a:cubicBezTo>
                <a:cubicBezTo>
                  <a:pt x="8149" y="20100"/>
                  <a:pt x="7800" y="19751"/>
                  <a:pt x="7800" y="19320"/>
                </a:cubicBezTo>
                <a:cubicBezTo>
                  <a:pt x="7800" y="18889"/>
                  <a:pt x="8149" y="18540"/>
                  <a:pt x="8580" y="18540"/>
                </a:cubicBezTo>
                <a:cubicBezTo>
                  <a:pt x="9011" y="18540"/>
                  <a:pt x="9360" y="18889"/>
                  <a:pt x="9360" y="19320"/>
                </a:cubicBezTo>
                <a:close/>
                <a:moveTo>
                  <a:pt x="11700" y="12300"/>
                </a:moveTo>
                <a:cubicBezTo>
                  <a:pt x="11700" y="12731"/>
                  <a:pt x="11351" y="13080"/>
                  <a:pt x="10920" y="13080"/>
                </a:cubicBezTo>
                <a:cubicBezTo>
                  <a:pt x="10489" y="13080"/>
                  <a:pt x="10140" y="12731"/>
                  <a:pt x="10140" y="12300"/>
                </a:cubicBezTo>
                <a:cubicBezTo>
                  <a:pt x="10140" y="11869"/>
                  <a:pt x="10489" y="11520"/>
                  <a:pt x="10920" y="11520"/>
                </a:cubicBezTo>
                <a:cubicBezTo>
                  <a:pt x="11351" y="11520"/>
                  <a:pt x="11700" y="11869"/>
                  <a:pt x="11700" y="12300"/>
                </a:cubicBezTo>
                <a:close/>
                <a:moveTo>
                  <a:pt x="13260" y="16200"/>
                </a:moveTo>
                <a:cubicBezTo>
                  <a:pt x="13260" y="16631"/>
                  <a:pt x="12911" y="16980"/>
                  <a:pt x="12480" y="16980"/>
                </a:cubicBezTo>
                <a:cubicBezTo>
                  <a:pt x="12049" y="16980"/>
                  <a:pt x="11700" y="16631"/>
                  <a:pt x="11700" y="16200"/>
                </a:cubicBezTo>
                <a:cubicBezTo>
                  <a:pt x="11700" y="15769"/>
                  <a:pt x="12049" y="15420"/>
                  <a:pt x="12480" y="15420"/>
                </a:cubicBezTo>
                <a:cubicBezTo>
                  <a:pt x="12911" y="15420"/>
                  <a:pt x="13260" y="15769"/>
                  <a:pt x="13260" y="16200"/>
                </a:cubicBezTo>
                <a:close/>
                <a:moveTo>
                  <a:pt x="14820" y="10740"/>
                </a:moveTo>
                <a:cubicBezTo>
                  <a:pt x="14820" y="11171"/>
                  <a:pt x="14471" y="11520"/>
                  <a:pt x="14040" y="11520"/>
                </a:cubicBezTo>
                <a:cubicBezTo>
                  <a:pt x="13609" y="11520"/>
                  <a:pt x="13260" y="11171"/>
                  <a:pt x="13260" y="10740"/>
                </a:cubicBezTo>
                <a:cubicBezTo>
                  <a:pt x="13260" y="10309"/>
                  <a:pt x="13609" y="9960"/>
                  <a:pt x="14040" y="9960"/>
                </a:cubicBezTo>
                <a:cubicBezTo>
                  <a:pt x="14471" y="9960"/>
                  <a:pt x="14820" y="10309"/>
                  <a:pt x="14820" y="10740"/>
                </a:cubicBezTo>
                <a:close/>
                <a:moveTo>
                  <a:pt x="15600" y="13860"/>
                </a:moveTo>
                <a:cubicBezTo>
                  <a:pt x="15600" y="14291"/>
                  <a:pt x="15251" y="14640"/>
                  <a:pt x="14820" y="14640"/>
                </a:cubicBezTo>
                <a:cubicBezTo>
                  <a:pt x="14389" y="14640"/>
                  <a:pt x="14040" y="14291"/>
                  <a:pt x="14040" y="13860"/>
                </a:cubicBezTo>
                <a:cubicBezTo>
                  <a:pt x="14040" y="13429"/>
                  <a:pt x="14389" y="13080"/>
                  <a:pt x="14820" y="13080"/>
                </a:cubicBezTo>
                <a:cubicBezTo>
                  <a:pt x="15251" y="13080"/>
                  <a:pt x="15600" y="13429"/>
                  <a:pt x="15600" y="13860"/>
                </a:cubicBezTo>
                <a:close/>
                <a:moveTo>
                  <a:pt x="7020" y="11520"/>
                </a:moveTo>
                <a:cubicBezTo>
                  <a:pt x="7020" y="11951"/>
                  <a:pt x="6671" y="12300"/>
                  <a:pt x="6240" y="12300"/>
                </a:cubicBezTo>
                <a:cubicBezTo>
                  <a:pt x="5809" y="12300"/>
                  <a:pt x="5460" y="11951"/>
                  <a:pt x="5460" y="11520"/>
                </a:cubicBezTo>
                <a:cubicBezTo>
                  <a:pt x="5460" y="11089"/>
                  <a:pt x="5809" y="10740"/>
                  <a:pt x="6240" y="10740"/>
                </a:cubicBezTo>
                <a:cubicBezTo>
                  <a:pt x="6671" y="10740"/>
                  <a:pt x="7020" y="11089"/>
                  <a:pt x="7020" y="1152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散点分布·上升</a:t>
            </a:r>
          </a:p>
        </p:txBody>
      </p:sp>
      <p:sp>
        <p:nvSpPr>
          <p:cNvPr id="40" name="DATA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1660"/>
                </a:moveTo>
                <a:lnTo>
                  <a:pt x="17004" y="21660"/>
                </a:lnTo>
                <a:cubicBezTo>
                  <a:pt x="17090" y="21660"/>
                  <a:pt x="17160" y="21730"/>
                  <a:pt x="17160" y="21816"/>
                </a:cubicBezTo>
                <a:lnTo>
                  <a:pt x="17160" y="22284"/>
                </a:lnTo>
                <a:cubicBezTo>
                  <a:pt x="17160" y="22370"/>
                  <a:pt x="17090" y="22440"/>
                  <a:pt x="1700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21816"/>
                </a:lnTo>
                <a:cubicBezTo>
                  <a:pt x="1560" y="21730"/>
                  <a:pt x="1630" y="21660"/>
                  <a:pt x="1716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6240" y="18540"/>
                </a:moveTo>
                <a:cubicBezTo>
                  <a:pt x="6240" y="18971"/>
                  <a:pt x="5891" y="19320"/>
                  <a:pt x="5460" y="19320"/>
                </a:cubicBezTo>
                <a:cubicBezTo>
                  <a:pt x="5029" y="19320"/>
                  <a:pt x="4680" y="18971"/>
                  <a:pt x="4680" y="18540"/>
                </a:cubicBezTo>
                <a:cubicBezTo>
                  <a:pt x="4680" y="18109"/>
                  <a:pt x="5029" y="17760"/>
                  <a:pt x="5460" y="17760"/>
                </a:cubicBezTo>
                <a:cubicBezTo>
                  <a:pt x="5891" y="17760"/>
                  <a:pt x="6240" y="18109"/>
                  <a:pt x="6240" y="18540"/>
                </a:cubicBezTo>
                <a:close/>
                <a:moveTo>
                  <a:pt x="8580" y="15420"/>
                </a:moveTo>
                <a:cubicBezTo>
                  <a:pt x="8580" y="15851"/>
                  <a:pt x="8231" y="16200"/>
                  <a:pt x="7800" y="16200"/>
                </a:cubicBezTo>
                <a:cubicBezTo>
                  <a:pt x="7369" y="16200"/>
                  <a:pt x="7020" y="15851"/>
                  <a:pt x="7020" y="15420"/>
                </a:cubicBezTo>
                <a:cubicBezTo>
                  <a:pt x="7020" y="14989"/>
                  <a:pt x="7369" y="14640"/>
                  <a:pt x="7800" y="14640"/>
                </a:cubicBezTo>
                <a:cubicBezTo>
                  <a:pt x="8231" y="14640"/>
                  <a:pt x="8580" y="14989"/>
                  <a:pt x="8580" y="15420"/>
                </a:cubicBezTo>
                <a:close/>
                <a:moveTo>
                  <a:pt x="9360" y="19320"/>
                </a:moveTo>
                <a:cubicBezTo>
                  <a:pt x="9360" y="19751"/>
                  <a:pt x="9011" y="20100"/>
                  <a:pt x="8580" y="20100"/>
                </a:cubicBezTo>
                <a:cubicBezTo>
                  <a:pt x="8149" y="20100"/>
                  <a:pt x="7800" y="19751"/>
                  <a:pt x="7800" y="19320"/>
                </a:cubicBezTo>
                <a:cubicBezTo>
                  <a:pt x="7800" y="18889"/>
                  <a:pt x="8149" y="18540"/>
                  <a:pt x="8580" y="18540"/>
                </a:cubicBezTo>
                <a:cubicBezTo>
                  <a:pt x="9011" y="18540"/>
                  <a:pt x="9360" y="18889"/>
                  <a:pt x="9360" y="19320"/>
                </a:cubicBezTo>
                <a:close/>
                <a:moveTo>
                  <a:pt x="11700" y="12300"/>
                </a:moveTo>
                <a:cubicBezTo>
                  <a:pt x="11700" y="12731"/>
                  <a:pt x="11351" y="13080"/>
                  <a:pt x="10920" y="13080"/>
                </a:cubicBezTo>
                <a:cubicBezTo>
                  <a:pt x="10489" y="13080"/>
                  <a:pt x="10140" y="12731"/>
                  <a:pt x="10140" y="12300"/>
                </a:cubicBezTo>
                <a:cubicBezTo>
                  <a:pt x="10140" y="11869"/>
                  <a:pt x="10489" y="11520"/>
                  <a:pt x="10920" y="11520"/>
                </a:cubicBezTo>
                <a:cubicBezTo>
                  <a:pt x="11351" y="11520"/>
                  <a:pt x="11700" y="11869"/>
                  <a:pt x="11700" y="12300"/>
                </a:cubicBezTo>
                <a:close/>
                <a:moveTo>
                  <a:pt x="13260" y="16200"/>
                </a:moveTo>
                <a:cubicBezTo>
                  <a:pt x="13260" y="16631"/>
                  <a:pt x="12911" y="16980"/>
                  <a:pt x="12480" y="16980"/>
                </a:cubicBezTo>
                <a:cubicBezTo>
                  <a:pt x="12049" y="16980"/>
                  <a:pt x="11700" y="16631"/>
                  <a:pt x="11700" y="16200"/>
                </a:cubicBezTo>
                <a:cubicBezTo>
                  <a:pt x="11700" y="15769"/>
                  <a:pt x="12049" y="15420"/>
                  <a:pt x="12480" y="15420"/>
                </a:cubicBezTo>
                <a:cubicBezTo>
                  <a:pt x="12911" y="15420"/>
                  <a:pt x="13260" y="15769"/>
                  <a:pt x="13260" y="16200"/>
                </a:cubicBezTo>
                <a:close/>
                <a:moveTo>
                  <a:pt x="14820" y="10740"/>
                </a:moveTo>
                <a:cubicBezTo>
                  <a:pt x="14820" y="11171"/>
                  <a:pt x="14471" y="11520"/>
                  <a:pt x="14040" y="11520"/>
                </a:cubicBezTo>
                <a:cubicBezTo>
                  <a:pt x="13609" y="11520"/>
                  <a:pt x="13260" y="11171"/>
                  <a:pt x="13260" y="10740"/>
                </a:cubicBezTo>
                <a:cubicBezTo>
                  <a:pt x="13260" y="10309"/>
                  <a:pt x="13609" y="9960"/>
                  <a:pt x="14040" y="9960"/>
                </a:cubicBezTo>
                <a:cubicBezTo>
                  <a:pt x="14471" y="9960"/>
                  <a:pt x="14820" y="10309"/>
                  <a:pt x="14820" y="10740"/>
                </a:cubicBezTo>
                <a:close/>
                <a:moveTo>
                  <a:pt x="15600" y="13860"/>
                </a:moveTo>
                <a:cubicBezTo>
                  <a:pt x="15600" y="14291"/>
                  <a:pt x="15251" y="14640"/>
                  <a:pt x="14820" y="14640"/>
                </a:cubicBezTo>
                <a:cubicBezTo>
                  <a:pt x="14389" y="14640"/>
                  <a:pt x="14040" y="14291"/>
                  <a:pt x="14040" y="13860"/>
                </a:cubicBezTo>
                <a:cubicBezTo>
                  <a:pt x="14040" y="13429"/>
                  <a:pt x="14389" y="13080"/>
                  <a:pt x="14820" y="13080"/>
                </a:cubicBezTo>
                <a:cubicBezTo>
                  <a:pt x="15251" y="13080"/>
                  <a:pt x="15600" y="13429"/>
                  <a:pt x="15600" y="13860"/>
                </a:cubicBezTo>
                <a:close/>
                <a:moveTo>
                  <a:pt x="7020" y="11520"/>
                </a:moveTo>
                <a:cubicBezTo>
                  <a:pt x="7020" y="11951"/>
                  <a:pt x="6671" y="12300"/>
                  <a:pt x="6240" y="12300"/>
                </a:cubicBezTo>
                <a:cubicBezTo>
                  <a:pt x="5809" y="12300"/>
                  <a:pt x="5460" y="11951"/>
                  <a:pt x="5460" y="11520"/>
                </a:cubicBezTo>
                <a:cubicBezTo>
                  <a:pt x="5460" y="11089"/>
                  <a:pt x="5809" y="10740"/>
                  <a:pt x="6240" y="10740"/>
                </a:cubicBezTo>
                <a:cubicBezTo>
                  <a:pt x="6671" y="10740"/>
                  <a:pt x="7020" y="11089"/>
                  <a:pt x="7020" y="1152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散点分布·下降</a:t>
            </a:r>
          </a:p>
        </p:txBody>
      </p:sp>
      <p:sp>
        <p:nvSpPr>
          <p:cNvPr id="43" name="DATA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1660"/>
                </a:moveTo>
                <a:lnTo>
                  <a:pt x="17004" y="21660"/>
                </a:lnTo>
                <a:cubicBezTo>
                  <a:pt x="17090" y="21660"/>
                  <a:pt x="17160" y="21730"/>
                  <a:pt x="17160" y="21816"/>
                </a:cubicBezTo>
                <a:lnTo>
                  <a:pt x="17160" y="22284"/>
                </a:lnTo>
                <a:cubicBezTo>
                  <a:pt x="17160" y="22370"/>
                  <a:pt x="17090" y="22440"/>
                  <a:pt x="1700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21816"/>
                </a:lnTo>
                <a:cubicBezTo>
                  <a:pt x="1560" y="21730"/>
                  <a:pt x="1630" y="21660"/>
                  <a:pt x="1716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6240" y="18540"/>
                </a:moveTo>
                <a:cubicBezTo>
                  <a:pt x="6240" y="18971"/>
                  <a:pt x="5891" y="19320"/>
                  <a:pt x="5460" y="19320"/>
                </a:cubicBezTo>
                <a:cubicBezTo>
                  <a:pt x="5029" y="19320"/>
                  <a:pt x="4680" y="18971"/>
                  <a:pt x="4680" y="18540"/>
                </a:cubicBezTo>
                <a:cubicBezTo>
                  <a:pt x="4680" y="18109"/>
                  <a:pt x="5029" y="17760"/>
                  <a:pt x="5460" y="17760"/>
                </a:cubicBezTo>
                <a:cubicBezTo>
                  <a:pt x="5891" y="17760"/>
                  <a:pt x="6240" y="18109"/>
                  <a:pt x="6240" y="18540"/>
                </a:cubicBezTo>
                <a:close/>
                <a:moveTo>
                  <a:pt x="8580" y="15420"/>
                </a:moveTo>
                <a:cubicBezTo>
                  <a:pt x="8580" y="15851"/>
                  <a:pt x="8231" y="16200"/>
                  <a:pt x="7800" y="16200"/>
                </a:cubicBezTo>
                <a:cubicBezTo>
                  <a:pt x="7369" y="16200"/>
                  <a:pt x="7020" y="15851"/>
                  <a:pt x="7020" y="15420"/>
                </a:cubicBezTo>
                <a:cubicBezTo>
                  <a:pt x="7020" y="14989"/>
                  <a:pt x="7369" y="14640"/>
                  <a:pt x="7800" y="14640"/>
                </a:cubicBezTo>
                <a:cubicBezTo>
                  <a:pt x="8231" y="14640"/>
                  <a:pt x="8580" y="14989"/>
                  <a:pt x="8580" y="15420"/>
                </a:cubicBezTo>
                <a:close/>
                <a:moveTo>
                  <a:pt x="9360" y="19320"/>
                </a:moveTo>
                <a:cubicBezTo>
                  <a:pt x="9360" y="19751"/>
                  <a:pt x="9011" y="20100"/>
                  <a:pt x="8580" y="20100"/>
                </a:cubicBezTo>
                <a:cubicBezTo>
                  <a:pt x="8149" y="20100"/>
                  <a:pt x="7800" y="19751"/>
                  <a:pt x="7800" y="19320"/>
                </a:cubicBezTo>
                <a:cubicBezTo>
                  <a:pt x="7800" y="18889"/>
                  <a:pt x="8149" y="18540"/>
                  <a:pt x="8580" y="18540"/>
                </a:cubicBezTo>
                <a:cubicBezTo>
                  <a:pt x="9011" y="18540"/>
                  <a:pt x="9360" y="18889"/>
                  <a:pt x="9360" y="19320"/>
                </a:cubicBezTo>
                <a:close/>
                <a:moveTo>
                  <a:pt x="11700" y="12300"/>
                </a:moveTo>
                <a:cubicBezTo>
                  <a:pt x="11700" y="12731"/>
                  <a:pt x="11351" y="13080"/>
                  <a:pt x="10920" y="13080"/>
                </a:cubicBezTo>
                <a:cubicBezTo>
                  <a:pt x="10489" y="13080"/>
                  <a:pt x="10140" y="12731"/>
                  <a:pt x="10140" y="12300"/>
                </a:cubicBezTo>
                <a:cubicBezTo>
                  <a:pt x="10140" y="11869"/>
                  <a:pt x="10489" y="11520"/>
                  <a:pt x="10920" y="11520"/>
                </a:cubicBezTo>
                <a:cubicBezTo>
                  <a:pt x="11351" y="11520"/>
                  <a:pt x="11700" y="11869"/>
                  <a:pt x="11700" y="12300"/>
                </a:cubicBezTo>
                <a:close/>
                <a:moveTo>
                  <a:pt x="13260" y="16200"/>
                </a:moveTo>
                <a:cubicBezTo>
                  <a:pt x="13260" y="16631"/>
                  <a:pt x="12911" y="16980"/>
                  <a:pt x="12480" y="16980"/>
                </a:cubicBezTo>
                <a:cubicBezTo>
                  <a:pt x="12049" y="16980"/>
                  <a:pt x="11700" y="16631"/>
                  <a:pt x="11700" y="16200"/>
                </a:cubicBezTo>
                <a:cubicBezTo>
                  <a:pt x="11700" y="15769"/>
                  <a:pt x="12049" y="15420"/>
                  <a:pt x="12480" y="15420"/>
                </a:cubicBezTo>
                <a:cubicBezTo>
                  <a:pt x="12911" y="15420"/>
                  <a:pt x="13260" y="15769"/>
                  <a:pt x="13260" y="16200"/>
                </a:cubicBezTo>
                <a:close/>
                <a:moveTo>
                  <a:pt x="14820" y="10740"/>
                </a:moveTo>
                <a:cubicBezTo>
                  <a:pt x="14820" y="11171"/>
                  <a:pt x="14471" y="11520"/>
                  <a:pt x="14040" y="11520"/>
                </a:cubicBezTo>
                <a:cubicBezTo>
                  <a:pt x="13609" y="11520"/>
                  <a:pt x="13260" y="11171"/>
                  <a:pt x="13260" y="10740"/>
                </a:cubicBezTo>
                <a:cubicBezTo>
                  <a:pt x="13260" y="10309"/>
                  <a:pt x="13609" y="9960"/>
                  <a:pt x="14040" y="9960"/>
                </a:cubicBezTo>
                <a:cubicBezTo>
                  <a:pt x="14471" y="9960"/>
                  <a:pt x="14820" y="10309"/>
                  <a:pt x="14820" y="10740"/>
                </a:cubicBezTo>
                <a:close/>
                <a:moveTo>
                  <a:pt x="15600" y="13860"/>
                </a:moveTo>
                <a:cubicBezTo>
                  <a:pt x="15600" y="14291"/>
                  <a:pt x="15251" y="14640"/>
                  <a:pt x="14820" y="14640"/>
                </a:cubicBezTo>
                <a:cubicBezTo>
                  <a:pt x="14389" y="14640"/>
                  <a:pt x="14040" y="14291"/>
                  <a:pt x="14040" y="13860"/>
                </a:cubicBezTo>
                <a:cubicBezTo>
                  <a:pt x="14040" y="13429"/>
                  <a:pt x="14389" y="13080"/>
                  <a:pt x="14820" y="13080"/>
                </a:cubicBezTo>
                <a:cubicBezTo>
                  <a:pt x="15251" y="13080"/>
                  <a:pt x="15600" y="13429"/>
                  <a:pt x="15600" y="13860"/>
                </a:cubicBezTo>
                <a:close/>
                <a:moveTo>
                  <a:pt x="7020" y="11520"/>
                </a:moveTo>
                <a:cubicBezTo>
                  <a:pt x="7020" y="11951"/>
                  <a:pt x="6671" y="12300"/>
                  <a:pt x="6240" y="12300"/>
                </a:cubicBezTo>
                <a:cubicBezTo>
                  <a:pt x="5809" y="12300"/>
                  <a:pt x="5460" y="11951"/>
                  <a:pt x="5460" y="11520"/>
                </a:cubicBezTo>
                <a:cubicBezTo>
                  <a:pt x="5460" y="11089"/>
                  <a:pt x="5809" y="10740"/>
                  <a:pt x="6240" y="10740"/>
                </a:cubicBezTo>
                <a:cubicBezTo>
                  <a:pt x="6671" y="10740"/>
                  <a:pt x="7020" y="11089"/>
                  <a:pt x="7020" y="1152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散点分布·洞察</a:t>
            </a:r>
          </a:p>
        </p:txBody>
      </p:sp>
      <p:sp>
        <p:nvSpPr>
          <p:cNvPr id="46" name="DATA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" y="21000"/>
                </a:moveTo>
                <a:lnTo>
                  <a:pt x="21800" y="21000"/>
                </a:lnTo>
                <a:cubicBezTo>
                  <a:pt x="21910" y="21000"/>
                  <a:pt x="22000" y="21090"/>
                  <a:pt x="22000" y="21200"/>
                </a:cubicBezTo>
                <a:lnTo>
                  <a:pt x="22000" y="21800"/>
                </a:lnTo>
                <a:cubicBezTo>
                  <a:pt x="22000" y="21910"/>
                  <a:pt x="21910" y="22000"/>
                  <a:pt x="21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21200"/>
                </a:lnTo>
                <a:cubicBezTo>
                  <a:pt x="2000" y="21090"/>
                  <a:pt x="2090" y="21000"/>
                  <a:pt x="2200" y="21000"/>
                </a:cubicBezTo>
                <a:close/>
                <a:moveTo>
                  <a:pt x="2200" y="3000"/>
                </a:moveTo>
                <a:lnTo>
                  <a:pt x="2800" y="3000"/>
                </a:lnTo>
                <a:cubicBezTo>
                  <a:pt x="2910" y="3000"/>
                  <a:pt x="3000" y="3090"/>
                  <a:pt x="3000" y="3200"/>
                </a:cubicBezTo>
                <a:lnTo>
                  <a:pt x="3000" y="21800"/>
                </a:lnTo>
                <a:cubicBezTo>
                  <a:pt x="3000" y="21910"/>
                  <a:pt x="2910" y="22000"/>
                  <a:pt x="2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3200"/>
                </a:lnTo>
                <a:cubicBezTo>
                  <a:pt x="2000" y="3090"/>
                  <a:pt x="2090" y="3000"/>
                  <a:pt x="2200" y="3000"/>
                </a:cubicBezTo>
                <a:close/>
                <a:moveTo>
                  <a:pt x="3000" y="19000"/>
                </a:moveTo>
                <a:cubicBezTo>
                  <a:pt x="8000" y="19000"/>
                  <a:pt x="11000" y="18000"/>
                  <a:pt x="13000" y="14000"/>
                </a:cubicBezTo>
                <a:cubicBezTo>
                  <a:pt x="15000" y="10000"/>
                  <a:pt x="17000" y="6000"/>
                  <a:pt x="21000" y="4000"/>
                </a:cubicBezTo>
                <a:lnTo>
                  <a:pt x="21000" y="6000"/>
                </a:lnTo>
                <a:cubicBezTo>
                  <a:pt x="18000" y="7000"/>
                  <a:pt x="16000" y="11000"/>
                  <a:pt x="14000" y="15000"/>
                </a:cubicBezTo>
                <a:cubicBezTo>
                  <a:pt x="12000" y="19000"/>
                  <a:pt x="8000" y="21000"/>
                  <a:pt x="30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增长曲线</a:t>
            </a:r>
          </a:p>
        </p:txBody>
      </p:sp>
      <p:sp>
        <p:nvSpPr>
          <p:cNvPr id="49" name="DATA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1660"/>
                </a:moveTo>
                <a:lnTo>
                  <a:pt x="17004" y="21660"/>
                </a:lnTo>
                <a:cubicBezTo>
                  <a:pt x="17090" y="21660"/>
                  <a:pt x="17160" y="21730"/>
                  <a:pt x="17160" y="21816"/>
                </a:cubicBezTo>
                <a:lnTo>
                  <a:pt x="17160" y="22284"/>
                </a:lnTo>
                <a:cubicBezTo>
                  <a:pt x="17160" y="22370"/>
                  <a:pt x="17090" y="22440"/>
                  <a:pt x="1700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21816"/>
                </a:lnTo>
                <a:cubicBezTo>
                  <a:pt x="1560" y="21730"/>
                  <a:pt x="1630" y="21660"/>
                  <a:pt x="1716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2340" y="20100"/>
                </a:moveTo>
                <a:cubicBezTo>
                  <a:pt x="6240" y="20100"/>
                  <a:pt x="8580" y="19320"/>
                  <a:pt x="10140" y="16200"/>
                </a:cubicBezTo>
                <a:cubicBezTo>
                  <a:pt x="11700" y="13080"/>
                  <a:pt x="13260" y="9960"/>
                  <a:pt x="16380" y="8400"/>
                </a:cubicBezTo>
                <a:lnTo>
                  <a:pt x="16380" y="9960"/>
                </a:lnTo>
                <a:cubicBezTo>
                  <a:pt x="14040" y="10740"/>
                  <a:pt x="12480" y="13860"/>
                  <a:pt x="10920" y="16980"/>
                </a:cubicBezTo>
                <a:cubicBezTo>
                  <a:pt x="9360" y="20100"/>
                  <a:pt x="6240" y="21660"/>
                  <a:pt x="2340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增长曲线·已验证</a:t>
            </a:r>
          </a:p>
        </p:txBody>
      </p:sp>
      <p:sp>
        <p:nvSpPr>
          <p:cNvPr id="52" name="DATA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1660"/>
                </a:moveTo>
                <a:lnTo>
                  <a:pt x="17004" y="21660"/>
                </a:lnTo>
                <a:cubicBezTo>
                  <a:pt x="17090" y="21660"/>
                  <a:pt x="17160" y="21730"/>
                  <a:pt x="17160" y="21816"/>
                </a:cubicBezTo>
                <a:lnTo>
                  <a:pt x="17160" y="22284"/>
                </a:lnTo>
                <a:cubicBezTo>
                  <a:pt x="17160" y="22370"/>
                  <a:pt x="17090" y="22440"/>
                  <a:pt x="1700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21816"/>
                </a:lnTo>
                <a:cubicBezTo>
                  <a:pt x="1560" y="21730"/>
                  <a:pt x="1630" y="21660"/>
                  <a:pt x="1716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2340" y="20100"/>
                </a:moveTo>
                <a:cubicBezTo>
                  <a:pt x="6240" y="20100"/>
                  <a:pt x="8580" y="19320"/>
                  <a:pt x="10140" y="16200"/>
                </a:cubicBezTo>
                <a:cubicBezTo>
                  <a:pt x="11700" y="13080"/>
                  <a:pt x="13260" y="9960"/>
                  <a:pt x="16380" y="8400"/>
                </a:cubicBezTo>
                <a:lnTo>
                  <a:pt x="16380" y="9960"/>
                </a:lnTo>
                <a:cubicBezTo>
                  <a:pt x="14040" y="10740"/>
                  <a:pt x="12480" y="13860"/>
                  <a:pt x="10920" y="16980"/>
                </a:cubicBezTo>
                <a:cubicBezTo>
                  <a:pt x="9360" y="20100"/>
                  <a:pt x="6240" y="21660"/>
                  <a:pt x="2340" y="2166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增长曲线·预警</a:t>
            </a:r>
          </a:p>
        </p:txBody>
      </p:sp>
      <p:sp>
        <p:nvSpPr>
          <p:cNvPr id="55" name="DATA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1660"/>
                </a:moveTo>
                <a:lnTo>
                  <a:pt x="17004" y="21660"/>
                </a:lnTo>
                <a:cubicBezTo>
                  <a:pt x="17090" y="21660"/>
                  <a:pt x="17160" y="21730"/>
                  <a:pt x="17160" y="21816"/>
                </a:cubicBezTo>
                <a:lnTo>
                  <a:pt x="17160" y="22284"/>
                </a:lnTo>
                <a:cubicBezTo>
                  <a:pt x="17160" y="22370"/>
                  <a:pt x="17090" y="22440"/>
                  <a:pt x="1700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21816"/>
                </a:lnTo>
                <a:cubicBezTo>
                  <a:pt x="1560" y="21730"/>
                  <a:pt x="1630" y="21660"/>
                  <a:pt x="1716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2340" y="20100"/>
                </a:moveTo>
                <a:cubicBezTo>
                  <a:pt x="6240" y="20100"/>
                  <a:pt x="8580" y="19320"/>
                  <a:pt x="10140" y="16200"/>
                </a:cubicBezTo>
                <a:cubicBezTo>
                  <a:pt x="11700" y="13080"/>
                  <a:pt x="13260" y="9960"/>
                  <a:pt x="16380" y="8400"/>
                </a:cubicBezTo>
                <a:lnTo>
                  <a:pt x="16380" y="9960"/>
                </a:lnTo>
                <a:cubicBezTo>
                  <a:pt x="14040" y="10740"/>
                  <a:pt x="12480" y="13860"/>
                  <a:pt x="10920" y="16980"/>
                </a:cubicBezTo>
                <a:cubicBezTo>
                  <a:pt x="9360" y="20100"/>
                  <a:pt x="6240" y="21660"/>
                  <a:pt x="2340" y="2166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增长曲线·上升</a:t>
            </a:r>
          </a:p>
        </p:txBody>
      </p:sp>
      <p:sp>
        <p:nvSpPr>
          <p:cNvPr id="58" name="DATA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1660"/>
                </a:moveTo>
                <a:lnTo>
                  <a:pt x="17004" y="21660"/>
                </a:lnTo>
                <a:cubicBezTo>
                  <a:pt x="17090" y="21660"/>
                  <a:pt x="17160" y="21730"/>
                  <a:pt x="17160" y="21816"/>
                </a:cubicBezTo>
                <a:lnTo>
                  <a:pt x="17160" y="22284"/>
                </a:lnTo>
                <a:cubicBezTo>
                  <a:pt x="17160" y="22370"/>
                  <a:pt x="17090" y="22440"/>
                  <a:pt x="1700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21816"/>
                </a:lnTo>
                <a:cubicBezTo>
                  <a:pt x="1560" y="21730"/>
                  <a:pt x="1630" y="21660"/>
                  <a:pt x="1716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2340" y="20100"/>
                </a:moveTo>
                <a:cubicBezTo>
                  <a:pt x="6240" y="20100"/>
                  <a:pt x="8580" y="19320"/>
                  <a:pt x="10140" y="16200"/>
                </a:cubicBezTo>
                <a:cubicBezTo>
                  <a:pt x="11700" y="13080"/>
                  <a:pt x="13260" y="9960"/>
                  <a:pt x="16380" y="8400"/>
                </a:cubicBezTo>
                <a:lnTo>
                  <a:pt x="16380" y="9960"/>
                </a:lnTo>
                <a:cubicBezTo>
                  <a:pt x="14040" y="10740"/>
                  <a:pt x="12480" y="13860"/>
                  <a:pt x="10920" y="16980"/>
                </a:cubicBezTo>
                <a:cubicBezTo>
                  <a:pt x="9360" y="20100"/>
                  <a:pt x="6240" y="21660"/>
                  <a:pt x="2340" y="2166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增长曲线·下降</a:t>
            </a:r>
          </a:p>
        </p:txBody>
      </p:sp>
      <p:sp>
        <p:nvSpPr>
          <p:cNvPr id="61" name="DATA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" y="21660"/>
                </a:moveTo>
                <a:lnTo>
                  <a:pt x="17004" y="21660"/>
                </a:lnTo>
                <a:cubicBezTo>
                  <a:pt x="17090" y="21660"/>
                  <a:pt x="17160" y="21730"/>
                  <a:pt x="17160" y="21816"/>
                </a:cubicBezTo>
                <a:lnTo>
                  <a:pt x="17160" y="22284"/>
                </a:lnTo>
                <a:cubicBezTo>
                  <a:pt x="17160" y="22370"/>
                  <a:pt x="17090" y="22440"/>
                  <a:pt x="1700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21816"/>
                </a:lnTo>
                <a:cubicBezTo>
                  <a:pt x="1560" y="21730"/>
                  <a:pt x="1630" y="21660"/>
                  <a:pt x="1716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2340" y="20100"/>
                </a:moveTo>
                <a:cubicBezTo>
                  <a:pt x="6240" y="20100"/>
                  <a:pt x="8580" y="19320"/>
                  <a:pt x="10140" y="16200"/>
                </a:cubicBezTo>
                <a:cubicBezTo>
                  <a:pt x="11700" y="13080"/>
                  <a:pt x="13260" y="9960"/>
                  <a:pt x="16380" y="8400"/>
                </a:cubicBezTo>
                <a:lnTo>
                  <a:pt x="16380" y="9960"/>
                </a:lnTo>
                <a:cubicBezTo>
                  <a:pt x="14040" y="10740"/>
                  <a:pt x="12480" y="13860"/>
                  <a:pt x="10920" y="16980"/>
                </a:cubicBezTo>
                <a:cubicBezTo>
                  <a:pt x="9360" y="20100"/>
                  <a:pt x="6240" y="21660"/>
                  <a:pt x="2340" y="216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增长曲线·洞察</a:t>
            </a:r>
          </a:p>
        </p:txBody>
      </p:sp>
      <p:sp>
        <p:nvSpPr>
          <p:cNvPr id="64" name="DATA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20000" y="12000"/>
                </a:moveTo>
                <a:cubicBezTo>
                  <a:pt x="20000" y="7582"/>
                  <a:pt x="16418" y="4000"/>
                  <a:pt x="12000" y="4000"/>
                </a:cubicBezTo>
                <a:cubicBezTo>
                  <a:pt x="7582" y="4000"/>
                  <a:pt x="4000" y="7582"/>
                  <a:pt x="4000" y="12000"/>
                </a:cubicBezTo>
                <a:cubicBezTo>
                  <a:pt x="4000" y="16418"/>
                  <a:pt x="7582" y="20000"/>
                  <a:pt x="12000" y="20000"/>
                </a:cubicBezTo>
                <a:cubicBezTo>
                  <a:pt x="16418" y="20000"/>
                  <a:pt x="20000" y="16418"/>
                  <a:pt x="20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6400" y="12000"/>
                </a:moveTo>
                <a:cubicBezTo>
                  <a:pt x="16400" y="9570"/>
                  <a:pt x="14430" y="7600"/>
                  <a:pt x="12000" y="7600"/>
                </a:cubicBezTo>
                <a:cubicBezTo>
                  <a:pt x="9570" y="7600"/>
                  <a:pt x="7600" y="9570"/>
                  <a:pt x="7600" y="12000"/>
                </a:cubicBezTo>
                <a:cubicBezTo>
                  <a:pt x="7600" y="14430"/>
                  <a:pt x="9570" y="16400"/>
                  <a:pt x="12000" y="16400"/>
                </a:cubicBezTo>
                <a:cubicBezTo>
                  <a:pt x="14430" y="16400"/>
                  <a:pt x="16400" y="14430"/>
                  <a:pt x="16400" y="12000"/>
                </a:cubicBezTo>
                <a:close/>
                <a:moveTo>
                  <a:pt x="13400" y="12000"/>
                </a:moveTo>
                <a:cubicBezTo>
                  <a:pt x="13400" y="12773"/>
                  <a:pt x="12773" y="13400"/>
                  <a:pt x="12000" y="13400"/>
                </a:cubicBezTo>
                <a:cubicBezTo>
                  <a:pt x="11227" y="13400"/>
                  <a:pt x="10600" y="12773"/>
                  <a:pt x="10600" y="12000"/>
                </a:cubicBezTo>
                <a:cubicBezTo>
                  <a:pt x="10600" y="11227"/>
                  <a:pt x="11227" y="10600"/>
                  <a:pt x="12000" y="10600"/>
                </a:cubicBezTo>
                <a:cubicBezTo>
                  <a:pt x="12773" y="10600"/>
                  <a:pt x="13400" y="11227"/>
                  <a:pt x="134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目标靶心</a:t>
            </a:r>
          </a:p>
        </p:txBody>
      </p:sp>
      <p:sp>
        <p:nvSpPr>
          <p:cNvPr id="67" name="DATA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0" y="14640"/>
                </a:moveTo>
                <a:cubicBezTo>
                  <a:pt x="17160" y="18948"/>
                  <a:pt x="13668" y="22440"/>
                  <a:pt x="9360" y="22440"/>
                </a:cubicBezTo>
                <a:cubicBezTo>
                  <a:pt x="5052" y="22440"/>
                  <a:pt x="1560" y="18948"/>
                  <a:pt x="1560" y="14640"/>
                </a:cubicBezTo>
                <a:cubicBezTo>
                  <a:pt x="1560" y="10332"/>
                  <a:pt x="5052" y="6840"/>
                  <a:pt x="9360" y="6840"/>
                </a:cubicBezTo>
                <a:cubicBezTo>
                  <a:pt x="13668" y="6840"/>
                  <a:pt x="17160" y="10332"/>
                  <a:pt x="17160" y="14640"/>
                </a:cubicBezTo>
                <a:close/>
                <a:moveTo>
                  <a:pt x="15600" y="14640"/>
                </a:moveTo>
                <a:cubicBezTo>
                  <a:pt x="15600" y="11194"/>
                  <a:pt x="12806" y="8400"/>
                  <a:pt x="9360" y="8400"/>
                </a:cubicBezTo>
                <a:cubicBezTo>
                  <a:pt x="5914" y="8400"/>
                  <a:pt x="3120" y="11194"/>
                  <a:pt x="3120" y="14640"/>
                </a:cubicBezTo>
                <a:cubicBezTo>
                  <a:pt x="3120" y="18086"/>
                  <a:pt x="5914" y="20880"/>
                  <a:pt x="9360" y="20880"/>
                </a:cubicBezTo>
                <a:cubicBezTo>
                  <a:pt x="12806" y="20880"/>
                  <a:pt x="15600" y="18086"/>
                  <a:pt x="15600" y="14640"/>
                </a:cubicBezTo>
                <a:close/>
                <a:moveTo>
                  <a:pt x="14040" y="14640"/>
                </a:moveTo>
                <a:cubicBezTo>
                  <a:pt x="14040" y="17225"/>
                  <a:pt x="11945" y="19320"/>
                  <a:pt x="9360" y="19320"/>
                </a:cubicBezTo>
                <a:cubicBezTo>
                  <a:pt x="6775" y="19320"/>
                  <a:pt x="4680" y="17225"/>
                  <a:pt x="4680" y="14640"/>
                </a:cubicBezTo>
                <a:cubicBezTo>
                  <a:pt x="4680" y="12055"/>
                  <a:pt x="6775" y="9960"/>
                  <a:pt x="9360" y="9960"/>
                </a:cubicBezTo>
                <a:cubicBezTo>
                  <a:pt x="11945" y="9960"/>
                  <a:pt x="14040" y="12055"/>
                  <a:pt x="14040" y="14640"/>
                </a:cubicBezTo>
                <a:close/>
                <a:moveTo>
                  <a:pt x="12792" y="14640"/>
                </a:moveTo>
                <a:cubicBezTo>
                  <a:pt x="12792" y="12745"/>
                  <a:pt x="11255" y="11208"/>
                  <a:pt x="9360" y="11208"/>
                </a:cubicBezTo>
                <a:cubicBezTo>
                  <a:pt x="7465" y="11208"/>
                  <a:pt x="5928" y="12745"/>
                  <a:pt x="5928" y="14640"/>
                </a:cubicBezTo>
                <a:cubicBezTo>
                  <a:pt x="5928" y="16535"/>
                  <a:pt x="7465" y="18072"/>
                  <a:pt x="9360" y="18072"/>
                </a:cubicBezTo>
                <a:cubicBezTo>
                  <a:pt x="11255" y="18072"/>
                  <a:pt x="12792" y="16535"/>
                  <a:pt x="12792" y="14640"/>
                </a:cubicBezTo>
                <a:close/>
                <a:moveTo>
                  <a:pt x="10452" y="14640"/>
                </a:moveTo>
                <a:cubicBezTo>
                  <a:pt x="10452" y="15243"/>
                  <a:pt x="9963" y="15732"/>
                  <a:pt x="9360" y="15732"/>
                </a:cubicBezTo>
                <a:cubicBezTo>
                  <a:pt x="8757" y="15732"/>
                  <a:pt x="8268" y="15243"/>
                  <a:pt x="8268" y="14640"/>
                </a:cubicBezTo>
                <a:cubicBezTo>
                  <a:pt x="8268" y="14037"/>
                  <a:pt x="8757" y="13548"/>
                  <a:pt x="9360" y="13548"/>
                </a:cubicBezTo>
                <a:cubicBezTo>
                  <a:pt x="9963" y="13548"/>
                  <a:pt x="10452" y="14037"/>
                  <a:pt x="10452" y="1464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目标靶心·已验证</a:t>
            </a:r>
          </a:p>
        </p:txBody>
      </p:sp>
      <p:sp>
        <p:nvSpPr>
          <p:cNvPr id="70" name="DATA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0" y="14640"/>
                </a:moveTo>
                <a:cubicBezTo>
                  <a:pt x="17160" y="18948"/>
                  <a:pt x="13668" y="22440"/>
                  <a:pt x="9360" y="22440"/>
                </a:cubicBezTo>
                <a:cubicBezTo>
                  <a:pt x="5052" y="22440"/>
                  <a:pt x="1560" y="18948"/>
                  <a:pt x="1560" y="14640"/>
                </a:cubicBezTo>
                <a:cubicBezTo>
                  <a:pt x="1560" y="10332"/>
                  <a:pt x="5052" y="6840"/>
                  <a:pt x="9360" y="6840"/>
                </a:cubicBezTo>
                <a:cubicBezTo>
                  <a:pt x="13668" y="6840"/>
                  <a:pt x="17160" y="10332"/>
                  <a:pt x="17160" y="14640"/>
                </a:cubicBezTo>
                <a:close/>
                <a:moveTo>
                  <a:pt x="15600" y="14640"/>
                </a:moveTo>
                <a:cubicBezTo>
                  <a:pt x="15600" y="11194"/>
                  <a:pt x="12806" y="8400"/>
                  <a:pt x="9360" y="8400"/>
                </a:cubicBezTo>
                <a:cubicBezTo>
                  <a:pt x="5914" y="8400"/>
                  <a:pt x="3120" y="11194"/>
                  <a:pt x="3120" y="14640"/>
                </a:cubicBezTo>
                <a:cubicBezTo>
                  <a:pt x="3120" y="18086"/>
                  <a:pt x="5914" y="20880"/>
                  <a:pt x="9360" y="20880"/>
                </a:cubicBezTo>
                <a:cubicBezTo>
                  <a:pt x="12806" y="20880"/>
                  <a:pt x="15600" y="18086"/>
                  <a:pt x="15600" y="14640"/>
                </a:cubicBezTo>
                <a:close/>
                <a:moveTo>
                  <a:pt x="14040" y="14640"/>
                </a:moveTo>
                <a:cubicBezTo>
                  <a:pt x="14040" y="17225"/>
                  <a:pt x="11945" y="19320"/>
                  <a:pt x="9360" y="19320"/>
                </a:cubicBezTo>
                <a:cubicBezTo>
                  <a:pt x="6775" y="19320"/>
                  <a:pt x="4680" y="17225"/>
                  <a:pt x="4680" y="14640"/>
                </a:cubicBezTo>
                <a:cubicBezTo>
                  <a:pt x="4680" y="12055"/>
                  <a:pt x="6775" y="9960"/>
                  <a:pt x="9360" y="9960"/>
                </a:cubicBezTo>
                <a:cubicBezTo>
                  <a:pt x="11945" y="9960"/>
                  <a:pt x="14040" y="12055"/>
                  <a:pt x="14040" y="14640"/>
                </a:cubicBezTo>
                <a:close/>
                <a:moveTo>
                  <a:pt x="12792" y="14640"/>
                </a:moveTo>
                <a:cubicBezTo>
                  <a:pt x="12792" y="12745"/>
                  <a:pt x="11255" y="11208"/>
                  <a:pt x="9360" y="11208"/>
                </a:cubicBezTo>
                <a:cubicBezTo>
                  <a:pt x="7465" y="11208"/>
                  <a:pt x="5928" y="12745"/>
                  <a:pt x="5928" y="14640"/>
                </a:cubicBezTo>
                <a:cubicBezTo>
                  <a:pt x="5928" y="16535"/>
                  <a:pt x="7465" y="18072"/>
                  <a:pt x="9360" y="18072"/>
                </a:cubicBezTo>
                <a:cubicBezTo>
                  <a:pt x="11255" y="18072"/>
                  <a:pt x="12792" y="16535"/>
                  <a:pt x="12792" y="14640"/>
                </a:cubicBezTo>
                <a:close/>
                <a:moveTo>
                  <a:pt x="10452" y="14640"/>
                </a:moveTo>
                <a:cubicBezTo>
                  <a:pt x="10452" y="15243"/>
                  <a:pt x="9963" y="15732"/>
                  <a:pt x="9360" y="15732"/>
                </a:cubicBezTo>
                <a:cubicBezTo>
                  <a:pt x="8757" y="15732"/>
                  <a:pt x="8268" y="15243"/>
                  <a:pt x="8268" y="14640"/>
                </a:cubicBezTo>
                <a:cubicBezTo>
                  <a:pt x="8268" y="14037"/>
                  <a:pt x="8757" y="13548"/>
                  <a:pt x="9360" y="13548"/>
                </a:cubicBezTo>
                <a:cubicBezTo>
                  <a:pt x="9963" y="13548"/>
                  <a:pt x="10452" y="14037"/>
                  <a:pt x="10452" y="1464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目标靶心·预警</a:t>
            </a:r>
          </a:p>
        </p:txBody>
      </p:sp>
      <p:sp>
        <p:nvSpPr>
          <p:cNvPr id="73" name="DATA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0" y="14640"/>
                </a:moveTo>
                <a:cubicBezTo>
                  <a:pt x="17160" y="18948"/>
                  <a:pt x="13668" y="22440"/>
                  <a:pt x="9360" y="22440"/>
                </a:cubicBezTo>
                <a:cubicBezTo>
                  <a:pt x="5052" y="22440"/>
                  <a:pt x="1560" y="18948"/>
                  <a:pt x="1560" y="14640"/>
                </a:cubicBezTo>
                <a:cubicBezTo>
                  <a:pt x="1560" y="10332"/>
                  <a:pt x="5052" y="6840"/>
                  <a:pt x="9360" y="6840"/>
                </a:cubicBezTo>
                <a:cubicBezTo>
                  <a:pt x="13668" y="6840"/>
                  <a:pt x="17160" y="10332"/>
                  <a:pt x="17160" y="14640"/>
                </a:cubicBezTo>
                <a:close/>
                <a:moveTo>
                  <a:pt x="15600" y="14640"/>
                </a:moveTo>
                <a:cubicBezTo>
                  <a:pt x="15600" y="11194"/>
                  <a:pt x="12806" y="8400"/>
                  <a:pt x="9360" y="8400"/>
                </a:cubicBezTo>
                <a:cubicBezTo>
                  <a:pt x="5914" y="8400"/>
                  <a:pt x="3120" y="11194"/>
                  <a:pt x="3120" y="14640"/>
                </a:cubicBezTo>
                <a:cubicBezTo>
                  <a:pt x="3120" y="18086"/>
                  <a:pt x="5914" y="20880"/>
                  <a:pt x="9360" y="20880"/>
                </a:cubicBezTo>
                <a:cubicBezTo>
                  <a:pt x="12806" y="20880"/>
                  <a:pt x="15600" y="18086"/>
                  <a:pt x="15600" y="14640"/>
                </a:cubicBezTo>
                <a:close/>
                <a:moveTo>
                  <a:pt x="14040" y="14640"/>
                </a:moveTo>
                <a:cubicBezTo>
                  <a:pt x="14040" y="17225"/>
                  <a:pt x="11945" y="19320"/>
                  <a:pt x="9360" y="19320"/>
                </a:cubicBezTo>
                <a:cubicBezTo>
                  <a:pt x="6775" y="19320"/>
                  <a:pt x="4680" y="17225"/>
                  <a:pt x="4680" y="14640"/>
                </a:cubicBezTo>
                <a:cubicBezTo>
                  <a:pt x="4680" y="12055"/>
                  <a:pt x="6775" y="9960"/>
                  <a:pt x="9360" y="9960"/>
                </a:cubicBezTo>
                <a:cubicBezTo>
                  <a:pt x="11945" y="9960"/>
                  <a:pt x="14040" y="12055"/>
                  <a:pt x="14040" y="14640"/>
                </a:cubicBezTo>
                <a:close/>
                <a:moveTo>
                  <a:pt x="12792" y="14640"/>
                </a:moveTo>
                <a:cubicBezTo>
                  <a:pt x="12792" y="12745"/>
                  <a:pt x="11255" y="11208"/>
                  <a:pt x="9360" y="11208"/>
                </a:cubicBezTo>
                <a:cubicBezTo>
                  <a:pt x="7465" y="11208"/>
                  <a:pt x="5928" y="12745"/>
                  <a:pt x="5928" y="14640"/>
                </a:cubicBezTo>
                <a:cubicBezTo>
                  <a:pt x="5928" y="16535"/>
                  <a:pt x="7465" y="18072"/>
                  <a:pt x="9360" y="18072"/>
                </a:cubicBezTo>
                <a:cubicBezTo>
                  <a:pt x="11255" y="18072"/>
                  <a:pt x="12792" y="16535"/>
                  <a:pt x="12792" y="14640"/>
                </a:cubicBezTo>
                <a:close/>
                <a:moveTo>
                  <a:pt x="10452" y="14640"/>
                </a:moveTo>
                <a:cubicBezTo>
                  <a:pt x="10452" y="15243"/>
                  <a:pt x="9963" y="15732"/>
                  <a:pt x="9360" y="15732"/>
                </a:cubicBezTo>
                <a:cubicBezTo>
                  <a:pt x="8757" y="15732"/>
                  <a:pt x="8268" y="15243"/>
                  <a:pt x="8268" y="14640"/>
                </a:cubicBezTo>
                <a:cubicBezTo>
                  <a:pt x="8268" y="14037"/>
                  <a:pt x="8757" y="13548"/>
                  <a:pt x="9360" y="13548"/>
                </a:cubicBezTo>
                <a:cubicBezTo>
                  <a:pt x="9963" y="13548"/>
                  <a:pt x="10452" y="14037"/>
                  <a:pt x="10452" y="1464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目标靶心·上升</a:t>
            </a:r>
          </a:p>
        </p:txBody>
      </p:sp>
      <p:sp>
        <p:nvSpPr>
          <p:cNvPr id="76" name="DATA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0" y="14640"/>
                </a:moveTo>
                <a:cubicBezTo>
                  <a:pt x="17160" y="18948"/>
                  <a:pt x="13668" y="22440"/>
                  <a:pt x="9360" y="22440"/>
                </a:cubicBezTo>
                <a:cubicBezTo>
                  <a:pt x="5052" y="22440"/>
                  <a:pt x="1560" y="18948"/>
                  <a:pt x="1560" y="14640"/>
                </a:cubicBezTo>
                <a:cubicBezTo>
                  <a:pt x="1560" y="10332"/>
                  <a:pt x="5052" y="6840"/>
                  <a:pt x="9360" y="6840"/>
                </a:cubicBezTo>
                <a:cubicBezTo>
                  <a:pt x="13668" y="6840"/>
                  <a:pt x="17160" y="10332"/>
                  <a:pt x="17160" y="14640"/>
                </a:cubicBezTo>
                <a:close/>
                <a:moveTo>
                  <a:pt x="15600" y="14640"/>
                </a:moveTo>
                <a:cubicBezTo>
                  <a:pt x="15600" y="11194"/>
                  <a:pt x="12806" y="8400"/>
                  <a:pt x="9360" y="8400"/>
                </a:cubicBezTo>
                <a:cubicBezTo>
                  <a:pt x="5914" y="8400"/>
                  <a:pt x="3120" y="11194"/>
                  <a:pt x="3120" y="14640"/>
                </a:cubicBezTo>
                <a:cubicBezTo>
                  <a:pt x="3120" y="18086"/>
                  <a:pt x="5914" y="20880"/>
                  <a:pt x="9360" y="20880"/>
                </a:cubicBezTo>
                <a:cubicBezTo>
                  <a:pt x="12806" y="20880"/>
                  <a:pt x="15600" y="18086"/>
                  <a:pt x="15600" y="14640"/>
                </a:cubicBezTo>
                <a:close/>
                <a:moveTo>
                  <a:pt x="14040" y="14640"/>
                </a:moveTo>
                <a:cubicBezTo>
                  <a:pt x="14040" y="17225"/>
                  <a:pt x="11945" y="19320"/>
                  <a:pt x="9360" y="19320"/>
                </a:cubicBezTo>
                <a:cubicBezTo>
                  <a:pt x="6775" y="19320"/>
                  <a:pt x="4680" y="17225"/>
                  <a:pt x="4680" y="14640"/>
                </a:cubicBezTo>
                <a:cubicBezTo>
                  <a:pt x="4680" y="12055"/>
                  <a:pt x="6775" y="9960"/>
                  <a:pt x="9360" y="9960"/>
                </a:cubicBezTo>
                <a:cubicBezTo>
                  <a:pt x="11945" y="9960"/>
                  <a:pt x="14040" y="12055"/>
                  <a:pt x="14040" y="14640"/>
                </a:cubicBezTo>
                <a:close/>
                <a:moveTo>
                  <a:pt x="12792" y="14640"/>
                </a:moveTo>
                <a:cubicBezTo>
                  <a:pt x="12792" y="12745"/>
                  <a:pt x="11255" y="11208"/>
                  <a:pt x="9360" y="11208"/>
                </a:cubicBezTo>
                <a:cubicBezTo>
                  <a:pt x="7465" y="11208"/>
                  <a:pt x="5928" y="12745"/>
                  <a:pt x="5928" y="14640"/>
                </a:cubicBezTo>
                <a:cubicBezTo>
                  <a:pt x="5928" y="16535"/>
                  <a:pt x="7465" y="18072"/>
                  <a:pt x="9360" y="18072"/>
                </a:cubicBezTo>
                <a:cubicBezTo>
                  <a:pt x="11255" y="18072"/>
                  <a:pt x="12792" y="16535"/>
                  <a:pt x="12792" y="14640"/>
                </a:cubicBezTo>
                <a:close/>
                <a:moveTo>
                  <a:pt x="10452" y="14640"/>
                </a:moveTo>
                <a:cubicBezTo>
                  <a:pt x="10452" y="15243"/>
                  <a:pt x="9963" y="15732"/>
                  <a:pt x="9360" y="15732"/>
                </a:cubicBezTo>
                <a:cubicBezTo>
                  <a:pt x="8757" y="15732"/>
                  <a:pt x="8268" y="15243"/>
                  <a:pt x="8268" y="14640"/>
                </a:cubicBezTo>
                <a:cubicBezTo>
                  <a:pt x="8268" y="14037"/>
                  <a:pt x="8757" y="13548"/>
                  <a:pt x="9360" y="13548"/>
                </a:cubicBezTo>
                <a:cubicBezTo>
                  <a:pt x="9963" y="13548"/>
                  <a:pt x="10452" y="14037"/>
                  <a:pt x="10452" y="1464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目标靶心·下降</a:t>
            </a:r>
          </a:p>
        </p:txBody>
      </p:sp>
      <p:sp>
        <p:nvSpPr>
          <p:cNvPr id="79" name="DATA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160" y="14640"/>
                </a:moveTo>
                <a:cubicBezTo>
                  <a:pt x="17160" y="18948"/>
                  <a:pt x="13668" y="22440"/>
                  <a:pt x="9360" y="22440"/>
                </a:cubicBezTo>
                <a:cubicBezTo>
                  <a:pt x="5052" y="22440"/>
                  <a:pt x="1560" y="18948"/>
                  <a:pt x="1560" y="14640"/>
                </a:cubicBezTo>
                <a:cubicBezTo>
                  <a:pt x="1560" y="10332"/>
                  <a:pt x="5052" y="6840"/>
                  <a:pt x="9360" y="6840"/>
                </a:cubicBezTo>
                <a:cubicBezTo>
                  <a:pt x="13668" y="6840"/>
                  <a:pt x="17160" y="10332"/>
                  <a:pt x="17160" y="14640"/>
                </a:cubicBezTo>
                <a:close/>
                <a:moveTo>
                  <a:pt x="15600" y="14640"/>
                </a:moveTo>
                <a:cubicBezTo>
                  <a:pt x="15600" y="11194"/>
                  <a:pt x="12806" y="8400"/>
                  <a:pt x="9360" y="8400"/>
                </a:cubicBezTo>
                <a:cubicBezTo>
                  <a:pt x="5914" y="8400"/>
                  <a:pt x="3120" y="11194"/>
                  <a:pt x="3120" y="14640"/>
                </a:cubicBezTo>
                <a:cubicBezTo>
                  <a:pt x="3120" y="18086"/>
                  <a:pt x="5914" y="20880"/>
                  <a:pt x="9360" y="20880"/>
                </a:cubicBezTo>
                <a:cubicBezTo>
                  <a:pt x="12806" y="20880"/>
                  <a:pt x="15600" y="18086"/>
                  <a:pt x="15600" y="14640"/>
                </a:cubicBezTo>
                <a:close/>
                <a:moveTo>
                  <a:pt x="14040" y="14640"/>
                </a:moveTo>
                <a:cubicBezTo>
                  <a:pt x="14040" y="17225"/>
                  <a:pt x="11945" y="19320"/>
                  <a:pt x="9360" y="19320"/>
                </a:cubicBezTo>
                <a:cubicBezTo>
                  <a:pt x="6775" y="19320"/>
                  <a:pt x="4680" y="17225"/>
                  <a:pt x="4680" y="14640"/>
                </a:cubicBezTo>
                <a:cubicBezTo>
                  <a:pt x="4680" y="12055"/>
                  <a:pt x="6775" y="9960"/>
                  <a:pt x="9360" y="9960"/>
                </a:cubicBezTo>
                <a:cubicBezTo>
                  <a:pt x="11945" y="9960"/>
                  <a:pt x="14040" y="12055"/>
                  <a:pt x="14040" y="14640"/>
                </a:cubicBezTo>
                <a:close/>
                <a:moveTo>
                  <a:pt x="12792" y="14640"/>
                </a:moveTo>
                <a:cubicBezTo>
                  <a:pt x="12792" y="12745"/>
                  <a:pt x="11255" y="11208"/>
                  <a:pt x="9360" y="11208"/>
                </a:cubicBezTo>
                <a:cubicBezTo>
                  <a:pt x="7465" y="11208"/>
                  <a:pt x="5928" y="12745"/>
                  <a:pt x="5928" y="14640"/>
                </a:cubicBezTo>
                <a:cubicBezTo>
                  <a:pt x="5928" y="16535"/>
                  <a:pt x="7465" y="18072"/>
                  <a:pt x="9360" y="18072"/>
                </a:cubicBezTo>
                <a:cubicBezTo>
                  <a:pt x="11255" y="18072"/>
                  <a:pt x="12792" y="16535"/>
                  <a:pt x="12792" y="14640"/>
                </a:cubicBezTo>
                <a:close/>
                <a:moveTo>
                  <a:pt x="10452" y="14640"/>
                </a:moveTo>
                <a:cubicBezTo>
                  <a:pt x="10452" y="15243"/>
                  <a:pt x="9963" y="15732"/>
                  <a:pt x="9360" y="15732"/>
                </a:cubicBezTo>
                <a:cubicBezTo>
                  <a:pt x="8757" y="15732"/>
                  <a:pt x="8268" y="15243"/>
                  <a:pt x="8268" y="14640"/>
                </a:cubicBezTo>
                <a:cubicBezTo>
                  <a:pt x="8268" y="14037"/>
                  <a:pt x="8757" y="13548"/>
                  <a:pt x="9360" y="13548"/>
                </a:cubicBezTo>
                <a:cubicBezTo>
                  <a:pt x="9963" y="13548"/>
                  <a:pt x="10452" y="14037"/>
                  <a:pt x="10452" y="1464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目标靶心·洞察</a:t>
            </a:r>
          </a:p>
        </p:txBody>
      </p:sp>
      <p:sp>
        <p:nvSpPr>
          <p:cNvPr id="82" name="DATA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4000"/>
                </a:moveTo>
                <a:lnTo>
                  <a:pt x="21000" y="4000"/>
                </a:lnTo>
                <a:lnTo>
                  <a:pt x="14000" y="13000"/>
                </a:lnTo>
                <a:lnTo>
                  <a:pt x="14000" y="21000"/>
                </a:lnTo>
                <a:lnTo>
                  <a:pt x="10000" y="19000"/>
                </a:lnTo>
                <a:lnTo>
                  <a:pt x="10000" y="13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漏斗数据</a:t>
            </a:r>
          </a:p>
        </p:txBody>
      </p:sp>
      <p:sp>
        <p:nvSpPr>
          <p:cNvPr id="85" name="DATA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lnTo>
                  <a:pt x="10920" y="15420"/>
                </a:lnTo>
                <a:lnTo>
                  <a:pt x="10920" y="21660"/>
                </a:lnTo>
                <a:lnTo>
                  <a:pt x="7800" y="20100"/>
                </a:lnTo>
                <a:lnTo>
                  <a:pt x="7800" y="1542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漏斗数据·已验证</a:t>
            </a:r>
          </a:p>
        </p:txBody>
      </p:sp>
      <p:sp>
        <p:nvSpPr>
          <p:cNvPr id="88" name="DATA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lnTo>
                  <a:pt x="10920" y="15420"/>
                </a:lnTo>
                <a:lnTo>
                  <a:pt x="10920" y="21660"/>
                </a:lnTo>
                <a:lnTo>
                  <a:pt x="7800" y="20100"/>
                </a:lnTo>
                <a:lnTo>
                  <a:pt x="7800" y="1542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漏斗数据·预警</a:t>
            </a:r>
          </a:p>
        </p:txBody>
      </p:sp>
      <p:sp>
        <p:nvSpPr>
          <p:cNvPr id="91" name="DATA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lnTo>
                  <a:pt x="10920" y="15420"/>
                </a:lnTo>
                <a:lnTo>
                  <a:pt x="10920" y="21660"/>
                </a:lnTo>
                <a:lnTo>
                  <a:pt x="7800" y="20100"/>
                </a:lnTo>
                <a:lnTo>
                  <a:pt x="7800" y="15420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漏斗数据·上升</a:t>
            </a:r>
          </a:p>
        </p:txBody>
      </p:sp>
      <p:sp>
        <p:nvSpPr>
          <p:cNvPr id="94" name="DATA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lnTo>
                  <a:pt x="10920" y="15420"/>
                </a:lnTo>
                <a:lnTo>
                  <a:pt x="10920" y="21660"/>
                </a:lnTo>
                <a:lnTo>
                  <a:pt x="7800" y="20100"/>
                </a:lnTo>
                <a:lnTo>
                  <a:pt x="7800" y="15420"/>
                </a:ln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漏斗数据·下降</a:t>
            </a:r>
          </a:p>
        </p:txBody>
      </p:sp>
      <p:sp>
        <p:nvSpPr>
          <p:cNvPr id="97" name="DATA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lnTo>
                  <a:pt x="10920" y="15420"/>
                </a:lnTo>
                <a:lnTo>
                  <a:pt x="10920" y="21660"/>
                </a:lnTo>
                <a:lnTo>
                  <a:pt x="7800" y="20100"/>
                </a:lnTo>
                <a:lnTo>
                  <a:pt x="7800" y="1542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漏斗数据·洞察</a:t>
            </a:r>
          </a:p>
        </p:txBody>
      </p:sp>
      <p:sp>
        <p:nvSpPr>
          <p:cNvPr id="100" name="DATA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12000"/>
                </a:moveTo>
                <a:lnTo>
                  <a:pt x="6000" y="12000"/>
                </a:lnTo>
                <a:lnTo>
                  <a:pt x="8000" y="6000"/>
                </a:lnTo>
                <a:lnTo>
                  <a:pt x="11000" y="18000"/>
                </a:lnTo>
                <a:lnTo>
                  <a:pt x="14000" y="9000"/>
                </a:lnTo>
                <a:lnTo>
                  <a:pt x="16000" y="14000"/>
                </a:lnTo>
                <a:lnTo>
                  <a:pt x="18000" y="12000"/>
                </a:lnTo>
                <a:lnTo>
                  <a:pt x="22000" y="12000"/>
                </a:lnTo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心电脉搏</a:t>
            </a:r>
          </a:p>
        </p:txBody>
      </p:sp>
      <p:sp>
        <p:nvSpPr>
          <p:cNvPr id="103" name="DATA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lnTo>
                  <a:pt x="4680" y="14640"/>
                </a:lnTo>
                <a:lnTo>
                  <a:pt x="6240" y="9960"/>
                </a:lnTo>
                <a:lnTo>
                  <a:pt x="8580" y="19320"/>
                </a:lnTo>
                <a:lnTo>
                  <a:pt x="10920" y="12300"/>
                </a:lnTo>
                <a:lnTo>
                  <a:pt x="12480" y="16200"/>
                </a:lnTo>
                <a:lnTo>
                  <a:pt x="14040" y="14640"/>
                </a:lnTo>
                <a:lnTo>
                  <a:pt x="17160" y="14640"/>
                </a:lnTo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心电脉搏·已验证</a:t>
            </a:r>
          </a:p>
        </p:txBody>
      </p:sp>
      <p:sp>
        <p:nvSpPr>
          <p:cNvPr id="106" name="DATA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lnTo>
                  <a:pt x="4680" y="14640"/>
                </a:lnTo>
                <a:lnTo>
                  <a:pt x="6240" y="9960"/>
                </a:lnTo>
                <a:lnTo>
                  <a:pt x="8580" y="19320"/>
                </a:lnTo>
                <a:lnTo>
                  <a:pt x="10920" y="12300"/>
                </a:lnTo>
                <a:lnTo>
                  <a:pt x="12480" y="16200"/>
                </a:lnTo>
                <a:lnTo>
                  <a:pt x="14040" y="14640"/>
                </a:lnTo>
                <a:lnTo>
                  <a:pt x="17160" y="14640"/>
                </a:lnTo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心电脉搏·预警</a:t>
            </a:r>
          </a:p>
        </p:txBody>
      </p:sp>
      <p:sp>
        <p:nvSpPr>
          <p:cNvPr id="109" name="DATA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lnTo>
                  <a:pt x="4680" y="14640"/>
                </a:lnTo>
                <a:lnTo>
                  <a:pt x="6240" y="9960"/>
                </a:lnTo>
                <a:lnTo>
                  <a:pt x="8580" y="19320"/>
                </a:lnTo>
                <a:lnTo>
                  <a:pt x="10920" y="12300"/>
                </a:lnTo>
                <a:lnTo>
                  <a:pt x="12480" y="16200"/>
                </a:lnTo>
                <a:lnTo>
                  <a:pt x="14040" y="14640"/>
                </a:lnTo>
                <a:lnTo>
                  <a:pt x="17160" y="14640"/>
                </a:lnTo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心电脉搏·上升</a:t>
            </a:r>
          </a:p>
        </p:txBody>
      </p:sp>
      <p:sp>
        <p:nvSpPr>
          <p:cNvPr id="112" name="DATA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lnTo>
                  <a:pt x="4680" y="14640"/>
                </a:lnTo>
                <a:lnTo>
                  <a:pt x="6240" y="9960"/>
                </a:lnTo>
                <a:lnTo>
                  <a:pt x="8580" y="19320"/>
                </a:lnTo>
                <a:lnTo>
                  <a:pt x="10920" y="12300"/>
                </a:lnTo>
                <a:lnTo>
                  <a:pt x="12480" y="16200"/>
                </a:lnTo>
                <a:lnTo>
                  <a:pt x="14040" y="14640"/>
                </a:lnTo>
                <a:lnTo>
                  <a:pt x="17160" y="14640"/>
                </a:lnTo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心电脉搏·下降</a:t>
            </a:r>
          </a:p>
        </p:txBody>
      </p:sp>
      <p:sp>
        <p:nvSpPr>
          <p:cNvPr id="115" name="DATA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lnTo>
                  <a:pt x="4680" y="14640"/>
                </a:lnTo>
                <a:lnTo>
                  <a:pt x="6240" y="9960"/>
                </a:lnTo>
                <a:lnTo>
                  <a:pt x="8580" y="19320"/>
                </a:lnTo>
                <a:lnTo>
                  <a:pt x="10920" y="12300"/>
                </a:lnTo>
                <a:lnTo>
                  <a:pt x="12480" y="16200"/>
                </a:lnTo>
                <a:lnTo>
                  <a:pt x="14040" y="14640"/>
                </a:lnTo>
                <a:lnTo>
                  <a:pt x="17160" y="14640"/>
                </a:lnTo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心电脉搏·洞察</a:t>
            </a:r>
          </a:p>
        </p:txBody>
      </p:sp>
      <p:sp>
        <p:nvSpPr>
          <p:cNvPr id="118" name="DATA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200" y="5000"/>
                </a:moveTo>
                <a:lnTo>
                  <a:pt x="19800" y="5000"/>
                </a:lnTo>
                <a:cubicBezTo>
                  <a:pt x="20463" y="5000"/>
                  <a:pt x="21000" y="5537"/>
                  <a:pt x="21000" y="6200"/>
                </a:cubicBezTo>
                <a:lnTo>
                  <a:pt x="21000" y="19800"/>
                </a:lnTo>
                <a:cubicBezTo>
                  <a:pt x="21000" y="20463"/>
                  <a:pt x="20463" y="21000"/>
                  <a:pt x="19800" y="21000"/>
                </a:cubicBezTo>
                <a:lnTo>
                  <a:pt x="4200" y="21000"/>
                </a:lnTo>
                <a:cubicBezTo>
                  <a:pt x="3537" y="21000"/>
                  <a:pt x="3000" y="20463"/>
                  <a:pt x="3000" y="19800"/>
                </a:cubicBezTo>
                <a:lnTo>
                  <a:pt x="3000" y="6200"/>
                </a:lnTo>
                <a:cubicBezTo>
                  <a:pt x="3000" y="5537"/>
                  <a:pt x="3537" y="5000"/>
                  <a:pt x="4200" y="5000"/>
                </a:cubicBezTo>
                <a:close/>
                <a:moveTo>
                  <a:pt x="3000" y="5000"/>
                </a:moveTo>
                <a:lnTo>
                  <a:pt x="21000" y="5000"/>
                </a:lnTo>
                <a:lnTo>
                  <a:pt x="21000" y="9000"/>
                </a:lnTo>
                <a:lnTo>
                  <a:pt x="3000" y="9000"/>
                </a:lnTo>
                <a:close/>
                <a:moveTo>
                  <a:pt x="7500" y="2500"/>
                </a:moveTo>
                <a:lnTo>
                  <a:pt x="8100" y="2500"/>
                </a:lnTo>
                <a:cubicBezTo>
                  <a:pt x="8376" y="2500"/>
                  <a:pt x="8600" y="2724"/>
                  <a:pt x="8600" y="3000"/>
                </a:cubicBezTo>
                <a:lnTo>
                  <a:pt x="8600" y="6000"/>
                </a:lnTo>
                <a:cubicBezTo>
                  <a:pt x="8600" y="6276"/>
                  <a:pt x="8376" y="6500"/>
                  <a:pt x="8100" y="6500"/>
                </a:cubicBezTo>
                <a:lnTo>
                  <a:pt x="7500" y="6500"/>
                </a:lnTo>
                <a:cubicBezTo>
                  <a:pt x="7224" y="6500"/>
                  <a:pt x="7000" y="6276"/>
                  <a:pt x="7000" y="6000"/>
                </a:cubicBezTo>
                <a:lnTo>
                  <a:pt x="7000" y="3000"/>
                </a:lnTo>
                <a:cubicBezTo>
                  <a:pt x="7000" y="2724"/>
                  <a:pt x="7224" y="2500"/>
                  <a:pt x="7500" y="2500"/>
                </a:cubicBezTo>
                <a:close/>
                <a:moveTo>
                  <a:pt x="15900" y="2500"/>
                </a:moveTo>
                <a:lnTo>
                  <a:pt x="16500" y="2500"/>
                </a:lnTo>
                <a:cubicBezTo>
                  <a:pt x="16776" y="2500"/>
                  <a:pt x="17000" y="2724"/>
                  <a:pt x="17000" y="3000"/>
                </a:cubicBezTo>
                <a:lnTo>
                  <a:pt x="17000" y="6000"/>
                </a:lnTo>
                <a:cubicBezTo>
                  <a:pt x="17000" y="6276"/>
                  <a:pt x="16776" y="6500"/>
                  <a:pt x="16500" y="6500"/>
                </a:cubicBezTo>
                <a:lnTo>
                  <a:pt x="15900" y="6500"/>
                </a:lnTo>
                <a:cubicBezTo>
                  <a:pt x="15624" y="6500"/>
                  <a:pt x="15400" y="6276"/>
                  <a:pt x="15400" y="6000"/>
                </a:cubicBezTo>
                <a:lnTo>
                  <a:pt x="15400" y="3000"/>
                </a:lnTo>
                <a:cubicBezTo>
                  <a:pt x="15400" y="2724"/>
                  <a:pt x="15624" y="2500"/>
                  <a:pt x="15900" y="2500"/>
                </a:cubicBezTo>
                <a:close/>
                <a:moveTo>
                  <a:pt x="7800" y="13000"/>
                </a:moveTo>
                <a:cubicBezTo>
                  <a:pt x="7800" y="13442"/>
                  <a:pt x="7442" y="13800"/>
                  <a:pt x="7000" y="13800"/>
                </a:cubicBezTo>
                <a:cubicBezTo>
                  <a:pt x="6558" y="13800"/>
                  <a:pt x="6200" y="13442"/>
                  <a:pt x="6200" y="13000"/>
                </a:cubicBezTo>
                <a:cubicBezTo>
                  <a:pt x="6200" y="12558"/>
                  <a:pt x="6558" y="12200"/>
                  <a:pt x="7000" y="12200"/>
                </a:cubicBezTo>
                <a:cubicBezTo>
                  <a:pt x="7442" y="12200"/>
                  <a:pt x="7800" y="12558"/>
                  <a:pt x="7800" y="13000"/>
                </a:cubicBezTo>
                <a:close/>
                <a:moveTo>
                  <a:pt x="11800" y="13000"/>
                </a:moveTo>
                <a:cubicBezTo>
                  <a:pt x="11800" y="13442"/>
                  <a:pt x="11442" y="13800"/>
                  <a:pt x="11000" y="13800"/>
                </a:cubicBezTo>
                <a:cubicBezTo>
                  <a:pt x="10558" y="13800"/>
                  <a:pt x="10200" y="13442"/>
                  <a:pt x="10200" y="13000"/>
                </a:cubicBezTo>
                <a:cubicBezTo>
                  <a:pt x="10200" y="12558"/>
                  <a:pt x="10558" y="12200"/>
                  <a:pt x="11000" y="12200"/>
                </a:cubicBezTo>
                <a:cubicBezTo>
                  <a:pt x="11442" y="12200"/>
                  <a:pt x="11800" y="12558"/>
                  <a:pt x="11800" y="13000"/>
                </a:cubicBezTo>
                <a:close/>
                <a:moveTo>
                  <a:pt x="15800" y="13000"/>
                </a:moveTo>
                <a:cubicBezTo>
                  <a:pt x="15800" y="13442"/>
                  <a:pt x="15442" y="13800"/>
                  <a:pt x="15000" y="13800"/>
                </a:cubicBezTo>
                <a:cubicBezTo>
                  <a:pt x="14558" y="13800"/>
                  <a:pt x="14200" y="13442"/>
                  <a:pt x="14200" y="13000"/>
                </a:cubicBezTo>
                <a:cubicBezTo>
                  <a:pt x="14200" y="12558"/>
                  <a:pt x="14558" y="12200"/>
                  <a:pt x="15000" y="12200"/>
                </a:cubicBezTo>
                <a:cubicBezTo>
                  <a:pt x="15442" y="12200"/>
                  <a:pt x="15800" y="12558"/>
                  <a:pt x="15800" y="13000"/>
                </a:cubicBezTo>
                <a:close/>
                <a:moveTo>
                  <a:pt x="7800" y="16500"/>
                </a:moveTo>
                <a:cubicBezTo>
                  <a:pt x="7800" y="16942"/>
                  <a:pt x="7442" y="17300"/>
                  <a:pt x="7000" y="17300"/>
                </a:cubicBezTo>
                <a:cubicBezTo>
                  <a:pt x="6558" y="17300"/>
                  <a:pt x="6200" y="16942"/>
                  <a:pt x="6200" y="16500"/>
                </a:cubicBezTo>
                <a:cubicBezTo>
                  <a:pt x="6200" y="16058"/>
                  <a:pt x="6558" y="15700"/>
                  <a:pt x="7000" y="15700"/>
                </a:cubicBezTo>
                <a:cubicBezTo>
                  <a:pt x="7442" y="15700"/>
                  <a:pt x="7800" y="16058"/>
                  <a:pt x="7800" y="16500"/>
                </a:cubicBezTo>
                <a:close/>
                <a:moveTo>
                  <a:pt x="11800" y="16500"/>
                </a:moveTo>
                <a:cubicBezTo>
                  <a:pt x="11800" y="16942"/>
                  <a:pt x="11442" y="17300"/>
                  <a:pt x="11000" y="17300"/>
                </a:cubicBezTo>
                <a:cubicBezTo>
                  <a:pt x="10558" y="17300"/>
                  <a:pt x="10200" y="16942"/>
                  <a:pt x="10200" y="16500"/>
                </a:cubicBezTo>
                <a:cubicBezTo>
                  <a:pt x="10200" y="16058"/>
                  <a:pt x="10558" y="15700"/>
                  <a:pt x="11000" y="15700"/>
                </a:cubicBezTo>
                <a:cubicBezTo>
                  <a:pt x="11442" y="15700"/>
                  <a:pt x="11800" y="16058"/>
                  <a:pt x="11800" y="16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日数据</a:t>
            </a:r>
          </a:p>
        </p:txBody>
      </p:sp>
      <p:sp>
        <p:nvSpPr>
          <p:cNvPr id="121" name="DATA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6084" y="15420"/>
                </a:moveTo>
                <a:cubicBezTo>
                  <a:pt x="6084" y="15765"/>
                  <a:pt x="5805" y="16044"/>
                  <a:pt x="5460" y="16044"/>
                </a:cubicBezTo>
                <a:cubicBezTo>
                  <a:pt x="5115" y="16044"/>
                  <a:pt x="4836" y="15765"/>
                  <a:pt x="4836" y="15420"/>
                </a:cubicBezTo>
                <a:cubicBezTo>
                  <a:pt x="4836" y="15075"/>
                  <a:pt x="5115" y="14796"/>
                  <a:pt x="5460" y="14796"/>
                </a:cubicBezTo>
                <a:cubicBezTo>
                  <a:pt x="5805" y="14796"/>
                  <a:pt x="6084" y="15075"/>
                  <a:pt x="6084" y="15420"/>
                </a:cubicBezTo>
                <a:close/>
                <a:moveTo>
                  <a:pt x="9204" y="15420"/>
                </a:moveTo>
                <a:cubicBezTo>
                  <a:pt x="9204" y="15765"/>
                  <a:pt x="8925" y="16044"/>
                  <a:pt x="8580" y="16044"/>
                </a:cubicBezTo>
                <a:cubicBezTo>
                  <a:pt x="8235" y="16044"/>
                  <a:pt x="7956" y="15765"/>
                  <a:pt x="7956" y="15420"/>
                </a:cubicBezTo>
                <a:cubicBezTo>
                  <a:pt x="7956" y="15075"/>
                  <a:pt x="8235" y="14796"/>
                  <a:pt x="8580" y="14796"/>
                </a:cubicBezTo>
                <a:cubicBezTo>
                  <a:pt x="8925" y="14796"/>
                  <a:pt x="9204" y="15075"/>
                  <a:pt x="9204" y="15420"/>
                </a:cubicBezTo>
                <a:close/>
                <a:moveTo>
                  <a:pt x="12324" y="15420"/>
                </a:moveTo>
                <a:cubicBezTo>
                  <a:pt x="12324" y="15765"/>
                  <a:pt x="12045" y="16044"/>
                  <a:pt x="11700" y="16044"/>
                </a:cubicBezTo>
                <a:cubicBezTo>
                  <a:pt x="11355" y="16044"/>
                  <a:pt x="11076" y="15765"/>
                  <a:pt x="11076" y="15420"/>
                </a:cubicBezTo>
                <a:cubicBezTo>
                  <a:pt x="11076" y="15075"/>
                  <a:pt x="11355" y="14796"/>
                  <a:pt x="11700" y="14796"/>
                </a:cubicBezTo>
                <a:cubicBezTo>
                  <a:pt x="12045" y="14796"/>
                  <a:pt x="12324" y="15075"/>
                  <a:pt x="12324" y="15420"/>
                </a:cubicBezTo>
                <a:close/>
                <a:moveTo>
                  <a:pt x="6084" y="18150"/>
                </a:moveTo>
                <a:cubicBezTo>
                  <a:pt x="6084" y="18495"/>
                  <a:pt x="5805" y="18774"/>
                  <a:pt x="5460" y="18774"/>
                </a:cubicBezTo>
                <a:cubicBezTo>
                  <a:pt x="5115" y="18774"/>
                  <a:pt x="4836" y="18495"/>
                  <a:pt x="4836" y="18150"/>
                </a:cubicBezTo>
                <a:cubicBezTo>
                  <a:pt x="4836" y="17805"/>
                  <a:pt x="5115" y="17526"/>
                  <a:pt x="5460" y="17526"/>
                </a:cubicBezTo>
                <a:cubicBezTo>
                  <a:pt x="5805" y="17526"/>
                  <a:pt x="6084" y="17805"/>
                  <a:pt x="6084" y="18150"/>
                </a:cubicBezTo>
                <a:close/>
                <a:moveTo>
                  <a:pt x="9204" y="18150"/>
                </a:moveTo>
                <a:cubicBezTo>
                  <a:pt x="9204" y="18495"/>
                  <a:pt x="8925" y="18774"/>
                  <a:pt x="8580" y="18774"/>
                </a:cubicBezTo>
                <a:cubicBezTo>
                  <a:pt x="8235" y="18774"/>
                  <a:pt x="7956" y="18495"/>
                  <a:pt x="7956" y="18150"/>
                </a:cubicBezTo>
                <a:cubicBezTo>
                  <a:pt x="7956" y="17805"/>
                  <a:pt x="8235" y="17526"/>
                  <a:pt x="8580" y="17526"/>
                </a:cubicBezTo>
                <a:cubicBezTo>
                  <a:pt x="8925" y="17526"/>
                  <a:pt x="9204" y="17805"/>
                  <a:pt x="9204" y="1815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日数据·已验证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01_数据指标趋势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DATA · 第 3/3 页 · 共 88 个</a:t>
            </a:r>
          </a:p>
        </p:txBody>
      </p:sp>
      <p:sp>
        <p:nvSpPr>
          <p:cNvPr id="4" name="DATA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6084" y="15420"/>
                </a:moveTo>
                <a:cubicBezTo>
                  <a:pt x="6084" y="15765"/>
                  <a:pt x="5805" y="16044"/>
                  <a:pt x="5460" y="16044"/>
                </a:cubicBezTo>
                <a:cubicBezTo>
                  <a:pt x="5115" y="16044"/>
                  <a:pt x="4836" y="15765"/>
                  <a:pt x="4836" y="15420"/>
                </a:cubicBezTo>
                <a:cubicBezTo>
                  <a:pt x="4836" y="15075"/>
                  <a:pt x="5115" y="14796"/>
                  <a:pt x="5460" y="14796"/>
                </a:cubicBezTo>
                <a:cubicBezTo>
                  <a:pt x="5805" y="14796"/>
                  <a:pt x="6084" y="15075"/>
                  <a:pt x="6084" y="15420"/>
                </a:cubicBezTo>
                <a:close/>
                <a:moveTo>
                  <a:pt x="9204" y="15420"/>
                </a:moveTo>
                <a:cubicBezTo>
                  <a:pt x="9204" y="15765"/>
                  <a:pt x="8925" y="16044"/>
                  <a:pt x="8580" y="16044"/>
                </a:cubicBezTo>
                <a:cubicBezTo>
                  <a:pt x="8235" y="16044"/>
                  <a:pt x="7956" y="15765"/>
                  <a:pt x="7956" y="15420"/>
                </a:cubicBezTo>
                <a:cubicBezTo>
                  <a:pt x="7956" y="15075"/>
                  <a:pt x="8235" y="14796"/>
                  <a:pt x="8580" y="14796"/>
                </a:cubicBezTo>
                <a:cubicBezTo>
                  <a:pt x="8925" y="14796"/>
                  <a:pt x="9204" y="15075"/>
                  <a:pt x="9204" y="15420"/>
                </a:cubicBezTo>
                <a:close/>
                <a:moveTo>
                  <a:pt x="12324" y="15420"/>
                </a:moveTo>
                <a:cubicBezTo>
                  <a:pt x="12324" y="15765"/>
                  <a:pt x="12045" y="16044"/>
                  <a:pt x="11700" y="16044"/>
                </a:cubicBezTo>
                <a:cubicBezTo>
                  <a:pt x="11355" y="16044"/>
                  <a:pt x="11076" y="15765"/>
                  <a:pt x="11076" y="15420"/>
                </a:cubicBezTo>
                <a:cubicBezTo>
                  <a:pt x="11076" y="15075"/>
                  <a:pt x="11355" y="14796"/>
                  <a:pt x="11700" y="14796"/>
                </a:cubicBezTo>
                <a:cubicBezTo>
                  <a:pt x="12045" y="14796"/>
                  <a:pt x="12324" y="15075"/>
                  <a:pt x="12324" y="15420"/>
                </a:cubicBezTo>
                <a:close/>
                <a:moveTo>
                  <a:pt x="6084" y="18150"/>
                </a:moveTo>
                <a:cubicBezTo>
                  <a:pt x="6084" y="18495"/>
                  <a:pt x="5805" y="18774"/>
                  <a:pt x="5460" y="18774"/>
                </a:cubicBezTo>
                <a:cubicBezTo>
                  <a:pt x="5115" y="18774"/>
                  <a:pt x="4836" y="18495"/>
                  <a:pt x="4836" y="18150"/>
                </a:cubicBezTo>
                <a:cubicBezTo>
                  <a:pt x="4836" y="17805"/>
                  <a:pt x="5115" y="17526"/>
                  <a:pt x="5460" y="17526"/>
                </a:cubicBezTo>
                <a:cubicBezTo>
                  <a:pt x="5805" y="17526"/>
                  <a:pt x="6084" y="17805"/>
                  <a:pt x="6084" y="18150"/>
                </a:cubicBezTo>
                <a:close/>
                <a:moveTo>
                  <a:pt x="9204" y="18150"/>
                </a:moveTo>
                <a:cubicBezTo>
                  <a:pt x="9204" y="18495"/>
                  <a:pt x="8925" y="18774"/>
                  <a:pt x="8580" y="18774"/>
                </a:cubicBezTo>
                <a:cubicBezTo>
                  <a:pt x="8235" y="18774"/>
                  <a:pt x="7956" y="18495"/>
                  <a:pt x="7956" y="18150"/>
                </a:cubicBezTo>
                <a:cubicBezTo>
                  <a:pt x="7956" y="17805"/>
                  <a:pt x="8235" y="17526"/>
                  <a:pt x="8580" y="17526"/>
                </a:cubicBezTo>
                <a:cubicBezTo>
                  <a:pt x="8925" y="17526"/>
                  <a:pt x="9204" y="17805"/>
                  <a:pt x="9204" y="1815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日数据·预警</a:t>
            </a:r>
          </a:p>
        </p:txBody>
      </p:sp>
      <p:sp>
        <p:nvSpPr>
          <p:cNvPr id="7" name="DATA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6084" y="15420"/>
                </a:moveTo>
                <a:cubicBezTo>
                  <a:pt x="6084" y="15765"/>
                  <a:pt x="5805" y="16044"/>
                  <a:pt x="5460" y="16044"/>
                </a:cubicBezTo>
                <a:cubicBezTo>
                  <a:pt x="5115" y="16044"/>
                  <a:pt x="4836" y="15765"/>
                  <a:pt x="4836" y="15420"/>
                </a:cubicBezTo>
                <a:cubicBezTo>
                  <a:pt x="4836" y="15075"/>
                  <a:pt x="5115" y="14796"/>
                  <a:pt x="5460" y="14796"/>
                </a:cubicBezTo>
                <a:cubicBezTo>
                  <a:pt x="5805" y="14796"/>
                  <a:pt x="6084" y="15075"/>
                  <a:pt x="6084" y="15420"/>
                </a:cubicBezTo>
                <a:close/>
                <a:moveTo>
                  <a:pt x="9204" y="15420"/>
                </a:moveTo>
                <a:cubicBezTo>
                  <a:pt x="9204" y="15765"/>
                  <a:pt x="8925" y="16044"/>
                  <a:pt x="8580" y="16044"/>
                </a:cubicBezTo>
                <a:cubicBezTo>
                  <a:pt x="8235" y="16044"/>
                  <a:pt x="7956" y="15765"/>
                  <a:pt x="7956" y="15420"/>
                </a:cubicBezTo>
                <a:cubicBezTo>
                  <a:pt x="7956" y="15075"/>
                  <a:pt x="8235" y="14796"/>
                  <a:pt x="8580" y="14796"/>
                </a:cubicBezTo>
                <a:cubicBezTo>
                  <a:pt x="8925" y="14796"/>
                  <a:pt x="9204" y="15075"/>
                  <a:pt x="9204" y="15420"/>
                </a:cubicBezTo>
                <a:close/>
                <a:moveTo>
                  <a:pt x="12324" y="15420"/>
                </a:moveTo>
                <a:cubicBezTo>
                  <a:pt x="12324" y="15765"/>
                  <a:pt x="12045" y="16044"/>
                  <a:pt x="11700" y="16044"/>
                </a:cubicBezTo>
                <a:cubicBezTo>
                  <a:pt x="11355" y="16044"/>
                  <a:pt x="11076" y="15765"/>
                  <a:pt x="11076" y="15420"/>
                </a:cubicBezTo>
                <a:cubicBezTo>
                  <a:pt x="11076" y="15075"/>
                  <a:pt x="11355" y="14796"/>
                  <a:pt x="11700" y="14796"/>
                </a:cubicBezTo>
                <a:cubicBezTo>
                  <a:pt x="12045" y="14796"/>
                  <a:pt x="12324" y="15075"/>
                  <a:pt x="12324" y="15420"/>
                </a:cubicBezTo>
                <a:close/>
                <a:moveTo>
                  <a:pt x="6084" y="18150"/>
                </a:moveTo>
                <a:cubicBezTo>
                  <a:pt x="6084" y="18495"/>
                  <a:pt x="5805" y="18774"/>
                  <a:pt x="5460" y="18774"/>
                </a:cubicBezTo>
                <a:cubicBezTo>
                  <a:pt x="5115" y="18774"/>
                  <a:pt x="4836" y="18495"/>
                  <a:pt x="4836" y="18150"/>
                </a:cubicBezTo>
                <a:cubicBezTo>
                  <a:pt x="4836" y="17805"/>
                  <a:pt x="5115" y="17526"/>
                  <a:pt x="5460" y="17526"/>
                </a:cubicBezTo>
                <a:cubicBezTo>
                  <a:pt x="5805" y="17526"/>
                  <a:pt x="6084" y="17805"/>
                  <a:pt x="6084" y="18150"/>
                </a:cubicBezTo>
                <a:close/>
                <a:moveTo>
                  <a:pt x="9204" y="18150"/>
                </a:moveTo>
                <a:cubicBezTo>
                  <a:pt x="9204" y="18495"/>
                  <a:pt x="8925" y="18774"/>
                  <a:pt x="8580" y="18774"/>
                </a:cubicBezTo>
                <a:cubicBezTo>
                  <a:pt x="8235" y="18774"/>
                  <a:pt x="7956" y="18495"/>
                  <a:pt x="7956" y="18150"/>
                </a:cubicBezTo>
                <a:cubicBezTo>
                  <a:pt x="7956" y="17805"/>
                  <a:pt x="8235" y="17526"/>
                  <a:pt x="8580" y="17526"/>
                </a:cubicBezTo>
                <a:cubicBezTo>
                  <a:pt x="8925" y="17526"/>
                  <a:pt x="9204" y="17805"/>
                  <a:pt x="9204" y="1815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日数据·上升</a:t>
            </a:r>
          </a:p>
        </p:txBody>
      </p:sp>
      <p:sp>
        <p:nvSpPr>
          <p:cNvPr id="10" name="DATA-08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6084" y="15420"/>
                </a:moveTo>
                <a:cubicBezTo>
                  <a:pt x="6084" y="15765"/>
                  <a:pt x="5805" y="16044"/>
                  <a:pt x="5460" y="16044"/>
                </a:cubicBezTo>
                <a:cubicBezTo>
                  <a:pt x="5115" y="16044"/>
                  <a:pt x="4836" y="15765"/>
                  <a:pt x="4836" y="15420"/>
                </a:cubicBezTo>
                <a:cubicBezTo>
                  <a:pt x="4836" y="15075"/>
                  <a:pt x="5115" y="14796"/>
                  <a:pt x="5460" y="14796"/>
                </a:cubicBezTo>
                <a:cubicBezTo>
                  <a:pt x="5805" y="14796"/>
                  <a:pt x="6084" y="15075"/>
                  <a:pt x="6084" y="15420"/>
                </a:cubicBezTo>
                <a:close/>
                <a:moveTo>
                  <a:pt x="9204" y="15420"/>
                </a:moveTo>
                <a:cubicBezTo>
                  <a:pt x="9204" y="15765"/>
                  <a:pt x="8925" y="16044"/>
                  <a:pt x="8580" y="16044"/>
                </a:cubicBezTo>
                <a:cubicBezTo>
                  <a:pt x="8235" y="16044"/>
                  <a:pt x="7956" y="15765"/>
                  <a:pt x="7956" y="15420"/>
                </a:cubicBezTo>
                <a:cubicBezTo>
                  <a:pt x="7956" y="15075"/>
                  <a:pt x="8235" y="14796"/>
                  <a:pt x="8580" y="14796"/>
                </a:cubicBezTo>
                <a:cubicBezTo>
                  <a:pt x="8925" y="14796"/>
                  <a:pt x="9204" y="15075"/>
                  <a:pt x="9204" y="15420"/>
                </a:cubicBezTo>
                <a:close/>
                <a:moveTo>
                  <a:pt x="12324" y="15420"/>
                </a:moveTo>
                <a:cubicBezTo>
                  <a:pt x="12324" y="15765"/>
                  <a:pt x="12045" y="16044"/>
                  <a:pt x="11700" y="16044"/>
                </a:cubicBezTo>
                <a:cubicBezTo>
                  <a:pt x="11355" y="16044"/>
                  <a:pt x="11076" y="15765"/>
                  <a:pt x="11076" y="15420"/>
                </a:cubicBezTo>
                <a:cubicBezTo>
                  <a:pt x="11076" y="15075"/>
                  <a:pt x="11355" y="14796"/>
                  <a:pt x="11700" y="14796"/>
                </a:cubicBezTo>
                <a:cubicBezTo>
                  <a:pt x="12045" y="14796"/>
                  <a:pt x="12324" y="15075"/>
                  <a:pt x="12324" y="15420"/>
                </a:cubicBezTo>
                <a:close/>
                <a:moveTo>
                  <a:pt x="6084" y="18150"/>
                </a:moveTo>
                <a:cubicBezTo>
                  <a:pt x="6084" y="18495"/>
                  <a:pt x="5805" y="18774"/>
                  <a:pt x="5460" y="18774"/>
                </a:cubicBezTo>
                <a:cubicBezTo>
                  <a:pt x="5115" y="18774"/>
                  <a:pt x="4836" y="18495"/>
                  <a:pt x="4836" y="18150"/>
                </a:cubicBezTo>
                <a:cubicBezTo>
                  <a:pt x="4836" y="17805"/>
                  <a:pt x="5115" y="17526"/>
                  <a:pt x="5460" y="17526"/>
                </a:cubicBezTo>
                <a:cubicBezTo>
                  <a:pt x="5805" y="17526"/>
                  <a:pt x="6084" y="17805"/>
                  <a:pt x="6084" y="18150"/>
                </a:cubicBezTo>
                <a:close/>
                <a:moveTo>
                  <a:pt x="9204" y="18150"/>
                </a:moveTo>
                <a:cubicBezTo>
                  <a:pt x="9204" y="18495"/>
                  <a:pt x="8925" y="18774"/>
                  <a:pt x="8580" y="18774"/>
                </a:cubicBezTo>
                <a:cubicBezTo>
                  <a:pt x="8235" y="18774"/>
                  <a:pt x="7956" y="18495"/>
                  <a:pt x="7956" y="18150"/>
                </a:cubicBezTo>
                <a:cubicBezTo>
                  <a:pt x="7956" y="17805"/>
                  <a:pt x="8235" y="17526"/>
                  <a:pt x="8580" y="17526"/>
                </a:cubicBezTo>
                <a:cubicBezTo>
                  <a:pt x="8925" y="17526"/>
                  <a:pt x="9204" y="17805"/>
                  <a:pt x="9204" y="1815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日数据·下降</a:t>
            </a:r>
          </a:p>
        </p:txBody>
      </p:sp>
      <p:sp>
        <p:nvSpPr>
          <p:cNvPr id="13" name="DATA-08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6084" y="15420"/>
                </a:moveTo>
                <a:cubicBezTo>
                  <a:pt x="6084" y="15765"/>
                  <a:pt x="5805" y="16044"/>
                  <a:pt x="5460" y="16044"/>
                </a:cubicBezTo>
                <a:cubicBezTo>
                  <a:pt x="5115" y="16044"/>
                  <a:pt x="4836" y="15765"/>
                  <a:pt x="4836" y="15420"/>
                </a:cubicBezTo>
                <a:cubicBezTo>
                  <a:pt x="4836" y="15075"/>
                  <a:pt x="5115" y="14796"/>
                  <a:pt x="5460" y="14796"/>
                </a:cubicBezTo>
                <a:cubicBezTo>
                  <a:pt x="5805" y="14796"/>
                  <a:pt x="6084" y="15075"/>
                  <a:pt x="6084" y="15420"/>
                </a:cubicBezTo>
                <a:close/>
                <a:moveTo>
                  <a:pt x="9204" y="15420"/>
                </a:moveTo>
                <a:cubicBezTo>
                  <a:pt x="9204" y="15765"/>
                  <a:pt x="8925" y="16044"/>
                  <a:pt x="8580" y="16044"/>
                </a:cubicBezTo>
                <a:cubicBezTo>
                  <a:pt x="8235" y="16044"/>
                  <a:pt x="7956" y="15765"/>
                  <a:pt x="7956" y="15420"/>
                </a:cubicBezTo>
                <a:cubicBezTo>
                  <a:pt x="7956" y="15075"/>
                  <a:pt x="8235" y="14796"/>
                  <a:pt x="8580" y="14796"/>
                </a:cubicBezTo>
                <a:cubicBezTo>
                  <a:pt x="8925" y="14796"/>
                  <a:pt x="9204" y="15075"/>
                  <a:pt x="9204" y="15420"/>
                </a:cubicBezTo>
                <a:close/>
                <a:moveTo>
                  <a:pt x="12324" y="15420"/>
                </a:moveTo>
                <a:cubicBezTo>
                  <a:pt x="12324" y="15765"/>
                  <a:pt x="12045" y="16044"/>
                  <a:pt x="11700" y="16044"/>
                </a:cubicBezTo>
                <a:cubicBezTo>
                  <a:pt x="11355" y="16044"/>
                  <a:pt x="11076" y="15765"/>
                  <a:pt x="11076" y="15420"/>
                </a:cubicBezTo>
                <a:cubicBezTo>
                  <a:pt x="11076" y="15075"/>
                  <a:pt x="11355" y="14796"/>
                  <a:pt x="11700" y="14796"/>
                </a:cubicBezTo>
                <a:cubicBezTo>
                  <a:pt x="12045" y="14796"/>
                  <a:pt x="12324" y="15075"/>
                  <a:pt x="12324" y="15420"/>
                </a:cubicBezTo>
                <a:close/>
                <a:moveTo>
                  <a:pt x="6084" y="18150"/>
                </a:moveTo>
                <a:cubicBezTo>
                  <a:pt x="6084" y="18495"/>
                  <a:pt x="5805" y="18774"/>
                  <a:pt x="5460" y="18774"/>
                </a:cubicBezTo>
                <a:cubicBezTo>
                  <a:pt x="5115" y="18774"/>
                  <a:pt x="4836" y="18495"/>
                  <a:pt x="4836" y="18150"/>
                </a:cubicBezTo>
                <a:cubicBezTo>
                  <a:pt x="4836" y="17805"/>
                  <a:pt x="5115" y="17526"/>
                  <a:pt x="5460" y="17526"/>
                </a:cubicBezTo>
                <a:cubicBezTo>
                  <a:pt x="5805" y="17526"/>
                  <a:pt x="6084" y="17805"/>
                  <a:pt x="6084" y="18150"/>
                </a:cubicBezTo>
                <a:close/>
                <a:moveTo>
                  <a:pt x="9204" y="18150"/>
                </a:moveTo>
                <a:cubicBezTo>
                  <a:pt x="9204" y="18495"/>
                  <a:pt x="8925" y="18774"/>
                  <a:pt x="8580" y="18774"/>
                </a:cubicBezTo>
                <a:cubicBezTo>
                  <a:pt x="8235" y="18774"/>
                  <a:pt x="7956" y="18495"/>
                  <a:pt x="7956" y="18150"/>
                </a:cubicBezTo>
                <a:cubicBezTo>
                  <a:pt x="7956" y="17805"/>
                  <a:pt x="8235" y="17526"/>
                  <a:pt x="8580" y="17526"/>
                </a:cubicBezTo>
                <a:cubicBezTo>
                  <a:pt x="8925" y="17526"/>
                  <a:pt x="9204" y="17805"/>
                  <a:pt x="9204" y="1815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日数据·洞察</a:t>
            </a:r>
          </a:p>
        </p:txBody>
      </p:sp>
      <p:sp>
        <p:nvSpPr>
          <p:cNvPr id="16" name="DATA-08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400" y="12000"/>
                </a:moveTo>
                <a:lnTo>
                  <a:pt x="7600" y="12000"/>
                </a:lnTo>
                <a:cubicBezTo>
                  <a:pt x="7821" y="12000"/>
                  <a:pt x="8000" y="12179"/>
                  <a:pt x="8000" y="12400"/>
                </a:cubicBezTo>
                <a:lnTo>
                  <a:pt x="8000" y="19600"/>
                </a:lnTo>
                <a:cubicBezTo>
                  <a:pt x="8000" y="19821"/>
                  <a:pt x="7821" y="20000"/>
                  <a:pt x="7600" y="20000"/>
                </a:cubicBezTo>
                <a:lnTo>
                  <a:pt x="4400" y="20000"/>
                </a:lnTo>
                <a:cubicBezTo>
                  <a:pt x="4179" y="20000"/>
                  <a:pt x="4000" y="19821"/>
                  <a:pt x="4000" y="19600"/>
                </a:cubicBezTo>
                <a:lnTo>
                  <a:pt x="4000" y="12400"/>
                </a:lnTo>
                <a:cubicBezTo>
                  <a:pt x="4000" y="12179"/>
                  <a:pt x="4179" y="12000"/>
                  <a:pt x="4400" y="12000"/>
                </a:cubicBezTo>
                <a:close/>
                <a:moveTo>
                  <a:pt x="10400" y="6000"/>
                </a:moveTo>
                <a:lnTo>
                  <a:pt x="13600" y="6000"/>
                </a:lnTo>
                <a:cubicBezTo>
                  <a:pt x="13821" y="6000"/>
                  <a:pt x="14000" y="6179"/>
                  <a:pt x="14000" y="6400"/>
                </a:cubicBezTo>
                <a:lnTo>
                  <a:pt x="14000" y="19600"/>
                </a:lnTo>
                <a:cubicBezTo>
                  <a:pt x="14000" y="19821"/>
                  <a:pt x="13821" y="20000"/>
                  <a:pt x="13600" y="20000"/>
                </a:cubicBezTo>
                <a:lnTo>
                  <a:pt x="10400" y="20000"/>
                </a:lnTo>
                <a:cubicBezTo>
                  <a:pt x="10179" y="20000"/>
                  <a:pt x="10000" y="19821"/>
                  <a:pt x="10000" y="19600"/>
                </a:cubicBezTo>
                <a:lnTo>
                  <a:pt x="10000" y="6400"/>
                </a:lnTo>
                <a:cubicBezTo>
                  <a:pt x="10000" y="6179"/>
                  <a:pt x="10179" y="6000"/>
                  <a:pt x="10400" y="6000"/>
                </a:cubicBezTo>
                <a:close/>
                <a:moveTo>
                  <a:pt x="16400" y="10000"/>
                </a:moveTo>
                <a:lnTo>
                  <a:pt x="19600" y="10000"/>
                </a:lnTo>
                <a:cubicBezTo>
                  <a:pt x="19821" y="10000"/>
                  <a:pt x="20000" y="10179"/>
                  <a:pt x="20000" y="10400"/>
                </a:cubicBezTo>
                <a:lnTo>
                  <a:pt x="20000" y="19600"/>
                </a:lnTo>
                <a:cubicBezTo>
                  <a:pt x="20000" y="19821"/>
                  <a:pt x="19821" y="20000"/>
                  <a:pt x="19600" y="20000"/>
                </a:cubicBezTo>
                <a:lnTo>
                  <a:pt x="16400" y="20000"/>
                </a:lnTo>
                <a:cubicBezTo>
                  <a:pt x="16179" y="20000"/>
                  <a:pt x="16000" y="19821"/>
                  <a:pt x="16000" y="19600"/>
                </a:cubicBezTo>
                <a:lnTo>
                  <a:pt x="16000" y="10400"/>
                </a:lnTo>
                <a:cubicBezTo>
                  <a:pt x="16000" y="10179"/>
                  <a:pt x="16179" y="10000"/>
                  <a:pt x="16400" y="10000"/>
                </a:cubicBezTo>
                <a:close/>
                <a:moveTo>
                  <a:pt x="11200" y="4000"/>
                </a:moveTo>
                <a:lnTo>
                  <a:pt x="12800" y="4000"/>
                </a:lnTo>
                <a:lnTo>
                  <a:pt x="12000" y="2500"/>
                </a:lnTo>
                <a:close/>
                <a:moveTo>
                  <a:pt x="2200" y="20000"/>
                </a:moveTo>
                <a:lnTo>
                  <a:pt x="21800" y="20000"/>
                </a:lnTo>
                <a:cubicBezTo>
                  <a:pt x="21910" y="20000"/>
                  <a:pt x="22000" y="20090"/>
                  <a:pt x="22000" y="20200"/>
                </a:cubicBezTo>
                <a:lnTo>
                  <a:pt x="22000" y="20800"/>
                </a:lnTo>
                <a:cubicBezTo>
                  <a:pt x="22000" y="20910"/>
                  <a:pt x="21910" y="21000"/>
                  <a:pt x="21800" y="21000"/>
                </a:cubicBezTo>
                <a:lnTo>
                  <a:pt x="2200" y="21000"/>
                </a:lnTo>
                <a:cubicBezTo>
                  <a:pt x="2090" y="21000"/>
                  <a:pt x="2000" y="20910"/>
                  <a:pt x="2000" y="20800"/>
                </a:cubicBezTo>
                <a:lnTo>
                  <a:pt x="2000" y="20200"/>
                </a:lnTo>
                <a:cubicBezTo>
                  <a:pt x="2000" y="20090"/>
                  <a:pt x="2090" y="20000"/>
                  <a:pt x="2200" y="20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排行榜</a:t>
            </a:r>
          </a:p>
        </p:txBody>
      </p:sp>
      <p:sp>
        <p:nvSpPr>
          <p:cNvPr id="19" name="DATA-08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432" y="14640"/>
                </a:moveTo>
                <a:lnTo>
                  <a:pt x="5928" y="14640"/>
                </a:lnTo>
                <a:cubicBezTo>
                  <a:pt x="6100" y="14640"/>
                  <a:pt x="6240" y="14780"/>
                  <a:pt x="6240" y="14952"/>
                </a:cubicBezTo>
                <a:lnTo>
                  <a:pt x="6240" y="20568"/>
                </a:lnTo>
                <a:cubicBezTo>
                  <a:pt x="6240" y="20740"/>
                  <a:pt x="6100" y="20880"/>
                  <a:pt x="5928" y="20880"/>
                </a:cubicBezTo>
                <a:lnTo>
                  <a:pt x="3432" y="20880"/>
                </a:lnTo>
                <a:cubicBezTo>
                  <a:pt x="3260" y="20880"/>
                  <a:pt x="3120" y="20740"/>
                  <a:pt x="3120" y="20568"/>
                </a:cubicBezTo>
                <a:lnTo>
                  <a:pt x="3120" y="14952"/>
                </a:lnTo>
                <a:cubicBezTo>
                  <a:pt x="3120" y="14780"/>
                  <a:pt x="3260" y="14640"/>
                  <a:pt x="3432" y="14640"/>
                </a:cubicBezTo>
                <a:close/>
                <a:moveTo>
                  <a:pt x="8112" y="9960"/>
                </a:moveTo>
                <a:lnTo>
                  <a:pt x="10608" y="9960"/>
                </a:lnTo>
                <a:cubicBezTo>
                  <a:pt x="10780" y="9960"/>
                  <a:pt x="10920" y="10100"/>
                  <a:pt x="10920" y="10272"/>
                </a:cubicBezTo>
                <a:lnTo>
                  <a:pt x="10920" y="20568"/>
                </a:lnTo>
                <a:cubicBezTo>
                  <a:pt x="10920" y="20740"/>
                  <a:pt x="10780" y="20880"/>
                  <a:pt x="10608" y="20880"/>
                </a:cubicBezTo>
                <a:lnTo>
                  <a:pt x="8112" y="20880"/>
                </a:lnTo>
                <a:cubicBezTo>
                  <a:pt x="7940" y="20880"/>
                  <a:pt x="7800" y="20740"/>
                  <a:pt x="7800" y="20568"/>
                </a:cubicBezTo>
                <a:lnTo>
                  <a:pt x="7800" y="10272"/>
                </a:lnTo>
                <a:cubicBezTo>
                  <a:pt x="7800" y="10100"/>
                  <a:pt x="7940" y="9960"/>
                  <a:pt x="8112" y="9960"/>
                </a:cubicBezTo>
                <a:close/>
                <a:moveTo>
                  <a:pt x="12792" y="13080"/>
                </a:moveTo>
                <a:lnTo>
                  <a:pt x="15288" y="13080"/>
                </a:lnTo>
                <a:cubicBezTo>
                  <a:pt x="15460" y="13080"/>
                  <a:pt x="15600" y="13220"/>
                  <a:pt x="15600" y="13392"/>
                </a:cubicBezTo>
                <a:lnTo>
                  <a:pt x="15600" y="20568"/>
                </a:lnTo>
                <a:cubicBezTo>
                  <a:pt x="15600" y="20740"/>
                  <a:pt x="15460" y="20880"/>
                  <a:pt x="15288" y="20880"/>
                </a:cubicBezTo>
                <a:lnTo>
                  <a:pt x="12792" y="20880"/>
                </a:lnTo>
                <a:cubicBezTo>
                  <a:pt x="12620" y="20880"/>
                  <a:pt x="12480" y="20740"/>
                  <a:pt x="12480" y="20568"/>
                </a:cubicBezTo>
                <a:lnTo>
                  <a:pt x="12480" y="13392"/>
                </a:lnTo>
                <a:cubicBezTo>
                  <a:pt x="12480" y="13220"/>
                  <a:pt x="12620" y="13080"/>
                  <a:pt x="12792" y="13080"/>
                </a:cubicBezTo>
                <a:close/>
                <a:moveTo>
                  <a:pt x="8736" y="8400"/>
                </a:moveTo>
                <a:lnTo>
                  <a:pt x="9984" y="8400"/>
                </a:lnTo>
                <a:lnTo>
                  <a:pt x="9360" y="7230"/>
                </a:lnTo>
                <a:close/>
                <a:moveTo>
                  <a:pt x="1716" y="20880"/>
                </a:moveTo>
                <a:lnTo>
                  <a:pt x="17004" y="20880"/>
                </a:lnTo>
                <a:cubicBezTo>
                  <a:pt x="17090" y="20880"/>
                  <a:pt x="17160" y="20950"/>
                  <a:pt x="17160" y="21036"/>
                </a:cubicBezTo>
                <a:lnTo>
                  <a:pt x="17160" y="21504"/>
                </a:lnTo>
                <a:cubicBezTo>
                  <a:pt x="17160" y="21590"/>
                  <a:pt x="17090" y="21660"/>
                  <a:pt x="1700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21036"/>
                </a:lnTo>
                <a:cubicBezTo>
                  <a:pt x="1560" y="20950"/>
                  <a:pt x="1630" y="20880"/>
                  <a:pt x="1716" y="2088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排行榜·已验证</a:t>
            </a:r>
          </a:p>
        </p:txBody>
      </p:sp>
      <p:sp>
        <p:nvSpPr>
          <p:cNvPr id="22" name="DATA-08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432" y="14640"/>
                </a:moveTo>
                <a:lnTo>
                  <a:pt x="5928" y="14640"/>
                </a:lnTo>
                <a:cubicBezTo>
                  <a:pt x="6100" y="14640"/>
                  <a:pt x="6240" y="14780"/>
                  <a:pt x="6240" y="14952"/>
                </a:cubicBezTo>
                <a:lnTo>
                  <a:pt x="6240" y="20568"/>
                </a:lnTo>
                <a:cubicBezTo>
                  <a:pt x="6240" y="20740"/>
                  <a:pt x="6100" y="20880"/>
                  <a:pt x="5928" y="20880"/>
                </a:cubicBezTo>
                <a:lnTo>
                  <a:pt x="3432" y="20880"/>
                </a:lnTo>
                <a:cubicBezTo>
                  <a:pt x="3260" y="20880"/>
                  <a:pt x="3120" y="20740"/>
                  <a:pt x="3120" y="20568"/>
                </a:cubicBezTo>
                <a:lnTo>
                  <a:pt x="3120" y="14952"/>
                </a:lnTo>
                <a:cubicBezTo>
                  <a:pt x="3120" y="14780"/>
                  <a:pt x="3260" y="14640"/>
                  <a:pt x="3432" y="14640"/>
                </a:cubicBezTo>
                <a:close/>
                <a:moveTo>
                  <a:pt x="8112" y="9960"/>
                </a:moveTo>
                <a:lnTo>
                  <a:pt x="10608" y="9960"/>
                </a:lnTo>
                <a:cubicBezTo>
                  <a:pt x="10780" y="9960"/>
                  <a:pt x="10920" y="10100"/>
                  <a:pt x="10920" y="10272"/>
                </a:cubicBezTo>
                <a:lnTo>
                  <a:pt x="10920" y="20568"/>
                </a:lnTo>
                <a:cubicBezTo>
                  <a:pt x="10920" y="20740"/>
                  <a:pt x="10780" y="20880"/>
                  <a:pt x="10608" y="20880"/>
                </a:cubicBezTo>
                <a:lnTo>
                  <a:pt x="8112" y="20880"/>
                </a:lnTo>
                <a:cubicBezTo>
                  <a:pt x="7940" y="20880"/>
                  <a:pt x="7800" y="20740"/>
                  <a:pt x="7800" y="20568"/>
                </a:cubicBezTo>
                <a:lnTo>
                  <a:pt x="7800" y="10272"/>
                </a:lnTo>
                <a:cubicBezTo>
                  <a:pt x="7800" y="10100"/>
                  <a:pt x="7940" y="9960"/>
                  <a:pt x="8112" y="9960"/>
                </a:cubicBezTo>
                <a:close/>
                <a:moveTo>
                  <a:pt x="12792" y="13080"/>
                </a:moveTo>
                <a:lnTo>
                  <a:pt x="15288" y="13080"/>
                </a:lnTo>
                <a:cubicBezTo>
                  <a:pt x="15460" y="13080"/>
                  <a:pt x="15600" y="13220"/>
                  <a:pt x="15600" y="13392"/>
                </a:cubicBezTo>
                <a:lnTo>
                  <a:pt x="15600" y="20568"/>
                </a:lnTo>
                <a:cubicBezTo>
                  <a:pt x="15600" y="20740"/>
                  <a:pt x="15460" y="20880"/>
                  <a:pt x="15288" y="20880"/>
                </a:cubicBezTo>
                <a:lnTo>
                  <a:pt x="12792" y="20880"/>
                </a:lnTo>
                <a:cubicBezTo>
                  <a:pt x="12620" y="20880"/>
                  <a:pt x="12480" y="20740"/>
                  <a:pt x="12480" y="20568"/>
                </a:cubicBezTo>
                <a:lnTo>
                  <a:pt x="12480" y="13392"/>
                </a:lnTo>
                <a:cubicBezTo>
                  <a:pt x="12480" y="13220"/>
                  <a:pt x="12620" y="13080"/>
                  <a:pt x="12792" y="13080"/>
                </a:cubicBezTo>
                <a:close/>
                <a:moveTo>
                  <a:pt x="8736" y="8400"/>
                </a:moveTo>
                <a:lnTo>
                  <a:pt x="9984" y="8400"/>
                </a:lnTo>
                <a:lnTo>
                  <a:pt x="9360" y="7230"/>
                </a:lnTo>
                <a:close/>
                <a:moveTo>
                  <a:pt x="1716" y="20880"/>
                </a:moveTo>
                <a:lnTo>
                  <a:pt x="17004" y="20880"/>
                </a:lnTo>
                <a:cubicBezTo>
                  <a:pt x="17090" y="20880"/>
                  <a:pt x="17160" y="20950"/>
                  <a:pt x="17160" y="21036"/>
                </a:cubicBezTo>
                <a:lnTo>
                  <a:pt x="17160" y="21504"/>
                </a:lnTo>
                <a:cubicBezTo>
                  <a:pt x="17160" y="21590"/>
                  <a:pt x="17090" y="21660"/>
                  <a:pt x="1700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21036"/>
                </a:lnTo>
                <a:cubicBezTo>
                  <a:pt x="1560" y="20950"/>
                  <a:pt x="1630" y="20880"/>
                  <a:pt x="1716" y="2088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排行榜·预警</a:t>
            </a:r>
          </a:p>
        </p:txBody>
      </p:sp>
      <p:sp>
        <p:nvSpPr>
          <p:cNvPr id="25" name="DATA-08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432" y="14640"/>
                </a:moveTo>
                <a:lnTo>
                  <a:pt x="5928" y="14640"/>
                </a:lnTo>
                <a:cubicBezTo>
                  <a:pt x="6100" y="14640"/>
                  <a:pt x="6240" y="14780"/>
                  <a:pt x="6240" y="14952"/>
                </a:cubicBezTo>
                <a:lnTo>
                  <a:pt x="6240" y="20568"/>
                </a:lnTo>
                <a:cubicBezTo>
                  <a:pt x="6240" y="20740"/>
                  <a:pt x="6100" y="20880"/>
                  <a:pt x="5928" y="20880"/>
                </a:cubicBezTo>
                <a:lnTo>
                  <a:pt x="3432" y="20880"/>
                </a:lnTo>
                <a:cubicBezTo>
                  <a:pt x="3260" y="20880"/>
                  <a:pt x="3120" y="20740"/>
                  <a:pt x="3120" y="20568"/>
                </a:cubicBezTo>
                <a:lnTo>
                  <a:pt x="3120" y="14952"/>
                </a:lnTo>
                <a:cubicBezTo>
                  <a:pt x="3120" y="14780"/>
                  <a:pt x="3260" y="14640"/>
                  <a:pt x="3432" y="14640"/>
                </a:cubicBezTo>
                <a:close/>
                <a:moveTo>
                  <a:pt x="8112" y="9960"/>
                </a:moveTo>
                <a:lnTo>
                  <a:pt x="10608" y="9960"/>
                </a:lnTo>
                <a:cubicBezTo>
                  <a:pt x="10780" y="9960"/>
                  <a:pt x="10920" y="10100"/>
                  <a:pt x="10920" y="10272"/>
                </a:cubicBezTo>
                <a:lnTo>
                  <a:pt x="10920" y="20568"/>
                </a:lnTo>
                <a:cubicBezTo>
                  <a:pt x="10920" y="20740"/>
                  <a:pt x="10780" y="20880"/>
                  <a:pt x="10608" y="20880"/>
                </a:cubicBezTo>
                <a:lnTo>
                  <a:pt x="8112" y="20880"/>
                </a:lnTo>
                <a:cubicBezTo>
                  <a:pt x="7940" y="20880"/>
                  <a:pt x="7800" y="20740"/>
                  <a:pt x="7800" y="20568"/>
                </a:cubicBezTo>
                <a:lnTo>
                  <a:pt x="7800" y="10272"/>
                </a:lnTo>
                <a:cubicBezTo>
                  <a:pt x="7800" y="10100"/>
                  <a:pt x="7940" y="9960"/>
                  <a:pt x="8112" y="9960"/>
                </a:cubicBezTo>
                <a:close/>
                <a:moveTo>
                  <a:pt x="12792" y="13080"/>
                </a:moveTo>
                <a:lnTo>
                  <a:pt x="15288" y="13080"/>
                </a:lnTo>
                <a:cubicBezTo>
                  <a:pt x="15460" y="13080"/>
                  <a:pt x="15600" y="13220"/>
                  <a:pt x="15600" y="13392"/>
                </a:cubicBezTo>
                <a:lnTo>
                  <a:pt x="15600" y="20568"/>
                </a:lnTo>
                <a:cubicBezTo>
                  <a:pt x="15600" y="20740"/>
                  <a:pt x="15460" y="20880"/>
                  <a:pt x="15288" y="20880"/>
                </a:cubicBezTo>
                <a:lnTo>
                  <a:pt x="12792" y="20880"/>
                </a:lnTo>
                <a:cubicBezTo>
                  <a:pt x="12620" y="20880"/>
                  <a:pt x="12480" y="20740"/>
                  <a:pt x="12480" y="20568"/>
                </a:cubicBezTo>
                <a:lnTo>
                  <a:pt x="12480" y="13392"/>
                </a:lnTo>
                <a:cubicBezTo>
                  <a:pt x="12480" y="13220"/>
                  <a:pt x="12620" y="13080"/>
                  <a:pt x="12792" y="13080"/>
                </a:cubicBezTo>
                <a:close/>
                <a:moveTo>
                  <a:pt x="8736" y="8400"/>
                </a:moveTo>
                <a:lnTo>
                  <a:pt x="9984" y="8400"/>
                </a:lnTo>
                <a:lnTo>
                  <a:pt x="9360" y="7230"/>
                </a:lnTo>
                <a:close/>
                <a:moveTo>
                  <a:pt x="1716" y="20880"/>
                </a:moveTo>
                <a:lnTo>
                  <a:pt x="17004" y="20880"/>
                </a:lnTo>
                <a:cubicBezTo>
                  <a:pt x="17090" y="20880"/>
                  <a:pt x="17160" y="20950"/>
                  <a:pt x="17160" y="21036"/>
                </a:cubicBezTo>
                <a:lnTo>
                  <a:pt x="17160" y="21504"/>
                </a:lnTo>
                <a:cubicBezTo>
                  <a:pt x="17160" y="21590"/>
                  <a:pt x="17090" y="21660"/>
                  <a:pt x="17004" y="21660"/>
                </a:cubicBezTo>
                <a:lnTo>
                  <a:pt x="1716" y="21660"/>
                </a:lnTo>
                <a:cubicBezTo>
                  <a:pt x="1630" y="21660"/>
                  <a:pt x="1560" y="21590"/>
                  <a:pt x="1560" y="21504"/>
                </a:cubicBezTo>
                <a:lnTo>
                  <a:pt x="1560" y="21036"/>
                </a:lnTo>
                <a:cubicBezTo>
                  <a:pt x="1560" y="20950"/>
                  <a:pt x="1630" y="20880"/>
                  <a:pt x="1716" y="2088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DATA-088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排行榜·上升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02_员工培训辅导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TRAIN · 82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02_员工培训辅导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TRAIN · 第 1/3 页 · 共 82 个</a:t>
            </a:r>
          </a:p>
        </p:txBody>
      </p:sp>
      <p:sp>
        <p:nvSpPr>
          <p:cNvPr id="4" name="TRAIN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600" y="4000"/>
                </a:moveTo>
                <a:lnTo>
                  <a:pt x="20400" y="4000"/>
                </a:lnTo>
                <a:cubicBezTo>
                  <a:pt x="20731" y="4000"/>
                  <a:pt x="21000" y="4269"/>
                  <a:pt x="21000" y="4600"/>
                </a:cubicBezTo>
                <a:lnTo>
                  <a:pt x="21000" y="14400"/>
                </a:lnTo>
                <a:cubicBezTo>
                  <a:pt x="21000" y="14731"/>
                  <a:pt x="20731" y="15000"/>
                  <a:pt x="20400" y="15000"/>
                </a:cubicBezTo>
                <a:lnTo>
                  <a:pt x="3600" y="15000"/>
                </a:lnTo>
                <a:cubicBezTo>
                  <a:pt x="3269" y="15000"/>
                  <a:pt x="3000" y="14731"/>
                  <a:pt x="3000" y="14400"/>
                </a:cubicBezTo>
                <a:lnTo>
                  <a:pt x="3000" y="4600"/>
                </a:lnTo>
                <a:cubicBezTo>
                  <a:pt x="3000" y="4269"/>
                  <a:pt x="3269" y="4000"/>
                  <a:pt x="3600" y="4000"/>
                </a:cubicBezTo>
                <a:close/>
                <a:moveTo>
                  <a:pt x="2000" y="14900"/>
                </a:moveTo>
                <a:lnTo>
                  <a:pt x="22000" y="14900"/>
                </a:lnTo>
                <a:lnTo>
                  <a:pt x="22000" y="14100"/>
                </a:lnTo>
                <a:lnTo>
                  <a:pt x="2000" y="14100"/>
                </a:lnTo>
                <a:close/>
                <a:moveTo>
                  <a:pt x="8600" y="19000"/>
                </a:moveTo>
                <a:cubicBezTo>
                  <a:pt x="8600" y="19884"/>
                  <a:pt x="7884" y="20600"/>
                  <a:pt x="7000" y="20600"/>
                </a:cubicBezTo>
                <a:cubicBezTo>
                  <a:pt x="6116" y="20600"/>
                  <a:pt x="5400" y="19884"/>
                  <a:pt x="5400" y="19000"/>
                </a:cubicBezTo>
                <a:cubicBezTo>
                  <a:pt x="5400" y="18116"/>
                  <a:pt x="6116" y="17400"/>
                  <a:pt x="7000" y="17400"/>
                </a:cubicBezTo>
                <a:cubicBezTo>
                  <a:pt x="7884" y="17400"/>
                  <a:pt x="8600" y="18116"/>
                  <a:pt x="8600" y="19000"/>
                </a:cubicBezTo>
                <a:close/>
                <a:moveTo>
                  <a:pt x="13600" y="19000"/>
                </a:moveTo>
                <a:cubicBezTo>
                  <a:pt x="13600" y="19884"/>
                  <a:pt x="12884" y="20600"/>
                  <a:pt x="12000" y="20600"/>
                </a:cubicBezTo>
                <a:cubicBezTo>
                  <a:pt x="11116" y="20600"/>
                  <a:pt x="10400" y="19884"/>
                  <a:pt x="10400" y="19000"/>
                </a:cubicBezTo>
                <a:cubicBezTo>
                  <a:pt x="10400" y="18116"/>
                  <a:pt x="11116" y="17400"/>
                  <a:pt x="12000" y="17400"/>
                </a:cubicBezTo>
                <a:cubicBezTo>
                  <a:pt x="12884" y="17400"/>
                  <a:pt x="13600" y="18116"/>
                  <a:pt x="13600" y="19000"/>
                </a:cubicBezTo>
                <a:close/>
                <a:moveTo>
                  <a:pt x="18600" y="19000"/>
                </a:moveTo>
                <a:cubicBezTo>
                  <a:pt x="18600" y="19884"/>
                  <a:pt x="17884" y="20600"/>
                  <a:pt x="17000" y="20600"/>
                </a:cubicBezTo>
                <a:cubicBezTo>
                  <a:pt x="16116" y="20600"/>
                  <a:pt x="15400" y="19884"/>
                  <a:pt x="15400" y="19000"/>
                </a:cubicBezTo>
                <a:cubicBezTo>
                  <a:pt x="15400" y="18116"/>
                  <a:pt x="16116" y="17400"/>
                  <a:pt x="17000" y="17400"/>
                </a:cubicBezTo>
                <a:cubicBezTo>
                  <a:pt x="17884" y="17400"/>
                  <a:pt x="18600" y="18116"/>
                  <a:pt x="18600" y="19000"/>
                </a:cubicBezTo>
                <a:close/>
                <a:moveTo>
                  <a:pt x="6300" y="7000"/>
                </a:moveTo>
                <a:lnTo>
                  <a:pt x="17700" y="7000"/>
                </a:lnTo>
                <a:cubicBezTo>
                  <a:pt x="17866" y="7000"/>
                  <a:pt x="18000" y="7134"/>
                  <a:pt x="18000" y="7300"/>
                </a:cubicBezTo>
                <a:lnTo>
                  <a:pt x="18000" y="7700"/>
                </a:lnTo>
                <a:cubicBezTo>
                  <a:pt x="18000" y="7866"/>
                  <a:pt x="17866" y="8000"/>
                  <a:pt x="17700" y="8000"/>
                </a:cubicBezTo>
                <a:lnTo>
                  <a:pt x="6300" y="8000"/>
                </a:lnTo>
                <a:cubicBezTo>
                  <a:pt x="6134" y="8000"/>
                  <a:pt x="6000" y="7866"/>
                  <a:pt x="6000" y="7700"/>
                </a:cubicBezTo>
                <a:lnTo>
                  <a:pt x="6000" y="7300"/>
                </a:lnTo>
                <a:cubicBezTo>
                  <a:pt x="6000" y="7134"/>
                  <a:pt x="6134" y="7000"/>
                  <a:pt x="6300" y="7000"/>
                </a:cubicBezTo>
                <a:close/>
                <a:moveTo>
                  <a:pt x="6300" y="9500"/>
                </a:moveTo>
                <a:lnTo>
                  <a:pt x="13700" y="9500"/>
                </a:lnTo>
                <a:cubicBezTo>
                  <a:pt x="13866" y="9500"/>
                  <a:pt x="14000" y="9634"/>
                  <a:pt x="14000" y="9800"/>
                </a:cubicBezTo>
                <a:lnTo>
                  <a:pt x="14000" y="10200"/>
                </a:lnTo>
                <a:cubicBezTo>
                  <a:pt x="14000" y="10366"/>
                  <a:pt x="13866" y="10500"/>
                  <a:pt x="13700" y="10500"/>
                </a:cubicBezTo>
                <a:lnTo>
                  <a:pt x="6300" y="10500"/>
                </a:lnTo>
                <a:cubicBezTo>
                  <a:pt x="6134" y="10500"/>
                  <a:pt x="6000" y="10366"/>
                  <a:pt x="6000" y="10200"/>
                </a:cubicBezTo>
                <a:lnTo>
                  <a:pt x="6000" y="9800"/>
                </a:lnTo>
                <a:cubicBezTo>
                  <a:pt x="6000" y="9634"/>
                  <a:pt x="6134" y="9500"/>
                  <a:pt x="6300" y="9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课堂教学</a:t>
            </a:r>
          </a:p>
        </p:txBody>
      </p:sp>
      <p:sp>
        <p:nvSpPr>
          <p:cNvPr id="7" name="TRAIN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8" y="8400"/>
                </a:moveTo>
                <a:lnTo>
                  <a:pt x="15912" y="8400"/>
                </a:lnTo>
                <a:cubicBezTo>
                  <a:pt x="16170" y="8400"/>
                  <a:pt x="16380" y="8610"/>
                  <a:pt x="16380" y="8868"/>
                </a:cubicBezTo>
                <a:lnTo>
                  <a:pt x="16380" y="16512"/>
                </a:lnTo>
                <a:cubicBezTo>
                  <a:pt x="16380" y="16770"/>
                  <a:pt x="16170" y="16980"/>
                  <a:pt x="15912" y="16980"/>
                </a:cubicBezTo>
                <a:lnTo>
                  <a:pt x="2808" y="16980"/>
                </a:lnTo>
                <a:cubicBezTo>
                  <a:pt x="2550" y="16980"/>
                  <a:pt x="2340" y="16770"/>
                  <a:pt x="2340" y="16512"/>
                </a:cubicBezTo>
                <a:lnTo>
                  <a:pt x="2340" y="8868"/>
                </a:lnTo>
                <a:cubicBezTo>
                  <a:pt x="2340" y="8610"/>
                  <a:pt x="2550" y="8400"/>
                  <a:pt x="2808" y="8400"/>
                </a:cubicBezTo>
                <a:close/>
                <a:moveTo>
                  <a:pt x="1560" y="16902"/>
                </a:moveTo>
                <a:lnTo>
                  <a:pt x="17160" y="16902"/>
                </a:lnTo>
                <a:lnTo>
                  <a:pt x="17160" y="16278"/>
                </a:lnTo>
                <a:lnTo>
                  <a:pt x="1560" y="16278"/>
                </a:lnTo>
                <a:close/>
                <a:moveTo>
                  <a:pt x="6708" y="20100"/>
                </a:moveTo>
                <a:cubicBezTo>
                  <a:pt x="6708" y="20789"/>
                  <a:pt x="6149" y="21348"/>
                  <a:pt x="5460" y="21348"/>
                </a:cubicBezTo>
                <a:cubicBezTo>
                  <a:pt x="4771" y="21348"/>
                  <a:pt x="4212" y="20789"/>
                  <a:pt x="4212" y="20100"/>
                </a:cubicBezTo>
                <a:cubicBezTo>
                  <a:pt x="4212" y="19411"/>
                  <a:pt x="4771" y="18852"/>
                  <a:pt x="5460" y="18852"/>
                </a:cubicBezTo>
                <a:cubicBezTo>
                  <a:pt x="6149" y="18852"/>
                  <a:pt x="6708" y="19411"/>
                  <a:pt x="6708" y="20100"/>
                </a:cubicBezTo>
                <a:close/>
                <a:moveTo>
                  <a:pt x="10608" y="20100"/>
                </a:moveTo>
                <a:cubicBezTo>
                  <a:pt x="10608" y="20789"/>
                  <a:pt x="10049" y="21348"/>
                  <a:pt x="9360" y="21348"/>
                </a:cubicBezTo>
                <a:cubicBezTo>
                  <a:pt x="8671" y="21348"/>
                  <a:pt x="8112" y="20789"/>
                  <a:pt x="8112" y="20100"/>
                </a:cubicBezTo>
                <a:cubicBezTo>
                  <a:pt x="8112" y="19411"/>
                  <a:pt x="8671" y="18852"/>
                  <a:pt x="9360" y="18852"/>
                </a:cubicBezTo>
                <a:cubicBezTo>
                  <a:pt x="10049" y="18852"/>
                  <a:pt x="10608" y="19411"/>
                  <a:pt x="10608" y="20100"/>
                </a:cubicBezTo>
                <a:close/>
                <a:moveTo>
                  <a:pt x="14508" y="20100"/>
                </a:moveTo>
                <a:cubicBezTo>
                  <a:pt x="14508" y="20789"/>
                  <a:pt x="13949" y="21348"/>
                  <a:pt x="13260" y="21348"/>
                </a:cubicBezTo>
                <a:cubicBezTo>
                  <a:pt x="12571" y="21348"/>
                  <a:pt x="12012" y="20789"/>
                  <a:pt x="12012" y="20100"/>
                </a:cubicBezTo>
                <a:cubicBezTo>
                  <a:pt x="12012" y="19411"/>
                  <a:pt x="12571" y="18852"/>
                  <a:pt x="13260" y="18852"/>
                </a:cubicBezTo>
                <a:cubicBezTo>
                  <a:pt x="13949" y="18852"/>
                  <a:pt x="14508" y="19411"/>
                  <a:pt x="14508" y="20100"/>
                </a:cubicBezTo>
                <a:close/>
                <a:moveTo>
                  <a:pt x="4914" y="10740"/>
                </a:moveTo>
                <a:lnTo>
                  <a:pt x="13806" y="10740"/>
                </a:lnTo>
                <a:cubicBezTo>
                  <a:pt x="13935" y="10740"/>
                  <a:pt x="14040" y="10845"/>
                  <a:pt x="14040" y="10974"/>
                </a:cubicBezTo>
                <a:lnTo>
                  <a:pt x="14040" y="11286"/>
                </a:lnTo>
                <a:cubicBezTo>
                  <a:pt x="14040" y="11415"/>
                  <a:pt x="13935" y="11520"/>
                  <a:pt x="13806" y="11520"/>
                </a:cubicBezTo>
                <a:lnTo>
                  <a:pt x="4914" y="11520"/>
                </a:lnTo>
                <a:cubicBezTo>
                  <a:pt x="4785" y="11520"/>
                  <a:pt x="4680" y="11415"/>
                  <a:pt x="4680" y="11286"/>
                </a:cubicBezTo>
                <a:lnTo>
                  <a:pt x="4680" y="10974"/>
                </a:lnTo>
                <a:cubicBezTo>
                  <a:pt x="4680" y="10845"/>
                  <a:pt x="4785" y="10740"/>
                  <a:pt x="4914" y="10740"/>
                </a:cubicBezTo>
                <a:close/>
                <a:moveTo>
                  <a:pt x="4914" y="12690"/>
                </a:moveTo>
                <a:lnTo>
                  <a:pt x="10686" y="12690"/>
                </a:lnTo>
                <a:cubicBezTo>
                  <a:pt x="10815" y="12690"/>
                  <a:pt x="10920" y="12795"/>
                  <a:pt x="10920" y="12924"/>
                </a:cubicBezTo>
                <a:lnTo>
                  <a:pt x="10920" y="13236"/>
                </a:lnTo>
                <a:cubicBezTo>
                  <a:pt x="10920" y="13365"/>
                  <a:pt x="10815" y="13470"/>
                  <a:pt x="10686" y="13470"/>
                </a:cubicBezTo>
                <a:lnTo>
                  <a:pt x="4914" y="13470"/>
                </a:lnTo>
                <a:cubicBezTo>
                  <a:pt x="4785" y="13470"/>
                  <a:pt x="4680" y="13365"/>
                  <a:pt x="4680" y="13236"/>
                </a:cubicBezTo>
                <a:lnTo>
                  <a:pt x="4680" y="12924"/>
                </a:lnTo>
                <a:cubicBezTo>
                  <a:pt x="4680" y="12795"/>
                  <a:pt x="4785" y="12690"/>
                  <a:pt x="4914" y="1269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课堂教学·已验证</a:t>
            </a:r>
          </a:p>
        </p:txBody>
      </p:sp>
      <p:sp>
        <p:nvSpPr>
          <p:cNvPr id="10" name="TRAIN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8" y="8400"/>
                </a:moveTo>
                <a:lnTo>
                  <a:pt x="15912" y="8400"/>
                </a:lnTo>
                <a:cubicBezTo>
                  <a:pt x="16170" y="8400"/>
                  <a:pt x="16380" y="8610"/>
                  <a:pt x="16380" y="8868"/>
                </a:cubicBezTo>
                <a:lnTo>
                  <a:pt x="16380" y="16512"/>
                </a:lnTo>
                <a:cubicBezTo>
                  <a:pt x="16380" y="16770"/>
                  <a:pt x="16170" y="16980"/>
                  <a:pt x="15912" y="16980"/>
                </a:cubicBezTo>
                <a:lnTo>
                  <a:pt x="2808" y="16980"/>
                </a:lnTo>
                <a:cubicBezTo>
                  <a:pt x="2550" y="16980"/>
                  <a:pt x="2340" y="16770"/>
                  <a:pt x="2340" y="16512"/>
                </a:cubicBezTo>
                <a:lnTo>
                  <a:pt x="2340" y="8868"/>
                </a:lnTo>
                <a:cubicBezTo>
                  <a:pt x="2340" y="8610"/>
                  <a:pt x="2550" y="8400"/>
                  <a:pt x="2808" y="8400"/>
                </a:cubicBezTo>
                <a:close/>
                <a:moveTo>
                  <a:pt x="1560" y="16902"/>
                </a:moveTo>
                <a:lnTo>
                  <a:pt x="17160" y="16902"/>
                </a:lnTo>
                <a:lnTo>
                  <a:pt x="17160" y="16278"/>
                </a:lnTo>
                <a:lnTo>
                  <a:pt x="1560" y="16278"/>
                </a:lnTo>
                <a:close/>
                <a:moveTo>
                  <a:pt x="6708" y="20100"/>
                </a:moveTo>
                <a:cubicBezTo>
                  <a:pt x="6708" y="20789"/>
                  <a:pt x="6149" y="21348"/>
                  <a:pt x="5460" y="21348"/>
                </a:cubicBezTo>
                <a:cubicBezTo>
                  <a:pt x="4771" y="21348"/>
                  <a:pt x="4212" y="20789"/>
                  <a:pt x="4212" y="20100"/>
                </a:cubicBezTo>
                <a:cubicBezTo>
                  <a:pt x="4212" y="19411"/>
                  <a:pt x="4771" y="18852"/>
                  <a:pt x="5460" y="18852"/>
                </a:cubicBezTo>
                <a:cubicBezTo>
                  <a:pt x="6149" y="18852"/>
                  <a:pt x="6708" y="19411"/>
                  <a:pt x="6708" y="20100"/>
                </a:cubicBezTo>
                <a:close/>
                <a:moveTo>
                  <a:pt x="10608" y="20100"/>
                </a:moveTo>
                <a:cubicBezTo>
                  <a:pt x="10608" y="20789"/>
                  <a:pt x="10049" y="21348"/>
                  <a:pt x="9360" y="21348"/>
                </a:cubicBezTo>
                <a:cubicBezTo>
                  <a:pt x="8671" y="21348"/>
                  <a:pt x="8112" y="20789"/>
                  <a:pt x="8112" y="20100"/>
                </a:cubicBezTo>
                <a:cubicBezTo>
                  <a:pt x="8112" y="19411"/>
                  <a:pt x="8671" y="18852"/>
                  <a:pt x="9360" y="18852"/>
                </a:cubicBezTo>
                <a:cubicBezTo>
                  <a:pt x="10049" y="18852"/>
                  <a:pt x="10608" y="19411"/>
                  <a:pt x="10608" y="20100"/>
                </a:cubicBezTo>
                <a:close/>
                <a:moveTo>
                  <a:pt x="14508" y="20100"/>
                </a:moveTo>
                <a:cubicBezTo>
                  <a:pt x="14508" y="20789"/>
                  <a:pt x="13949" y="21348"/>
                  <a:pt x="13260" y="21348"/>
                </a:cubicBezTo>
                <a:cubicBezTo>
                  <a:pt x="12571" y="21348"/>
                  <a:pt x="12012" y="20789"/>
                  <a:pt x="12012" y="20100"/>
                </a:cubicBezTo>
                <a:cubicBezTo>
                  <a:pt x="12012" y="19411"/>
                  <a:pt x="12571" y="18852"/>
                  <a:pt x="13260" y="18852"/>
                </a:cubicBezTo>
                <a:cubicBezTo>
                  <a:pt x="13949" y="18852"/>
                  <a:pt x="14508" y="19411"/>
                  <a:pt x="14508" y="20100"/>
                </a:cubicBezTo>
                <a:close/>
                <a:moveTo>
                  <a:pt x="4914" y="10740"/>
                </a:moveTo>
                <a:lnTo>
                  <a:pt x="13806" y="10740"/>
                </a:lnTo>
                <a:cubicBezTo>
                  <a:pt x="13935" y="10740"/>
                  <a:pt x="14040" y="10845"/>
                  <a:pt x="14040" y="10974"/>
                </a:cubicBezTo>
                <a:lnTo>
                  <a:pt x="14040" y="11286"/>
                </a:lnTo>
                <a:cubicBezTo>
                  <a:pt x="14040" y="11415"/>
                  <a:pt x="13935" y="11520"/>
                  <a:pt x="13806" y="11520"/>
                </a:cubicBezTo>
                <a:lnTo>
                  <a:pt x="4914" y="11520"/>
                </a:lnTo>
                <a:cubicBezTo>
                  <a:pt x="4785" y="11520"/>
                  <a:pt x="4680" y="11415"/>
                  <a:pt x="4680" y="11286"/>
                </a:cubicBezTo>
                <a:lnTo>
                  <a:pt x="4680" y="10974"/>
                </a:lnTo>
                <a:cubicBezTo>
                  <a:pt x="4680" y="10845"/>
                  <a:pt x="4785" y="10740"/>
                  <a:pt x="4914" y="10740"/>
                </a:cubicBezTo>
                <a:close/>
                <a:moveTo>
                  <a:pt x="4914" y="12690"/>
                </a:moveTo>
                <a:lnTo>
                  <a:pt x="10686" y="12690"/>
                </a:lnTo>
                <a:cubicBezTo>
                  <a:pt x="10815" y="12690"/>
                  <a:pt x="10920" y="12795"/>
                  <a:pt x="10920" y="12924"/>
                </a:cubicBezTo>
                <a:lnTo>
                  <a:pt x="10920" y="13236"/>
                </a:lnTo>
                <a:cubicBezTo>
                  <a:pt x="10920" y="13365"/>
                  <a:pt x="10815" y="13470"/>
                  <a:pt x="10686" y="13470"/>
                </a:cubicBezTo>
                <a:lnTo>
                  <a:pt x="4914" y="13470"/>
                </a:lnTo>
                <a:cubicBezTo>
                  <a:pt x="4785" y="13470"/>
                  <a:pt x="4680" y="13365"/>
                  <a:pt x="4680" y="13236"/>
                </a:cubicBezTo>
                <a:lnTo>
                  <a:pt x="4680" y="12924"/>
                </a:lnTo>
                <a:cubicBezTo>
                  <a:pt x="4680" y="12795"/>
                  <a:pt x="4785" y="12690"/>
                  <a:pt x="4914" y="1269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课堂教学·新增</a:t>
            </a:r>
          </a:p>
        </p:txBody>
      </p:sp>
      <p:sp>
        <p:nvSpPr>
          <p:cNvPr id="13" name="TRAIN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8" y="8400"/>
                </a:moveTo>
                <a:lnTo>
                  <a:pt x="15912" y="8400"/>
                </a:lnTo>
                <a:cubicBezTo>
                  <a:pt x="16170" y="8400"/>
                  <a:pt x="16380" y="8610"/>
                  <a:pt x="16380" y="8868"/>
                </a:cubicBezTo>
                <a:lnTo>
                  <a:pt x="16380" y="16512"/>
                </a:lnTo>
                <a:cubicBezTo>
                  <a:pt x="16380" y="16770"/>
                  <a:pt x="16170" y="16980"/>
                  <a:pt x="15912" y="16980"/>
                </a:cubicBezTo>
                <a:lnTo>
                  <a:pt x="2808" y="16980"/>
                </a:lnTo>
                <a:cubicBezTo>
                  <a:pt x="2550" y="16980"/>
                  <a:pt x="2340" y="16770"/>
                  <a:pt x="2340" y="16512"/>
                </a:cubicBezTo>
                <a:lnTo>
                  <a:pt x="2340" y="8868"/>
                </a:lnTo>
                <a:cubicBezTo>
                  <a:pt x="2340" y="8610"/>
                  <a:pt x="2550" y="8400"/>
                  <a:pt x="2808" y="8400"/>
                </a:cubicBezTo>
                <a:close/>
                <a:moveTo>
                  <a:pt x="1560" y="16902"/>
                </a:moveTo>
                <a:lnTo>
                  <a:pt x="17160" y="16902"/>
                </a:lnTo>
                <a:lnTo>
                  <a:pt x="17160" y="16278"/>
                </a:lnTo>
                <a:lnTo>
                  <a:pt x="1560" y="16278"/>
                </a:lnTo>
                <a:close/>
                <a:moveTo>
                  <a:pt x="6708" y="20100"/>
                </a:moveTo>
                <a:cubicBezTo>
                  <a:pt x="6708" y="20789"/>
                  <a:pt x="6149" y="21348"/>
                  <a:pt x="5460" y="21348"/>
                </a:cubicBezTo>
                <a:cubicBezTo>
                  <a:pt x="4771" y="21348"/>
                  <a:pt x="4212" y="20789"/>
                  <a:pt x="4212" y="20100"/>
                </a:cubicBezTo>
                <a:cubicBezTo>
                  <a:pt x="4212" y="19411"/>
                  <a:pt x="4771" y="18852"/>
                  <a:pt x="5460" y="18852"/>
                </a:cubicBezTo>
                <a:cubicBezTo>
                  <a:pt x="6149" y="18852"/>
                  <a:pt x="6708" y="19411"/>
                  <a:pt x="6708" y="20100"/>
                </a:cubicBezTo>
                <a:close/>
                <a:moveTo>
                  <a:pt x="10608" y="20100"/>
                </a:moveTo>
                <a:cubicBezTo>
                  <a:pt x="10608" y="20789"/>
                  <a:pt x="10049" y="21348"/>
                  <a:pt x="9360" y="21348"/>
                </a:cubicBezTo>
                <a:cubicBezTo>
                  <a:pt x="8671" y="21348"/>
                  <a:pt x="8112" y="20789"/>
                  <a:pt x="8112" y="20100"/>
                </a:cubicBezTo>
                <a:cubicBezTo>
                  <a:pt x="8112" y="19411"/>
                  <a:pt x="8671" y="18852"/>
                  <a:pt x="9360" y="18852"/>
                </a:cubicBezTo>
                <a:cubicBezTo>
                  <a:pt x="10049" y="18852"/>
                  <a:pt x="10608" y="19411"/>
                  <a:pt x="10608" y="20100"/>
                </a:cubicBezTo>
                <a:close/>
                <a:moveTo>
                  <a:pt x="14508" y="20100"/>
                </a:moveTo>
                <a:cubicBezTo>
                  <a:pt x="14508" y="20789"/>
                  <a:pt x="13949" y="21348"/>
                  <a:pt x="13260" y="21348"/>
                </a:cubicBezTo>
                <a:cubicBezTo>
                  <a:pt x="12571" y="21348"/>
                  <a:pt x="12012" y="20789"/>
                  <a:pt x="12012" y="20100"/>
                </a:cubicBezTo>
                <a:cubicBezTo>
                  <a:pt x="12012" y="19411"/>
                  <a:pt x="12571" y="18852"/>
                  <a:pt x="13260" y="18852"/>
                </a:cubicBezTo>
                <a:cubicBezTo>
                  <a:pt x="13949" y="18852"/>
                  <a:pt x="14508" y="19411"/>
                  <a:pt x="14508" y="20100"/>
                </a:cubicBezTo>
                <a:close/>
                <a:moveTo>
                  <a:pt x="4914" y="10740"/>
                </a:moveTo>
                <a:lnTo>
                  <a:pt x="13806" y="10740"/>
                </a:lnTo>
                <a:cubicBezTo>
                  <a:pt x="13935" y="10740"/>
                  <a:pt x="14040" y="10845"/>
                  <a:pt x="14040" y="10974"/>
                </a:cubicBezTo>
                <a:lnTo>
                  <a:pt x="14040" y="11286"/>
                </a:lnTo>
                <a:cubicBezTo>
                  <a:pt x="14040" y="11415"/>
                  <a:pt x="13935" y="11520"/>
                  <a:pt x="13806" y="11520"/>
                </a:cubicBezTo>
                <a:lnTo>
                  <a:pt x="4914" y="11520"/>
                </a:lnTo>
                <a:cubicBezTo>
                  <a:pt x="4785" y="11520"/>
                  <a:pt x="4680" y="11415"/>
                  <a:pt x="4680" y="11286"/>
                </a:cubicBezTo>
                <a:lnTo>
                  <a:pt x="4680" y="10974"/>
                </a:lnTo>
                <a:cubicBezTo>
                  <a:pt x="4680" y="10845"/>
                  <a:pt x="4785" y="10740"/>
                  <a:pt x="4914" y="10740"/>
                </a:cubicBezTo>
                <a:close/>
                <a:moveTo>
                  <a:pt x="4914" y="12690"/>
                </a:moveTo>
                <a:lnTo>
                  <a:pt x="10686" y="12690"/>
                </a:lnTo>
                <a:cubicBezTo>
                  <a:pt x="10815" y="12690"/>
                  <a:pt x="10920" y="12795"/>
                  <a:pt x="10920" y="12924"/>
                </a:cubicBezTo>
                <a:lnTo>
                  <a:pt x="10920" y="13236"/>
                </a:lnTo>
                <a:cubicBezTo>
                  <a:pt x="10920" y="13365"/>
                  <a:pt x="10815" y="13470"/>
                  <a:pt x="10686" y="13470"/>
                </a:cubicBezTo>
                <a:lnTo>
                  <a:pt x="4914" y="13470"/>
                </a:lnTo>
                <a:cubicBezTo>
                  <a:pt x="4785" y="13470"/>
                  <a:pt x="4680" y="13365"/>
                  <a:pt x="4680" y="13236"/>
                </a:cubicBezTo>
                <a:lnTo>
                  <a:pt x="4680" y="12924"/>
                </a:lnTo>
                <a:cubicBezTo>
                  <a:pt x="4680" y="12795"/>
                  <a:pt x="4785" y="12690"/>
                  <a:pt x="4914" y="1269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课堂教学·重点</a:t>
            </a:r>
          </a:p>
        </p:txBody>
      </p:sp>
      <p:sp>
        <p:nvSpPr>
          <p:cNvPr id="16" name="TRAIN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8" y="8400"/>
                </a:moveTo>
                <a:lnTo>
                  <a:pt x="15912" y="8400"/>
                </a:lnTo>
                <a:cubicBezTo>
                  <a:pt x="16170" y="8400"/>
                  <a:pt x="16380" y="8610"/>
                  <a:pt x="16380" y="8868"/>
                </a:cubicBezTo>
                <a:lnTo>
                  <a:pt x="16380" y="16512"/>
                </a:lnTo>
                <a:cubicBezTo>
                  <a:pt x="16380" y="16770"/>
                  <a:pt x="16170" y="16980"/>
                  <a:pt x="15912" y="16980"/>
                </a:cubicBezTo>
                <a:lnTo>
                  <a:pt x="2808" y="16980"/>
                </a:lnTo>
                <a:cubicBezTo>
                  <a:pt x="2550" y="16980"/>
                  <a:pt x="2340" y="16770"/>
                  <a:pt x="2340" y="16512"/>
                </a:cubicBezTo>
                <a:lnTo>
                  <a:pt x="2340" y="8868"/>
                </a:lnTo>
                <a:cubicBezTo>
                  <a:pt x="2340" y="8610"/>
                  <a:pt x="2550" y="8400"/>
                  <a:pt x="2808" y="8400"/>
                </a:cubicBezTo>
                <a:close/>
                <a:moveTo>
                  <a:pt x="1560" y="16902"/>
                </a:moveTo>
                <a:lnTo>
                  <a:pt x="17160" y="16902"/>
                </a:lnTo>
                <a:lnTo>
                  <a:pt x="17160" y="16278"/>
                </a:lnTo>
                <a:lnTo>
                  <a:pt x="1560" y="16278"/>
                </a:lnTo>
                <a:close/>
                <a:moveTo>
                  <a:pt x="6708" y="20100"/>
                </a:moveTo>
                <a:cubicBezTo>
                  <a:pt x="6708" y="20789"/>
                  <a:pt x="6149" y="21348"/>
                  <a:pt x="5460" y="21348"/>
                </a:cubicBezTo>
                <a:cubicBezTo>
                  <a:pt x="4771" y="21348"/>
                  <a:pt x="4212" y="20789"/>
                  <a:pt x="4212" y="20100"/>
                </a:cubicBezTo>
                <a:cubicBezTo>
                  <a:pt x="4212" y="19411"/>
                  <a:pt x="4771" y="18852"/>
                  <a:pt x="5460" y="18852"/>
                </a:cubicBezTo>
                <a:cubicBezTo>
                  <a:pt x="6149" y="18852"/>
                  <a:pt x="6708" y="19411"/>
                  <a:pt x="6708" y="20100"/>
                </a:cubicBezTo>
                <a:close/>
                <a:moveTo>
                  <a:pt x="10608" y="20100"/>
                </a:moveTo>
                <a:cubicBezTo>
                  <a:pt x="10608" y="20789"/>
                  <a:pt x="10049" y="21348"/>
                  <a:pt x="9360" y="21348"/>
                </a:cubicBezTo>
                <a:cubicBezTo>
                  <a:pt x="8671" y="21348"/>
                  <a:pt x="8112" y="20789"/>
                  <a:pt x="8112" y="20100"/>
                </a:cubicBezTo>
                <a:cubicBezTo>
                  <a:pt x="8112" y="19411"/>
                  <a:pt x="8671" y="18852"/>
                  <a:pt x="9360" y="18852"/>
                </a:cubicBezTo>
                <a:cubicBezTo>
                  <a:pt x="10049" y="18852"/>
                  <a:pt x="10608" y="19411"/>
                  <a:pt x="10608" y="20100"/>
                </a:cubicBezTo>
                <a:close/>
                <a:moveTo>
                  <a:pt x="14508" y="20100"/>
                </a:moveTo>
                <a:cubicBezTo>
                  <a:pt x="14508" y="20789"/>
                  <a:pt x="13949" y="21348"/>
                  <a:pt x="13260" y="21348"/>
                </a:cubicBezTo>
                <a:cubicBezTo>
                  <a:pt x="12571" y="21348"/>
                  <a:pt x="12012" y="20789"/>
                  <a:pt x="12012" y="20100"/>
                </a:cubicBezTo>
                <a:cubicBezTo>
                  <a:pt x="12012" y="19411"/>
                  <a:pt x="12571" y="18852"/>
                  <a:pt x="13260" y="18852"/>
                </a:cubicBezTo>
                <a:cubicBezTo>
                  <a:pt x="13949" y="18852"/>
                  <a:pt x="14508" y="19411"/>
                  <a:pt x="14508" y="20100"/>
                </a:cubicBezTo>
                <a:close/>
                <a:moveTo>
                  <a:pt x="4914" y="10740"/>
                </a:moveTo>
                <a:lnTo>
                  <a:pt x="13806" y="10740"/>
                </a:lnTo>
                <a:cubicBezTo>
                  <a:pt x="13935" y="10740"/>
                  <a:pt x="14040" y="10845"/>
                  <a:pt x="14040" y="10974"/>
                </a:cubicBezTo>
                <a:lnTo>
                  <a:pt x="14040" y="11286"/>
                </a:lnTo>
                <a:cubicBezTo>
                  <a:pt x="14040" y="11415"/>
                  <a:pt x="13935" y="11520"/>
                  <a:pt x="13806" y="11520"/>
                </a:cubicBezTo>
                <a:lnTo>
                  <a:pt x="4914" y="11520"/>
                </a:lnTo>
                <a:cubicBezTo>
                  <a:pt x="4785" y="11520"/>
                  <a:pt x="4680" y="11415"/>
                  <a:pt x="4680" y="11286"/>
                </a:cubicBezTo>
                <a:lnTo>
                  <a:pt x="4680" y="10974"/>
                </a:lnTo>
                <a:cubicBezTo>
                  <a:pt x="4680" y="10845"/>
                  <a:pt x="4785" y="10740"/>
                  <a:pt x="4914" y="10740"/>
                </a:cubicBezTo>
                <a:close/>
                <a:moveTo>
                  <a:pt x="4914" y="12690"/>
                </a:moveTo>
                <a:lnTo>
                  <a:pt x="10686" y="12690"/>
                </a:lnTo>
                <a:cubicBezTo>
                  <a:pt x="10815" y="12690"/>
                  <a:pt x="10920" y="12795"/>
                  <a:pt x="10920" y="12924"/>
                </a:cubicBezTo>
                <a:lnTo>
                  <a:pt x="10920" y="13236"/>
                </a:lnTo>
                <a:cubicBezTo>
                  <a:pt x="10920" y="13365"/>
                  <a:pt x="10815" y="13470"/>
                  <a:pt x="10686" y="13470"/>
                </a:cubicBezTo>
                <a:lnTo>
                  <a:pt x="4914" y="13470"/>
                </a:lnTo>
                <a:cubicBezTo>
                  <a:pt x="4785" y="13470"/>
                  <a:pt x="4680" y="13365"/>
                  <a:pt x="4680" y="13236"/>
                </a:cubicBezTo>
                <a:lnTo>
                  <a:pt x="4680" y="12924"/>
                </a:lnTo>
                <a:cubicBezTo>
                  <a:pt x="4680" y="12795"/>
                  <a:pt x="4785" y="12690"/>
                  <a:pt x="4914" y="1269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课堂教学·协同</a:t>
            </a:r>
          </a:p>
        </p:txBody>
      </p:sp>
      <p:sp>
        <p:nvSpPr>
          <p:cNvPr id="19" name="TRAIN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8" y="8400"/>
                </a:moveTo>
                <a:lnTo>
                  <a:pt x="15912" y="8400"/>
                </a:lnTo>
                <a:cubicBezTo>
                  <a:pt x="16170" y="8400"/>
                  <a:pt x="16380" y="8610"/>
                  <a:pt x="16380" y="8868"/>
                </a:cubicBezTo>
                <a:lnTo>
                  <a:pt x="16380" y="16512"/>
                </a:lnTo>
                <a:cubicBezTo>
                  <a:pt x="16380" y="16770"/>
                  <a:pt x="16170" y="16980"/>
                  <a:pt x="15912" y="16980"/>
                </a:cubicBezTo>
                <a:lnTo>
                  <a:pt x="2808" y="16980"/>
                </a:lnTo>
                <a:cubicBezTo>
                  <a:pt x="2550" y="16980"/>
                  <a:pt x="2340" y="16770"/>
                  <a:pt x="2340" y="16512"/>
                </a:cubicBezTo>
                <a:lnTo>
                  <a:pt x="2340" y="8868"/>
                </a:lnTo>
                <a:cubicBezTo>
                  <a:pt x="2340" y="8610"/>
                  <a:pt x="2550" y="8400"/>
                  <a:pt x="2808" y="8400"/>
                </a:cubicBezTo>
                <a:close/>
                <a:moveTo>
                  <a:pt x="1560" y="16902"/>
                </a:moveTo>
                <a:lnTo>
                  <a:pt x="17160" y="16902"/>
                </a:lnTo>
                <a:lnTo>
                  <a:pt x="17160" y="16278"/>
                </a:lnTo>
                <a:lnTo>
                  <a:pt x="1560" y="16278"/>
                </a:lnTo>
                <a:close/>
                <a:moveTo>
                  <a:pt x="6708" y="20100"/>
                </a:moveTo>
                <a:cubicBezTo>
                  <a:pt x="6708" y="20789"/>
                  <a:pt x="6149" y="21348"/>
                  <a:pt x="5460" y="21348"/>
                </a:cubicBezTo>
                <a:cubicBezTo>
                  <a:pt x="4771" y="21348"/>
                  <a:pt x="4212" y="20789"/>
                  <a:pt x="4212" y="20100"/>
                </a:cubicBezTo>
                <a:cubicBezTo>
                  <a:pt x="4212" y="19411"/>
                  <a:pt x="4771" y="18852"/>
                  <a:pt x="5460" y="18852"/>
                </a:cubicBezTo>
                <a:cubicBezTo>
                  <a:pt x="6149" y="18852"/>
                  <a:pt x="6708" y="19411"/>
                  <a:pt x="6708" y="20100"/>
                </a:cubicBezTo>
                <a:close/>
                <a:moveTo>
                  <a:pt x="10608" y="20100"/>
                </a:moveTo>
                <a:cubicBezTo>
                  <a:pt x="10608" y="20789"/>
                  <a:pt x="10049" y="21348"/>
                  <a:pt x="9360" y="21348"/>
                </a:cubicBezTo>
                <a:cubicBezTo>
                  <a:pt x="8671" y="21348"/>
                  <a:pt x="8112" y="20789"/>
                  <a:pt x="8112" y="20100"/>
                </a:cubicBezTo>
                <a:cubicBezTo>
                  <a:pt x="8112" y="19411"/>
                  <a:pt x="8671" y="18852"/>
                  <a:pt x="9360" y="18852"/>
                </a:cubicBezTo>
                <a:cubicBezTo>
                  <a:pt x="10049" y="18852"/>
                  <a:pt x="10608" y="19411"/>
                  <a:pt x="10608" y="20100"/>
                </a:cubicBezTo>
                <a:close/>
                <a:moveTo>
                  <a:pt x="14508" y="20100"/>
                </a:moveTo>
                <a:cubicBezTo>
                  <a:pt x="14508" y="20789"/>
                  <a:pt x="13949" y="21348"/>
                  <a:pt x="13260" y="21348"/>
                </a:cubicBezTo>
                <a:cubicBezTo>
                  <a:pt x="12571" y="21348"/>
                  <a:pt x="12012" y="20789"/>
                  <a:pt x="12012" y="20100"/>
                </a:cubicBezTo>
                <a:cubicBezTo>
                  <a:pt x="12012" y="19411"/>
                  <a:pt x="12571" y="18852"/>
                  <a:pt x="13260" y="18852"/>
                </a:cubicBezTo>
                <a:cubicBezTo>
                  <a:pt x="13949" y="18852"/>
                  <a:pt x="14508" y="19411"/>
                  <a:pt x="14508" y="20100"/>
                </a:cubicBezTo>
                <a:close/>
                <a:moveTo>
                  <a:pt x="4914" y="10740"/>
                </a:moveTo>
                <a:lnTo>
                  <a:pt x="13806" y="10740"/>
                </a:lnTo>
                <a:cubicBezTo>
                  <a:pt x="13935" y="10740"/>
                  <a:pt x="14040" y="10845"/>
                  <a:pt x="14040" y="10974"/>
                </a:cubicBezTo>
                <a:lnTo>
                  <a:pt x="14040" y="11286"/>
                </a:lnTo>
                <a:cubicBezTo>
                  <a:pt x="14040" y="11415"/>
                  <a:pt x="13935" y="11520"/>
                  <a:pt x="13806" y="11520"/>
                </a:cubicBezTo>
                <a:lnTo>
                  <a:pt x="4914" y="11520"/>
                </a:lnTo>
                <a:cubicBezTo>
                  <a:pt x="4785" y="11520"/>
                  <a:pt x="4680" y="11415"/>
                  <a:pt x="4680" y="11286"/>
                </a:cubicBezTo>
                <a:lnTo>
                  <a:pt x="4680" y="10974"/>
                </a:lnTo>
                <a:cubicBezTo>
                  <a:pt x="4680" y="10845"/>
                  <a:pt x="4785" y="10740"/>
                  <a:pt x="4914" y="10740"/>
                </a:cubicBezTo>
                <a:close/>
                <a:moveTo>
                  <a:pt x="4914" y="12690"/>
                </a:moveTo>
                <a:lnTo>
                  <a:pt x="10686" y="12690"/>
                </a:lnTo>
                <a:cubicBezTo>
                  <a:pt x="10815" y="12690"/>
                  <a:pt x="10920" y="12795"/>
                  <a:pt x="10920" y="12924"/>
                </a:cubicBezTo>
                <a:lnTo>
                  <a:pt x="10920" y="13236"/>
                </a:lnTo>
                <a:cubicBezTo>
                  <a:pt x="10920" y="13365"/>
                  <a:pt x="10815" y="13470"/>
                  <a:pt x="10686" y="13470"/>
                </a:cubicBezTo>
                <a:lnTo>
                  <a:pt x="4914" y="13470"/>
                </a:lnTo>
                <a:cubicBezTo>
                  <a:pt x="4785" y="13470"/>
                  <a:pt x="4680" y="13365"/>
                  <a:pt x="4680" y="13236"/>
                </a:cubicBezTo>
                <a:lnTo>
                  <a:pt x="4680" y="12924"/>
                </a:lnTo>
                <a:cubicBezTo>
                  <a:pt x="4680" y="12795"/>
                  <a:pt x="4785" y="12690"/>
                  <a:pt x="4914" y="12690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课堂教学·智能</a:t>
            </a:r>
          </a:p>
        </p:txBody>
      </p:sp>
      <p:sp>
        <p:nvSpPr>
          <p:cNvPr id="22" name="TRAIN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600" y="6000"/>
                </a:moveTo>
                <a:cubicBezTo>
                  <a:pt x="10600" y="7436"/>
                  <a:pt x="9436" y="8600"/>
                  <a:pt x="8000" y="8600"/>
                </a:cubicBezTo>
                <a:cubicBezTo>
                  <a:pt x="6564" y="8600"/>
                  <a:pt x="5400" y="7436"/>
                  <a:pt x="5400" y="6000"/>
                </a:cubicBezTo>
                <a:cubicBezTo>
                  <a:pt x="5400" y="4564"/>
                  <a:pt x="6564" y="3400"/>
                  <a:pt x="8000" y="3400"/>
                </a:cubicBezTo>
                <a:cubicBezTo>
                  <a:pt x="9436" y="3400"/>
                  <a:pt x="10600" y="4564"/>
                  <a:pt x="10600" y="6000"/>
                </a:cubicBezTo>
                <a:close/>
                <a:moveTo>
                  <a:pt x="3000" y="21000"/>
                </a:moveTo>
                <a:lnTo>
                  <a:pt x="3000" y="12000"/>
                </a:lnTo>
                <a:quadBezTo>
                  <a:pt x="3000" y="9000"/>
                  <a:pt x="8000" y="9000"/>
                </a:quadBezTo>
                <a:quadBezTo>
                  <a:pt x="13000" y="9000"/>
                  <a:pt x="13000" y="12000"/>
                </a:quadBezTo>
                <a:lnTo>
                  <a:pt x="13000" y="16000"/>
                </a:lnTo>
                <a:lnTo>
                  <a:pt x="11000" y="16000"/>
                </a:lnTo>
                <a:lnTo>
                  <a:pt x="11000" y="21000"/>
                </a:lnTo>
                <a:close/>
                <a:moveTo>
                  <a:pt x="15400" y="8000"/>
                </a:moveTo>
                <a:lnTo>
                  <a:pt x="20600" y="8000"/>
                </a:lnTo>
                <a:cubicBezTo>
                  <a:pt x="20821" y="8000"/>
                  <a:pt x="21000" y="8179"/>
                  <a:pt x="21000" y="8400"/>
                </a:cubicBezTo>
                <a:lnTo>
                  <a:pt x="21000" y="14600"/>
                </a:lnTo>
                <a:cubicBezTo>
                  <a:pt x="21000" y="14821"/>
                  <a:pt x="20821" y="15000"/>
                  <a:pt x="20600" y="15000"/>
                </a:cubicBezTo>
                <a:lnTo>
                  <a:pt x="15400" y="15000"/>
                </a:lnTo>
                <a:cubicBezTo>
                  <a:pt x="15179" y="15000"/>
                  <a:pt x="15000" y="14821"/>
                  <a:pt x="15000" y="14600"/>
                </a:cubicBezTo>
                <a:lnTo>
                  <a:pt x="15000" y="8400"/>
                </a:lnTo>
                <a:cubicBezTo>
                  <a:pt x="15000" y="8179"/>
                  <a:pt x="15179" y="8000"/>
                  <a:pt x="15400" y="8000"/>
                </a:cubicBezTo>
                <a:close/>
                <a:moveTo>
                  <a:pt x="15800" y="14600"/>
                </a:moveTo>
                <a:lnTo>
                  <a:pt x="15900" y="14600"/>
                </a:lnTo>
                <a:cubicBezTo>
                  <a:pt x="16010" y="14600"/>
                  <a:pt x="16100" y="14690"/>
                  <a:pt x="16100" y="14800"/>
                </a:cubicBezTo>
                <a:lnTo>
                  <a:pt x="16100" y="20400"/>
                </a:lnTo>
                <a:cubicBezTo>
                  <a:pt x="16100" y="20510"/>
                  <a:pt x="16010" y="20600"/>
                  <a:pt x="15900" y="20600"/>
                </a:cubicBezTo>
                <a:lnTo>
                  <a:pt x="15800" y="20600"/>
                </a:lnTo>
                <a:cubicBezTo>
                  <a:pt x="15690" y="20600"/>
                  <a:pt x="15600" y="20510"/>
                  <a:pt x="15600" y="20400"/>
                </a:cubicBezTo>
                <a:lnTo>
                  <a:pt x="15600" y="14800"/>
                </a:lnTo>
                <a:cubicBezTo>
                  <a:pt x="15600" y="14690"/>
                  <a:pt x="15690" y="14600"/>
                  <a:pt x="15800" y="14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讲师授课</a:t>
            </a:r>
          </a:p>
        </p:txBody>
      </p:sp>
      <p:sp>
        <p:nvSpPr>
          <p:cNvPr id="25" name="TRAIN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268" y="9960"/>
                </a:moveTo>
                <a:cubicBezTo>
                  <a:pt x="8268" y="11080"/>
                  <a:pt x="7360" y="11988"/>
                  <a:pt x="6240" y="11988"/>
                </a:cubicBezTo>
                <a:cubicBezTo>
                  <a:pt x="5120" y="11988"/>
                  <a:pt x="4212" y="11080"/>
                  <a:pt x="4212" y="9960"/>
                </a:cubicBezTo>
                <a:cubicBezTo>
                  <a:pt x="4212" y="8840"/>
                  <a:pt x="5120" y="7932"/>
                  <a:pt x="6240" y="7932"/>
                </a:cubicBezTo>
                <a:cubicBezTo>
                  <a:pt x="7360" y="7932"/>
                  <a:pt x="8268" y="8840"/>
                  <a:pt x="8268" y="9960"/>
                </a:cubicBezTo>
                <a:close/>
                <a:moveTo>
                  <a:pt x="2340" y="21660"/>
                </a:moveTo>
                <a:lnTo>
                  <a:pt x="2340" y="14640"/>
                </a:lnTo>
                <a:quadBezTo>
                  <a:pt x="2340" y="12300"/>
                  <a:pt x="6240" y="12300"/>
                </a:quadBezTo>
                <a:quadBezTo>
                  <a:pt x="10140" y="12300"/>
                  <a:pt x="10140" y="14640"/>
                </a:quadBezTo>
                <a:lnTo>
                  <a:pt x="10140" y="17760"/>
                </a:lnTo>
                <a:lnTo>
                  <a:pt x="8580" y="17760"/>
                </a:lnTo>
                <a:lnTo>
                  <a:pt x="8580" y="21660"/>
                </a:lnTo>
                <a:close/>
                <a:moveTo>
                  <a:pt x="12012" y="11520"/>
                </a:moveTo>
                <a:lnTo>
                  <a:pt x="16068" y="11520"/>
                </a:lnTo>
                <a:cubicBezTo>
                  <a:pt x="16240" y="11520"/>
                  <a:pt x="16380" y="11660"/>
                  <a:pt x="16380" y="11832"/>
                </a:cubicBezTo>
                <a:lnTo>
                  <a:pt x="16380" y="16668"/>
                </a:lnTo>
                <a:cubicBezTo>
                  <a:pt x="16380" y="16840"/>
                  <a:pt x="16240" y="16980"/>
                  <a:pt x="16068" y="16980"/>
                </a:cubicBezTo>
                <a:lnTo>
                  <a:pt x="12012" y="16980"/>
                </a:lnTo>
                <a:cubicBezTo>
                  <a:pt x="11840" y="16980"/>
                  <a:pt x="11700" y="16840"/>
                  <a:pt x="11700" y="16668"/>
                </a:cubicBezTo>
                <a:lnTo>
                  <a:pt x="11700" y="11832"/>
                </a:lnTo>
                <a:cubicBezTo>
                  <a:pt x="11700" y="11660"/>
                  <a:pt x="11840" y="11520"/>
                  <a:pt x="12012" y="11520"/>
                </a:cubicBezTo>
                <a:close/>
                <a:moveTo>
                  <a:pt x="12324" y="16668"/>
                </a:moveTo>
                <a:lnTo>
                  <a:pt x="12402" y="16668"/>
                </a:lnTo>
                <a:cubicBezTo>
                  <a:pt x="12488" y="16668"/>
                  <a:pt x="12558" y="16738"/>
                  <a:pt x="12558" y="16824"/>
                </a:cubicBezTo>
                <a:lnTo>
                  <a:pt x="12558" y="21192"/>
                </a:lnTo>
                <a:cubicBezTo>
                  <a:pt x="12558" y="21278"/>
                  <a:pt x="12488" y="21348"/>
                  <a:pt x="12402" y="21348"/>
                </a:cubicBezTo>
                <a:lnTo>
                  <a:pt x="12324" y="21348"/>
                </a:lnTo>
                <a:cubicBezTo>
                  <a:pt x="12238" y="21348"/>
                  <a:pt x="12168" y="21278"/>
                  <a:pt x="12168" y="21192"/>
                </a:cubicBezTo>
                <a:lnTo>
                  <a:pt x="12168" y="16824"/>
                </a:lnTo>
                <a:cubicBezTo>
                  <a:pt x="12168" y="16738"/>
                  <a:pt x="12238" y="16668"/>
                  <a:pt x="12324" y="16668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讲师授课·已验证</a:t>
            </a:r>
          </a:p>
        </p:txBody>
      </p:sp>
      <p:sp>
        <p:nvSpPr>
          <p:cNvPr id="28" name="TRAIN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268" y="9960"/>
                </a:moveTo>
                <a:cubicBezTo>
                  <a:pt x="8268" y="11080"/>
                  <a:pt x="7360" y="11988"/>
                  <a:pt x="6240" y="11988"/>
                </a:cubicBezTo>
                <a:cubicBezTo>
                  <a:pt x="5120" y="11988"/>
                  <a:pt x="4212" y="11080"/>
                  <a:pt x="4212" y="9960"/>
                </a:cubicBezTo>
                <a:cubicBezTo>
                  <a:pt x="4212" y="8840"/>
                  <a:pt x="5120" y="7932"/>
                  <a:pt x="6240" y="7932"/>
                </a:cubicBezTo>
                <a:cubicBezTo>
                  <a:pt x="7360" y="7932"/>
                  <a:pt x="8268" y="8840"/>
                  <a:pt x="8268" y="9960"/>
                </a:cubicBezTo>
                <a:close/>
                <a:moveTo>
                  <a:pt x="2340" y="21660"/>
                </a:moveTo>
                <a:lnTo>
                  <a:pt x="2340" y="14640"/>
                </a:lnTo>
                <a:quadBezTo>
                  <a:pt x="2340" y="12300"/>
                  <a:pt x="6240" y="12300"/>
                </a:quadBezTo>
                <a:quadBezTo>
                  <a:pt x="10140" y="12300"/>
                  <a:pt x="10140" y="14640"/>
                </a:quadBezTo>
                <a:lnTo>
                  <a:pt x="10140" y="17760"/>
                </a:lnTo>
                <a:lnTo>
                  <a:pt x="8580" y="17760"/>
                </a:lnTo>
                <a:lnTo>
                  <a:pt x="8580" y="21660"/>
                </a:lnTo>
                <a:close/>
                <a:moveTo>
                  <a:pt x="12012" y="11520"/>
                </a:moveTo>
                <a:lnTo>
                  <a:pt x="16068" y="11520"/>
                </a:lnTo>
                <a:cubicBezTo>
                  <a:pt x="16240" y="11520"/>
                  <a:pt x="16380" y="11660"/>
                  <a:pt x="16380" y="11832"/>
                </a:cubicBezTo>
                <a:lnTo>
                  <a:pt x="16380" y="16668"/>
                </a:lnTo>
                <a:cubicBezTo>
                  <a:pt x="16380" y="16840"/>
                  <a:pt x="16240" y="16980"/>
                  <a:pt x="16068" y="16980"/>
                </a:cubicBezTo>
                <a:lnTo>
                  <a:pt x="12012" y="16980"/>
                </a:lnTo>
                <a:cubicBezTo>
                  <a:pt x="11840" y="16980"/>
                  <a:pt x="11700" y="16840"/>
                  <a:pt x="11700" y="16668"/>
                </a:cubicBezTo>
                <a:lnTo>
                  <a:pt x="11700" y="11832"/>
                </a:lnTo>
                <a:cubicBezTo>
                  <a:pt x="11700" y="11660"/>
                  <a:pt x="11840" y="11520"/>
                  <a:pt x="12012" y="11520"/>
                </a:cubicBezTo>
                <a:close/>
                <a:moveTo>
                  <a:pt x="12324" y="16668"/>
                </a:moveTo>
                <a:lnTo>
                  <a:pt x="12402" y="16668"/>
                </a:lnTo>
                <a:cubicBezTo>
                  <a:pt x="12488" y="16668"/>
                  <a:pt x="12558" y="16738"/>
                  <a:pt x="12558" y="16824"/>
                </a:cubicBezTo>
                <a:lnTo>
                  <a:pt x="12558" y="21192"/>
                </a:lnTo>
                <a:cubicBezTo>
                  <a:pt x="12558" y="21278"/>
                  <a:pt x="12488" y="21348"/>
                  <a:pt x="12402" y="21348"/>
                </a:cubicBezTo>
                <a:lnTo>
                  <a:pt x="12324" y="21348"/>
                </a:lnTo>
                <a:cubicBezTo>
                  <a:pt x="12238" y="21348"/>
                  <a:pt x="12168" y="21278"/>
                  <a:pt x="12168" y="21192"/>
                </a:cubicBezTo>
                <a:lnTo>
                  <a:pt x="12168" y="16824"/>
                </a:lnTo>
                <a:cubicBezTo>
                  <a:pt x="12168" y="16738"/>
                  <a:pt x="12238" y="16668"/>
                  <a:pt x="12324" y="16668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讲师授课·新增</a:t>
            </a:r>
          </a:p>
        </p:txBody>
      </p:sp>
      <p:sp>
        <p:nvSpPr>
          <p:cNvPr id="31" name="TRAIN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268" y="9960"/>
                </a:moveTo>
                <a:cubicBezTo>
                  <a:pt x="8268" y="11080"/>
                  <a:pt x="7360" y="11988"/>
                  <a:pt x="6240" y="11988"/>
                </a:cubicBezTo>
                <a:cubicBezTo>
                  <a:pt x="5120" y="11988"/>
                  <a:pt x="4212" y="11080"/>
                  <a:pt x="4212" y="9960"/>
                </a:cubicBezTo>
                <a:cubicBezTo>
                  <a:pt x="4212" y="8840"/>
                  <a:pt x="5120" y="7932"/>
                  <a:pt x="6240" y="7932"/>
                </a:cubicBezTo>
                <a:cubicBezTo>
                  <a:pt x="7360" y="7932"/>
                  <a:pt x="8268" y="8840"/>
                  <a:pt x="8268" y="9960"/>
                </a:cubicBezTo>
                <a:close/>
                <a:moveTo>
                  <a:pt x="2340" y="21660"/>
                </a:moveTo>
                <a:lnTo>
                  <a:pt x="2340" y="14640"/>
                </a:lnTo>
                <a:quadBezTo>
                  <a:pt x="2340" y="12300"/>
                  <a:pt x="6240" y="12300"/>
                </a:quadBezTo>
                <a:quadBezTo>
                  <a:pt x="10140" y="12300"/>
                  <a:pt x="10140" y="14640"/>
                </a:quadBezTo>
                <a:lnTo>
                  <a:pt x="10140" y="17760"/>
                </a:lnTo>
                <a:lnTo>
                  <a:pt x="8580" y="17760"/>
                </a:lnTo>
                <a:lnTo>
                  <a:pt x="8580" y="21660"/>
                </a:lnTo>
                <a:close/>
                <a:moveTo>
                  <a:pt x="12012" y="11520"/>
                </a:moveTo>
                <a:lnTo>
                  <a:pt x="16068" y="11520"/>
                </a:lnTo>
                <a:cubicBezTo>
                  <a:pt x="16240" y="11520"/>
                  <a:pt x="16380" y="11660"/>
                  <a:pt x="16380" y="11832"/>
                </a:cubicBezTo>
                <a:lnTo>
                  <a:pt x="16380" y="16668"/>
                </a:lnTo>
                <a:cubicBezTo>
                  <a:pt x="16380" y="16840"/>
                  <a:pt x="16240" y="16980"/>
                  <a:pt x="16068" y="16980"/>
                </a:cubicBezTo>
                <a:lnTo>
                  <a:pt x="12012" y="16980"/>
                </a:lnTo>
                <a:cubicBezTo>
                  <a:pt x="11840" y="16980"/>
                  <a:pt x="11700" y="16840"/>
                  <a:pt x="11700" y="16668"/>
                </a:cubicBezTo>
                <a:lnTo>
                  <a:pt x="11700" y="11832"/>
                </a:lnTo>
                <a:cubicBezTo>
                  <a:pt x="11700" y="11660"/>
                  <a:pt x="11840" y="11520"/>
                  <a:pt x="12012" y="11520"/>
                </a:cubicBezTo>
                <a:close/>
                <a:moveTo>
                  <a:pt x="12324" y="16668"/>
                </a:moveTo>
                <a:lnTo>
                  <a:pt x="12402" y="16668"/>
                </a:lnTo>
                <a:cubicBezTo>
                  <a:pt x="12488" y="16668"/>
                  <a:pt x="12558" y="16738"/>
                  <a:pt x="12558" y="16824"/>
                </a:cubicBezTo>
                <a:lnTo>
                  <a:pt x="12558" y="21192"/>
                </a:lnTo>
                <a:cubicBezTo>
                  <a:pt x="12558" y="21278"/>
                  <a:pt x="12488" y="21348"/>
                  <a:pt x="12402" y="21348"/>
                </a:cubicBezTo>
                <a:lnTo>
                  <a:pt x="12324" y="21348"/>
                </a:lnTo>
                <a:cubicBezTo>
                  <a:pt x="12238" y="21348"/>
                  <a:pt x="12168" y="21278"/>
                  <a:pt x="12168" y="21192"/>
                </a:cubicBezTo>
                <a:lnTo>
                  <a:pt x="12168" y="16824"/>
                </a:lnTo>
                <a:cubicBezTo>
                  <a:pt x="12168" y="16738"/>
                  <a:pt x="12238" y="16668"/>
                  <a:pt x="12324" y="16668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讲师授课·重点</a:t>
            </a:r>
          </a:p>
        </p:txBody>
      </p:sp>
      <p:sp>
        <p:nvSpPr>
          <p:cNvPr id="34" name="TRAIN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268" y="9960"/>
                </a:moveTo>
                <a:cubicBezTo>
                  <a:pt x="8268" y="11080"/>
                  <a:pt x="7360" y="11988"/>
                  <a:pt x="6240" y="11988"/>
                </a:cubicBezTo>
                <a:cubicBezTo>
                  <a:pt x="5120" y="11988"/>
                  <a:pt x="4212" y="11080"/>
                  <a:pt x="4212" y="9960"/>
                </a:cubicBezTo>
                <a:cubicBezTo>
                  <a:pt x="4212" y="8840"/>
                  <a:pt x="5120" y="7932"/>
                  <a:pt x="6240" y="7932"/>
                </a:cubicBezTo>
                <a:cubicBezTo>
                  <a:pt x="7360" y="7932"/>
                  <a:pt x="8268" y="8840"/>
                  <a:pt x="8268" y="9960"/>
                </a:cubicBezTo>
                <a:close/>
                <a:moveTo>
                  <a:pt x="2340" y="21660"/>
                </a:moveTo>
                <a:lnTo>
                  <a:pt x="2340" y="14640"/>
                </a:lnTo>
                <a:quadBezTo>
                  <a:pt x="2340" y="12300"/>
                  <a:pt x="6240" y="12300"/>
                </a:quadBezTo>
                <a:quadBezTo>
                  <a:pt x="10140" y="12300"/>
                  <a:pt x="10140" y="14640"/>
                </a:quadBezTo>
                <a:lnTo>
                  <a:pt x="10140" y="17760"/>
                </a:lnTo>
                <a:lnTo>
                  <a:pt x="8580" y="17760"/>
                </a:lnTo>
                <a:lnTo>
                  <a:pt x="8580" y="21660"/>
                </a:lnTo>
                <a:close/>
                <a:moveTo>
                  <a:pt x="12012" y="11520"/>
                </a:moveTo>
                <a:lnTo>
                  <a:pt x="16068" y="11520"/>
                </a:lnTo>
                <a:cubicBezTo>
                  <a:pt x="16240" y="11520"/>
                  <a:pt x="16380" y="11660"/>
                  <a:pt x="16380" y="11832"/>
                </a:cubicBezTo>
                <a:lnTo>
                  <a:pt x="16380" y="16668"/>
                </a:lnTo>
                <a:cubicBezTo>
                  <a:pt x="16380" y="16840"/>
                  <a:pt x="16240" y="16980"/>
                  <a:pt x="16068" y="16980"/>
                </a:cubicBezTo>
                <a:lnTo>
                  <a:pt x="12012" y="16980"/>
                </a:lnTo>
                <a:cubicBezTo>
                  <a:pt x="11840" y="16980"/>
                  <a:pt x="11700" y="16840"/>
                  <a:pt x="11700" y="16668"/>
                </a:cubicBezTo>
                <a:lnTo>
                  <a:pt x="11700" y="11832"/>
                </a:lnTo>
                <a:cubicBezTo>
                  <a:pt x="11700" y="11660"/>
                  <a:pt x="11840" y="11520"/>
                  <a:pt x="12012" y="11520"/>
                </a:cubicBezTo>
                <a:close/>
                <a:moveTo>
                  <a:pt x="12324" y="16668"/>
                </a:moveTo>
                <a:lnTo>
                  <a:pt x="12402" y="16668"/>
                </a:lnTo>
                <a:cubicBezTo>
                  <a:pt x="12488" y="16668"/>
                  <a:pt x="12558" y="16738"/>
                  <a:pt x="12558" y="16824"/>
                </a:cubicBezTo>
                <a:lnTo>
                  <a:pt x="12558" y="21192"/>
                </a:lnTo>
                <a:cubicBezTo>
                  <a:pt x="12558" y="21278"/>
                  <a:pt x="12488" y="21348"/>
                  <a:pt x="12402" y="21348"/>
                </a:cubicBezTo>
                <a:lnTo>
                  <a:pt x="12324" y="21348"/>
                </a:lnTo>
                <a:cubicBezTo>
                  <a:pt x="12238" y="21348"/>
                  <a:pt x="12168" y="21278"/>
                  <a:pt x="12168" y="21192"/>
                </a:cubicBezTo>
                <a:lnTo>
                  <a:pt x="12168" y="16824"/>
                </a:lnTo>
                <a:cubicBezTo>
                  <a:pt x="12168" y="16738"/>
                  <a:pt x="12238" y="16668"/>
                  <a:pt x="12324" y="16668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讲师授课·协同</a:t>
            </a:r>
          </a:p>
        </p:txBody>
      </p:sp>
      <p:sp>
        <p:nvSpPr>
          <p:cNvPr id="37" name="TRAIN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268" y="9960"/>
                </a:moveTo>
                <a:cubicBezTo>
                  <a:pt x="8268" y="11080"/>
                  <a:pt x="7360" y="11988"/>
                  <a:pt x="6240" y="11988"/>
                </a:cubicBezTo>
                <a:cubicBezTo>
                  <a:pt x="5120" y="11988"/>
                  <a:pt x="4212" y="11080"/>
                  <a:pt x="4212" y="9960"/>
                </a:cubicBezTo>
                <a:cubicBezTo>
                  <a:pt x="4212" y="8840"/>
                  <a:pt x="5120" y="7932"/>
                  <a:pt x="6240" y="7932"/>
                </a:cubicBezTo>
                <a:cubicBezTo>
                  <a:pt x="7360" y="7932"/>
                  <a:pt x="8268" y="8840"/>
                  <a:pt x="8268" y="9960"/>
                </a:cubicBezTo>
                <a:close/>
                <a:moveTo>
                  <a:pt x="2340" y="21660"/>
                </a:moveTo>
                <a:lnTo>
                  <a:pt x="2340" y="14640"/>
                </a:lnTo>
                <a:quadBezTo>
                  <a:pt x="2340" y="12300"/>
                  <a:pt x="6240" y="12300"/>
                </a:quadBezTo>
                <a:quadBezTo>
                  <a:pt x="10140" y="12300"/>
                  <a:pt x="10140" y="14640"/>
                </a:quadBezTo>
                <a:lnTo>
                  <a:pt x="10140" y="17760"/>
                </a:lnTo>
                <a:lnTo>
                  <a:pt x="8580" y="17760"/>
                </a:lnTo>
                <a:lnTo>
                  <a:pt x="8580" y="21660"/>
                </a:lnTo>
                <a:close/>
                <a:moveTo>
                  <a:pt x="12012" y="11520"/>
                </a:moveTo>
                <a:lnTo>
                  <a:pt x="16068" y="11520"/>
                </a:lnTo>
                <a:cubicBezTo>
                  <a:pt x="16240" y="11520"/>
                  <a:pt x="16380" y="11660"/>
                  <a:pt x="16380" y="11832"/>
                </a:cubicBezTo>
                <a:lnTo>
                  <a:pt x="16380" y="16668"/>
                </a:lnTo>
                <a:cubicBezTo>
                  <a:pt x="16380" y="16840"/>
                  <a:pt x="16240" y="16980"/>
                  <a:pt x="16068" y="16980"/>
                </a:cubicBezTo>
                <a:lnTo>
                  <a:pt x="12012" y="16980"/>
                </a:lnTo>
                <a:cubicBezTo>
                  <a:pt x="11840" y="16980"/>
                  <a:pt x="11700" y="16840"/>
                  <a:pt x="11700" y="16668"/>
                </a:cubicBezTo>
                <a:lnTo>
                  <a:pt x="11700" y="11832"/>
                </a:lnTo>
                <a:cubicBezTo>
                  <a:pt x="11700" y="11660"/>
                  <a:pt x="11840" y="11520"/>
                  <a:pt x="12012" y="11520"/>
                </a:cubicBezTo>
                <a:close/>
                <a:moveTo>
                  <a:pt x="12324" y="16668"/>
                </a:moveTo>
                <a:lnTo>
                  <a:pt x="12402" y="16668"/>
                </a:lnTo>
                <a:cubicBezTo>
                  <a:pt x="12488" y="16668"/>
                  <a:pt x="12558" y="16738"/>
                  <a:pt x="12558" y="16824"/>
                </a:cubicBezTo>
                <a:lnTo>
                  <a:pt x="12558" y="21192"/>
                </a:lnTo>
                <a:cubicBezTo>
                  <a:pt x="12558" y="21278"/>
                  <a:pt x="12488" y="21348"/>
                  <a:pt x="12402" y="21348"/>
                </a:cubicBezTo>
                <a:lnTo>
                  <a:pt x="12324" y="21348"/>
                </a:lnTo>
                <a:cubicBezTo>
                  <a:pt x="12238" y="21348"/>
                  <a:pt x="12168" y="21278"/>
                  <a:pt x="12168" y="21192"/>
                </a:cubicBezTo>
                <a:lnTo>
                  <a:pt x="12168" y="16824"/>
                </a:lnTo>
                <a:cubicBezTo>
                  <a:pt x="12168" y="16738"/>
                  <a:pt x="12238" y="16668"/>
                  <a:pt x="12324" y="16668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讲师授课·智能</a:t>
            </a:r>
          </a:p>
        </p:txBody>
      </p:sp>
      <p:sp>
        <p:nvSpPr>
          <p:cNvPr id="40" name="TRAIN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400" y="7000"/>
                </a:moveTo>
                <a:cubicBezTo>
                  <a:pt x="10400" y="8325"/>
                  <a:pt x="9325" y="9400"/>
                  <a:pt x="8000" y="9400"/>
                </a:cubicBezTo>
                <a:cubicBezTo>
                  <a:pt x="6675" y="9400"/>
                  <a:pt x="5600" y="8325"/>
                  <a:pt x="5600" y="7000"/>
                </a:cubicBezTo>
                <a:cubicBezTo>
                  <a:pt x="5600" y="5675"/>
                  <a:pt x="6675" y="4600"/>
                  <a:pt x="8000" y="4600"/>
                </a:cubicBezTo>
                <a:cubicBezTo>
                  <a:pt x="9325" y="4600"/>
                  <a:pt x="10400" y="5675"/>
                  <a:pt x="10400" y="7000"/>
                </a:cubicBezTo>
                <a:close/>
                <a:moveTo>
                  <a:pt x="17800" y="8500"/>
                </a:moveTo>
                <a:cubicBezTo>
                  <a:pt x="17800" y="9494"/>
                  <a:pt x="16994" y="10300"/>
                  <a:pt x="16000" y="10300"/>
                </a:cubicBezTo>
                <a:cubicBezTo>
                  <a:pt x="15006" y="10300"/>
                  <a:pt x="14200" y="9494"/>
                  <a:pt x="14200" y="8500"/>
                </a:cubicBezTo>
                <a:cubicBezTo>
                  <a:pt x="14200" y="7506"/>
                  <a:pt x="15006" y="6700"/>
                  <a:pt x="16000" y="6700"/>
                </a:cubicBezTo>
                <a:cubicBezTo>
                  <a:pt x="16994" y="6700"/>
                  <a:pt x="17800" y="7506"/>
                  <a:pt x="17800" y="8500"/>
                </a:cubicBezTo>
                <a:close/>
                <a:moveTo>
                  <a:pt x="4000" y="21000"/>
                </a:moveTo>
                <a:lnTo>
                  <a:pt x="4000" y="13000"/>
                </a:lnTo>
                <a:quadBezTo>
                  <a:pt x="4000" y="11000"/>
                  <a:pt x="8000" y="11000"/>
                </a:quadBezTo>
                <a:quadBezTo>
                  <a:pt x="12000" y="11000"/>
                  <a:pt x="12000" y="13000"/>
                </a:quadBezTo>
                <a:lnTo>
                  <a:pt x="12000" y="21000"/>
                </a:lnTo>
                <a:close/>
                <a:moveTo>
                  <a:pt x="13000" y="21000"/>
                </a:moveTo>
                <a:lnTo>
                  <a:pt x="13000" y="14000"/>
                </a:lnTo>
                <a:quadBezTo>
                  <a:pt x="13000" y="12500"/>
                  <a:pt x="16000" y="12500"/>
                </a:quadBezTo>
                <a:quadBezTo>
                  <a:pt x="19000" y="12500"/>
                  <a:pt x="19000" y="14000"/>
                </a:quadBezTo>
                <a:lnTo>
                  <a:pt x="19000" y="21000"/>
                </a:lnTo>
                <a:close/>
                <a:moveTo>
                  <a:pt x="10851" y="9371"/>
                </a:moveTo>
                <a:lnTo>
                  <a:pt x="13351" y="10371"/>
                </a:lnTo>
                <a:lnTo>
                  <a:pt x="13649" y="9629"/>
                </a:lnTo>
                <a:lnTo>
                  <a:pt x="11149" y="862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师徒辅导</a:t>
            </a:r>
          </a:p>
        </p:txBody>
      </p:sp>
      <p:sp>
        <p:nvSpPr>
          <p:cNvPr id="43" name="TRAIN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112" y="10740"/>
                </a:moveTo>
                <a:cubicBezTo>
                  <a:pt x="8112" y="11774"/>
                  <a:pt x="7274" y="12612"/>
                  <a:pt x="6240" y="12612"/>
                </a:cubicBezTo>
                <a:cubicBezTo>
                  <a:pt x="5206" y="12612"/>
                  <a:pt x="4368" y="11774"/>
                  <a:pt x="4368" y="10740"/>
                </a:cubicBezTo>
                <a:cubicBezTo>
                  <a:pt x="4368" y="9706"/>
                  <a:pt x="5206" y="8868"/>
                  <a:pt x="6240" y="8868"/>
                </a:cubicBezTo>
                <a:cubicBezTo>
                  <a:pt x="7274" y="8868"/>
                  <a:pt x="8112" y="9706"/>
                  <a:pt x="8112" y="10740"/>
                </a:cubicBezTo>
                <a:close/>
                <a:moveTo>
                  <a:pt x="13884" y="11910"/>
                </a:moveTo>
                <a:cubicBezTo>
                  <a:pt x="13884" y="12685"/>
                  <a:pt x="13255" y="13314"/>
                  <a:pt x="12480" y="13314"/>
                </a:cubicBezTo>
                <a:cubicBezTo>
                  <a:pt x="11705" y="13314"/>
                  <a:pt x="11076" y="12685"/>
                  <a:pt x="11076" y="11910"/>
                </a:cubicBezTo>
                <a:cubicBezTo>
                  <a:pt x="11076" y="11135"/>
                  <a:pt x="11705" y="10506"/>
                  <a:pt x="12480" y="10506"/>
                </a:cubicBezTo>
                <a:cubicBezTo>
                  <a:pt x="13255" y="10506"/>
                  <a:pt x="13884" y="11135"/>
                  <a:pt x="13884" y="11910"/>
                </a:cubicBezTo>
                <a:close/>
                <a:moveTo>
                  <a:pt x="3120" y="21660"/>
                </a:moveTo>
                <a:lnTo>
                  <a:pt x="3120" y="15420"/>
                </a:lnTo>
                <a:quadBezTo>
                  <a:pt x="3120" y="13860"/>
                  <a:pt x="6240" y="13860"/>
                </a:quadBezTo>
                <a:quadBezTo>
                  <a:pt x="9360" y="13860"/>
                  <a:pt x="9360" y="15420"/>
                </a:quadBezTo>
                <a:lnTo>
                  <a:pt x="9360" y="21660"/>
                </a:lnTo>
                <a:close/>
                <a:moveTo>
                  <a:pt x="10140" y="21660"/>
                </a:moveTo>
                <a:lnTo>
                  <a:pt x="10140" y="16200"/>
                </a:lnTo>
                <a:quadBezTo>
                  <a:pt x="10140" y="15030"/>
                  <a:pt x="12480" y="15030"/>
                </a:quadBezTo>
                <a:quadBezTo>
                  <a:pt x="14820" y="15030"/>
                  <a:pt x="14820" y="16200"/>
                </a:quadBezTo>
                <a:lnTo>
                  <a:pt x="14820" y="21660"/>
                </a:lnTo>
                <a:close/>
                <a:moveTo>
                  <a:pt x="8464" y="12590"/>
                </a:moveTo>
                <a:lnTo>
                  <a:pt x="10414" y="13370"/>
                </a:lnTo>
                <a:lnTo>
                  <a:pt x="10646" y="12790"/>
                </a:lnTo>
                <a:lnTo>
                  <a:pt x="8696" y="1201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师徒辅导·已验证</a:t>
            </a:r>
          </a:p>
        </p:txBody>
      </p:sp>
      <p:sp>
        <p:nvSpPr>
          <p:cNvPr id="46" name="TRAIN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112" y="10740"/>
                </a:moveTo>
                <a:cubicBezTo>
                  <a:pt x="8112" y="11774"/>
                  <a:pt x="7274" y="12612"/>
                  <a:pt x="6240" y="12612"/>
                </a:cubicBezTo>
                <a:cubicBezTo>
                  <a:pt x="5206" y="12612"/>
                  <a:pt x="4368" y="11774"/>
                  <a:pt x="4368" y="10740"/>
                </a:cubicBezTo>
                <a:cubicBezTo>
                  <a:pt x="4368" y="9706"/>
                  <a:pt x="5206" y="8868"/>
                  <a:pt x="6240" y="8868"/>
                </a:cubicBezTo>
                <a:cubicBezTo>
                  <a:pt x="7274" y="8868"/>
                  <a:pt x="8112" y="9706"/>
                  <a:pt x="8112" y="10740"/>
                </a:cubicBezTo>
                <a:close/>
                <a:moveTo>
                  <a:pt x="13884" y="11910"/>
                </a:moveTo>
                <a:cubicBezTo>
                  <a:pt x="13884" y="12685"/>
                  <a:pt x="13255" y="13314"/>
                  <a:pt x="12480" y="13314"/>
                </a:cubicBezTo>
                <a:cubicBezTo>
                  <a:pt x="11705" y="13314"/>
                  <a:pt x="11076" y="12685"/>
                  <a:pt x="11076" y="11910"/>
                </a:cubicBezTo>
                <a:cubicBezTo>
                  <a:pt x="11076" y="11135"/>
                  <a:pt x="11705" y="10506"/>
                  <a:pt x="12480" y="10506"/>
                </a:cubicBezTo>
                <a:cubicBezTo>
                  <a:pt x="13255" y="10506"/>
                  <a:pt x="13884" y="11135"/>
                  <a:pt x="13884" y="11910"/>
                </a:cubicBezTo>
                <a:close/>
                <a:moveTo>
                  <a:pt x="3120" y="21660"/>
                </a:moveTo>
                <a:lnTo>
                  <a:pt x="3120" y="15420"/>
                </a:lnTo>
                <a:quadBezTo>
                  <a:pt x="3120" y="13860"/>
                  <a:pt x="6240" y="13860"/>
                </a:quadBezTo>
                <a:quadBezTo>
                  <a:pt x="9360" y="13860"/>
                  <a:pt x="9360" y="15420"/>
                </a:quadBezTo>
                <a:lnTo>
                  <a:pt x="9360" y="21660"/>
                </a:lnTo>
                <a:close/>
                <a:moveTo>
                  <a:pt x="10140" y="21660"/>
                </a:moveTo>
                <a:lnTo>
                  <a:pt x="10140" y="16200"/>
                </a:lnTo>
                <a:quadBezTo>
                  <a:pt x="10140" y="15030"/>
                  <a:pt x="12480" y="15030"/>
                </a:quadBezTo>
                <a:quadBezTo>
                  <a:pt x="14820" y="15030"/>
                  <a:pt x="14820" y="16200"/>
                </a:quadBezTo>
                <a:lnTo>
                  <a:pt x="14820" y="21660"/>
                </a:lnTo>
                <a:close/>
                <a:moveTo>
                  <a:pt x="8464" y="12590"/>
                </a:moveTo>
                <a:lnTo>
                  <a:pt x="10414" y="13370"/>
                </a:lnTo>
                <a:lnTo>
                  <a:pt x="10646" y="12790"/>
                </a:lnTo>
                <a:lnTo>
                  <a:pt x="8696" y="1201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师徒辅导·新增</a:t>
            </a:r>
          </a:p>
        </p:txBody>
      </p:sp>
      <p:sp>
        <p:nvSpPr>
          <p:cNvPr id="49" name="TRAIN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112" y="10740"/>
                </a:moveTo>
                <a:cubicBezTo>
                  <a:pt x="8112" y="11774"/>
                  <a:pt x="7274" y="12612"/>
                  <a:pt x="6240" y="12612"/>
                </a:cubicBezTo>
                <a:cubicBezTo>
                  <a:pt x="5206" y="12612"/>
                  <a:pt x="4368" y="11774"/>
                  <a:pt x="4368" y="10740"/>
                </a:cubicBezTo>
                <a:cubicBezTo>
                  <a:pt x="4368" y="9706"/>
                  <a:pt x="5206" y="8868"/>
                  <a:pt x="6240" y="8868"/>
                </a:cubicBezTo>
                <a:cubicBezTo>
                  <a:pt x="7274" y="8868"/>
                  <a:pt x="8112" y="9706"/>
                  <a:pt x="8112" y="10740"/>
                </a:cubicBezTo>
                <a:close/>
                <a:moveTo>
                  <a:pt x="13884" y="11910"/>
                </a:moveTo>
                <a:cubicBezTo>
                  <a:pt x="13884" y="12685"/>
                  <a:pt x="13255" y="13314"/>
                  <a:pt x="12480" y="13314"/>
                </a:cubicBezTo>
                <a:cubicBezTo>
                  <a:pt x="11705" y="13314"/>
                  <a:pt x="11076" y="12685"/>
                  <a:pt x="11076" y="11910"/>
                </a:cubicBezTo>
                <a:cubicBezTo>
                  <a:pt x="11076" y="11135"/>
                  <a:pt x="11705" y="10506"/>
                  <a:pt x="12480" y="10506"/>
                </a:cubicBezTo>
                <a:cubicBezTo>
                  <a:pt x="13255" y="10506"/>
                  <a:pt x="13884" y="11135"/>
                  <a:pt x="13884" y="11910"/>
                </a:cubicBezTo>
                <a:close/>
                <a:moveTo>
                  <a:pt x="3120" y="21660"/>
                </a:moveTo>
                <a:lnTo>
                  <a:pt x="3120" y="15420"/>
                </a:lnTo>
                <a:quadBezTo>
                  <a:pt x="3120" y="13860"/>
                  <a:pt x="6240" y="13860"/>
                </a:quadBezTo>
                <a:quadBezTo>
                  <a:pt x="9360" y="13860"/>
                  <a:pt x="9360" y="15420"/>
                </a:quadBezTo>
                <a:lnTo>
                  <a:pt x="9360" y="21660"/>
                </a:lnTo>
                <a:close/>
                <a:moveTo>
                  <a:pt x="10140" y="21660"/>
                </a:moveTo>
                <a:lnTo>
                  <a:pt x="10140" y="16200"/>
                </a:lnTo>
                <a:quadBezTo>
                  <a:pt x="10140" y="15030"/>
                  <a:pt x="12480" y="15030"/>
                </a:quadBezTo>
                <a:quadBezTo>
                  <a:pt x="14820" y="15030"/>
                  <a:pt x="14820" y="16200"/>
                </a:quadBezTo>
                <a:lnTo>
                  <a:pt x="14820" y="21660"/>
                </a:lnTo>
                <a:close/>
                <a:moveTo>
                  <a:pt x="8464" y="12590"/>
                </a:moveTo>
                <a:lnTo>
                  <a:pt x="10414" y="13370"/>
                </a:lnTo>
                <a:lnTo>
                  <a:pt x="10646" y="12790"/>
                </a:lnTo>
                <a:lnTo>
                  <a:pt x="8696" y="1201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师徒辅导·重点</a:t>
            </a:r>
          </a:p>
        </p:txBody>
      </p:sp>
      <p:sp>
        <p:nvSpPr>
          <p:cNvPr id="52" name="TRAIN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112" y="10740"/>
                </a:moveTo>
                <a:cubicBezTo>
                  <a:pt x="8112" y="11774"/>
                  <a:pt x="7274" y="12612"/>
                  <a:pt x="6240" y="12612"/>
                </a:cubicBezTo>
                <a:cubicBezTo>
                  <a:pt x="5206" y="12612"/>
                  <a:pt x="4368" y="11774"/>
                  <a:pt x="4368" y="10740"/>
                </a:cubicBezTo>
                <a:cubicBezTo>
                  <a:pt x="4368" y="9706"/>
                  <a:pt x="5206" y="8868"/>
                  <a:pt x="6240" y="8868"/>
                </a:cubicBezTo>
                <a:cubicBezTo>
                  <a:pt x="7274" y="8868"/>
                  <a:pt x="8112" y="9706"/>
                  <a:pt x="8112" y="10740"/>
                </a:cubicBezTo>
                <a:close/>
                <a:moveTo>
                  <a:pt x="13884" y="11910"/>
                </a:moveTo>
                <a:cubicBezTo>
                  <a:pt x="13884" y="12685"/>
                  <a:pt x="13255" y="13314"/>
                  <a:pt x="12480" y="13314"/>
                </a:cubicBezTo>
                <a:cubicBezTo>
                  <a:pt x="11705" y="13314"/>
                  <a:pt x="11076" y="12685"/>
                  <a:pt x="11076" y="11910"/>
                </a:cubicBezTo>
                <a:cubicBezTo>
                  <a:pt x="11076" y="11135"/>
                  <a:pt x="11705" y="10506"/>
                  <a:pt x="12480" y="10506"/>
                </a:cubicBezTo>
                <a:cubicBezTo>
                  <a:pt x="13255" y="10506"/>
                  <a:pt x="13884" y="11135"/>
                  <a:pt x="13884" y="11910"/>
                </a:cubicBezTo>
                <a:close/>
                <a:moveTo>
                  <a:pt x="3120" y="21660"/>
                </a:moveTo>
                <a:lnTo>
                  <a:pt x="3120" y="15420"/>
                </a:lnTo>
                <a:quadBezTo>
                  <a:pt x="3120" y="13860"/>
                  <a:pt x="6240" y="13860"/>
                </a:quadBezTo>
                <a:quadBezTo>
                  <a:pt x="9360" y="13860"/>
                  <a:pt x="9360" y="15420"/>
                </a:quadBezTo>
                <a:lnTo>
                  <a:pt x="9360" y="21660"/>
                </a:lnTo>
                <a:close/>
                <a:moveTo>
                  <a:pt x="10140" y="21660"/>
                </a:moveTo>
                <a:lnTo>
                  <a:pt x="10140" y="16200"/>
                </a:lnTo>
                <a:quadBezTo>
                  <a:pt x="10140" y="15030"/>
                  <a:pt x="12480" y="15030"/>
                </a:quadBezTo>
                <a:quadBezTo>
                  <a:pt x="14820" y="15030"/>
                  <a:pt x="14820" y="16200"/>
                </a:quadBezTo>
                <a:lnTo>
                  <a:pt x="14820" y="21660"/>
                </a:lnTo>
                <a:close/>
                <a:moveTo>
                  <a:pt x="8464" y="12590"/>
                </a:moveTo>
                <a:lnTo>
                  <a:pt x="10414" y="13370"/>
                </a:lnTo>
                <a:lnTo>
                  <a:pt x="10646" y="12790"/>
                </a:lnTo>
                <a:lnTo>
                  <a:pt x="8696" y="1201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师徒辅导·协同</a:t>
            </a:r>
          </a:p>
        </p:txBody>
      </p:sp>
      <p:sp>
        <p:nvSpPr>
          <p:cNvPr id="55" name="TRAIN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112" y="10740"/>
                </a:moveTo>
                <a:cubicBezTo>
                  <a:pt x="8112" y="11774"/>
                  <a:pt x="7274" y="12612"/>
                  <a:pt x="6240" y="12612"/>
                </a:cubicBezTo>
                <a:cubicBezTo>
                  <a:pt x="5206" y="12612"/>
                  <a:pt x="4368" y="11774"/>
                  <a:pt x="4368" y="10740"/>
                </a:cubicBezTo>
                <a:cubicBezTo>
                  <a:pt x="4368" y="9706"/>
                  <a:pt x="5206" y="8868"/>
                  <a:pt x="6240" y="8868"/>
                </a:cubicBezTo>
                <a:cubicBezTo>
                  <a:pt x="7274" y="8868"/>
                  <a:pt x="8112" y="9706"/>
                  <a:pt x="8112" y="10740"/>
                </a:cubicBezTo>
                <a:close/>
                <a:moveTo>
                  <a:pt x="13884" y="11910"/>
                </a:moveTo>
                <a:cubicBezTo>
                  <a:pt x="13884" y="12685"/>
                  <a:pt x="13255" y="13314"/>
                  <a:pt x="12480" y="13314"/>
                </a:cubicBezTo>
                <a:cubicBezTo>
                  <a:pt x="11705" y="13314"/>
                  <a:pt x="11076" y="12685"/>
                  <a:pt x="11076" y="11910"/>
                </a:cubicBezTo>
                <a:cubicBezTo>
                  <a:pt x="11076" y="11135"/>
                  <a:pt x="11705" y="10506"/>
                  <a:pt x="12480" y="10506"/>
                </a:cubicBezTo>
                <a:cubicBezTo>
                  <a:pt x="13255" y="10506"/>
                  <a:pt x="13884" y="11135"/>
                  <a:pt x="13884" y="11910"/>
                </a:cubicBezTo>
                <a:close/>
                <a:moveTo>
                  <a:pt x="3120" y="21660"/>
                </a:moveTo>
                <a:lnTo>
                  <a:pt x="3120" y="15420"/>
                </a:lnTo>
                <a:quadBezTo>
                  <a:pt x="3120" y="13860"/>
                  <a:pt x="6240" y="13860"/>
                </a:quadBezTo>
                <a:quadBezTo>
                  <a:pt x="9360" y="13860"/>
                  <a:pt x="9360" y="15420"/>
                </a:quadBezTo>
                <a:lnTo>
                  <a:pt x="9360" y="21660"/>
                </a:lnTo>
                <a:close/>
                <a:moveTo>
                  <a:pt x="10140" y="21660"/>
                </a:moveTo>
                <a:lnTo>
                  <a:pt x="10140" y="16200"/>
                </a:lnTo>
                <a:quadBezTo>
                  <a:pt x="10140" y="15030"/>
                  <a:pt x="12480" y="15030"/>
                </a:quadBezTo>
                <a:quadBezTo>
                  <a:pt x="14820" y="15030"/>
                  <a:pt x="14820" y="16200"/>
                </a:quadBezTo>
                <a:lnTo>
                  <a:pt x="14820" y="21660"/>
                </a:lnTo>
                <a:close/>
                <a:moveTo>
                  <a:pt x="8464" y="12590"/>
                </a:moveTo>
                <a:lnTo>
                  <a:pt x="10414" y="13370"/>
                </a:lnTo>
                <a:lnTo>
                  <a:pt x="10646" y="12790"/>
                </a:lnTo>
                <a:lnTo>
                  <a:pt x="8696" y="12010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师徒辅导·智能</a:t>
            </a:r>
          </a:p>
        </p:txBody>
      </p:sp>
      <p:sp>
        <p:nvSpPr>
          <p:cNvPr id="58" name="TRAIN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3000"/>
                </a:moveTo>
                <a:lnTo>
                  <a:pt x="11000" y="3000"/>
                </a:lnTo>
                <a:quadBezTo>
                  <a:pt x="12000" y="3000"/>
                  <a:pt x="12000" y="4000"/>
                </a:quadBezTo>
                <a:lnTo>
                  <a:pt x="12000" y="21000"/>
                </a:lnTo>
                <a:quadBezTo>
                  <a:pt x="12000" y="20000"/>
                  <a:pt x="11000" y="20000"/>
                </a:quadBezTo>
                <a:lnTo>
                  <a:pt x="4000" y="20000"/>
                </a:lnTo>
                <a:close/>
                <a:moveTo>
                  <a:pt x="20000" y="3000"/>
                </a:moveTo>
                <a:lnTo>
                  <a:pt x="13000" y="3000"/>
                </a:lnTo>
                <a:quadBezTo>
                  <a:pt x="12000" y="3000"/>
                  <a:pt x="12000" y="4000"/>
                </a:quadBezTo>
                <a:lnTo>
                  <a:pt x="12000" y="21000"/>
                </a:lnTo>
                <a:quadBezTo>
                  <a:pt x="12000" y="20000"/>
                  <a:pt x="13000" y="20000"/>
                </a:quadBezTo>
                <a:lnTo>
                  <a:pt x="20000" y="20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书本</a:t>
            </a:r>
          </a:p>
        </p:txBody>
      </p:sp>
      <p:sp>
        <p:nvSpPr>
          <p:cNvPr id="61" name="TRAIN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7620"/>
                </a:moveTo>
                <a:lnTo>
                  <a:pt x="858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8580" y="20880"/>
                </a:quadBezTo>
                <a:lnTo>
                  <a:pt x="3120" y="20880"/>
                </a:lnTo>
                <a:close/>
                <a:moveTo>
                  <a:pt x="15600" y="7620"/>
                </a:moveTo>
                <a:lnTo>
                  <a:pt x="1014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10140" y="20880"/>
                </a:quadBezTo>
                <a:lnTo>
                  <a:pt x="15600" y="2088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书本·已验证</a:t>
            </a:r>
          </a:p>
        </p:txBody>
      </p:sp>
      <p:sp>
        <p:nvSpPr>
          <p:cNvPr id="64" name="TRAIN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7620"/>
                </a:moveTo>
                <a:lnTo>
                  <a:pt x="858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8580" y="20880"/>
                </a:quadBezTo>
                <a:lnTo>
                  <a:pt x="3120" y="20880"/>
                </a:lnTo>
                <a:close/>
                <a:moveTo>
                  <a:pt x="15600" y="7620"/>
                </a:moveTo>
                <a:lnTo>
                  <a:pt x="1014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10140" y="20880"/>
                </a:quadBezTo>
                <a:lnTo>
                  <a:pt x="15600" y="2088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书本·新增</a:t>
            </a:r>
          </a:p>
        </p:txBody>
      </p:sp>
      <p:sp>
        <p:nvSpPr>
          <p:cNvPr id="67" name="TRAIN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7620"/>
                </a:moveTo>
                <a:lnTo>
                  <a:pt x="858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8580" y="20880"/>
                </a:quadBezTo>
                <a:lnTo>
                  <a:pt x="3120" y="20880"/>
                </a:lnTo>
                <a:close/>
                <a:moveTo>
                  <a:pt x="15600" y="7620"/>
                </a:moveTo>
                <a:lnTo>
                  <a:pt x="1014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10140" y="20880"/>
                </a:quadBezTo>
                <a:lnTo>
                  <a:pt x="15600" y="2088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书本·重点</a:t>
            </a:r>
          </a:p>
        </p:txBody>
      </p:sp>
      <p:sp>
        <p:nvSpPr>
          <p:cNvPr id="70" name="TRAIN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7620"/>
                </a:moveTo>
                <a:lnTo>
                  <a:pt x="858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8580" y="20880"/>
                </a:quadBezTo>
                <a:lnTo>
                  <a:pt x="3120" y="20880"/>
                </a:lnTo>
                <a:close/>
                <a:moveTo>
                  <a:pt x="15600" y="7620"/>
                </a:moveTo>
                <a:lnTo>
                  <a:pt x="1014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10140" y="20880"/>
                </a:quadBezTo>
                <a:lnTo>
                  <a:pt x="15600" y="2088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书本·协同</a:t>
            </a:r>
          </a:p>
        </p:txBody>
      </p:sp>
      <p:sp>
        <p:nvSpPr>
          <p:cNvPr id="73" name="TRAIN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7620"/>
                </a:moveTo>
                <a:lnTo>
                  <a:pt x="858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8580" y="20880"/>
                </a:quadBezTo>
                <a:lnTo>
                  <a:pt x="3120" y="20880"/>
                </a:lnTo>
                <a:close/>
                <a:moveTo>
                  <a:pt x="15600" y="7620"/>
                </a:moveTo>
                <a:lnTo>
                  <a:pt x="1014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10140" y="20880"/>
                </a:quadBezTo>
                <a:lnTo>
                  <a:pt x="15600" y="20880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书本·智能</a:t>
            </a:r>
          </a:p>
        </p:txBody>
      </p:sp>
      <p:sp>
        <p:nvSpPr>
          <p:cNvPr id="76" name="TRAIN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4000"/>
                </a:moveTo>
                <a:lnTo>
                  <a:pt x="20000" y="4000"/>
                </a:lnTo>
                <a:cubicBezTo>
                  <a:pt x="20552" y="4000"/>
                  <a:pt x="21000" y="4448"/>
                  <a:pt x="21000" y="5000"/>
                </a:cubicBezTo>
                <a:lnTo>
                  <a:pt x="21000" y="17000"/>
                </a:lnTo>
                <a:cubicBezTo>
                  <a:pt x="21000" y="17552"/>
                  <a:pt x="20552" y="18000"/>
                  <a:pt x="20000" y="18000"/>
                </a:cubicBezTo>
                <a:lnTo>
                  <a:pt x="4000" y="18000"/>
                </a:lnTo>
                <a:cubicBezTo>
                  <a:pt x="3448" y="18000"/>
                  <a:pt x="3000" y="17552"/>
                  <a:pt x="3000" y="17000"/>
                </a:cubicBezTo>
                <a:lnTo>
                  <a:pt x="3000" y="5000"/>
                </a:lnTo>
                <a:cubicBezTo>
                  <a:pt x="3000" y="4448"/>
                  <a:pt x="3448" y="4000"/>
                  <a:pt x="4000" y="4000"/>
                </a:cubicBezTo>
                <a:close/>
                <a:moveTo>
                  <a:pt x="5300" y="7000"/>
                </a:moveTo>
                <a:lnTo>
                  <a:pt x="18700" y="7000"/>
                </a:lnTo>
                <a:cubicBezTo>
                  <a:pt x="18866" y="7000"/>
                  <a:pt x="19000" y="7134"/>
                  <a:pt x="19000" y="7300"/>
                </a:cubicBezTo>
                <a:lnTo>
                  <a:pt x="19000" y="7700"/>
                </a:lnTo>
                <a:cubicBezTo>
                  <a:pt x="19000" y="7866"/>
                  <a:pt x="18866" y="8000"/>
                  <a:pt x="18700" y="8000"/>
                </a:cubicBezTo>
                <a:lnTo>
                  <a:pt x="5300" y="8000"/>
                </a:lnTo>
                <a:cubicBezTo>
                  <a:pt x="5134" y="8000"/>
                  <a:pt x="5000" y="7866"/>
                  <a:pt x="5000" y="7700"/>
                </a:cubicBezTo>
                <a:lnTo>
                  <a:pt x="5000" y="7300"/>
                </a:lnTo>
                <a:cubicBezTo>
                  <a:pt x="5000" y="7134"/>
                  <a:pt x="5134" y="7000"/>
                  <a:pt x="5300" y="7000"/>
                </a:cubicBezTo>
                <a:close/>
                <a:moveTo>
                  <a:pt x="5300" y="9500"/>
                </a:moveTo>
                <a:lnTo>
                  <a:pt x="14700" y="9500"/>
                </a:lnTo>
                <a:cubicBezTo>
                  <a:pt x="14866" y="9500"/>
                  <a:pt x="15000" y="9634"/>
                  <a:pt x="15000" y="9800"/>
                </a:cubicBezTo>
                <a:lnTo>
                  <a:pt x="15000" y="10200"/>
                </a:lnTo>
                <a:cubicBezTo>
                  <a:pt x="15000" y="10366"/>
                  <a:pt x="14866" y="10500"/>
                  <a:pt x="14700" y="10500"/>
                </a:cubicBezTo>
                <a:lnTo>
                  <a:pt x="5300" y="10500"/>
                </a:lnTo>
                <a:cubicBezTo>
                  <a:pt x="5134" y="10500"/>
                  <a:pt x="5000" y="10366"/>
                  <a:pt x="5000" y="10200"/>
                </a:cubicBezTo>
                <a:lnTo>
                  <a:pt x="5000" y="9800"/>
                </a:lnTo>
                <a:cubicBezTo>
                  <a:pt x="5000" y="9634"/>
                  <a:pt x="5134" y="9500"/>
                  <a:pt x="5300" y="9500"/>
                </a:cubicBezTo>
                <a:close/>
                <a:moveTo>
                  <a:pt x="19600" y="18000"/>
                </a:moveTo>
                <a:cubicBezTo>
                  <a:pt x="19600" y="19436"/>
                  <a:pt x="18436" y="20600"/>
                  <a:pt x="17000" y="20600"/>
                </a:cubicBezTo>
                <a:cubicBezTo>
                  <a:pt x="15564" y="20600"/>
                  <a:pt x="14400" y="19436"/>
                  <a:pt x="14400" y="18000"/>
                </a:cubicBezTo>
                <a:cubicBezTo>
                  <a:pt x="14400" y="16564"/>
                  <a:pt x="15564" y="15400"/>
                  <a:pt x="17000" y="15400"/>
                </a:cubicBezTo>
                <a:cubicBezTo>
                  <a:pt x="18436" y="15400"/>
                  <a:pt x="19600" y="16564"/>
                  <a:pt x="19600" y="18000"/>
                </a:cubicBezTo>
                <a:close/>
                <a:moveTo>
                  <a:pt x="15500" y="19000"/>
                </a:moveTo>
                <a:lnTo>
                  <a:pt x="16500" y="22000"/>
                </a:lnTo>
                <a:lnTo>
                  <a:pt x="17500" y="21000"/>
                </a:lnTo>
                <a:lnTo>
                  <a:pt x="18500" y="22000"/>
                </a:lnTo>
                <a:lnTo>
                  <a:pt x="18500" y="19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结业证书</a:t>
            </a:r>
          </a:p>
        </p:txBody>
      </p:sp>
      <p:sp>
        <p:nvSpPr>
          <p:cNvPr id="79" name="TRAIN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134" y="10740"/>
                </a:moveTo>
                <a:lnTo>
                  <a:pt x="14586" y="10740"/>
                </a:lnTo>
                <a:cubicBezTo>
                  <a:pt x="14715" y="10740"/>
                  <a:pt x="14820" y="10845"/>
                  <a:pt x="14820" y="10974"/>
                </a:cubicBezTo>
                <a:lnTo>
                  <a:pt x="14820" y="11286"/>
                </a:lnTo>
                <a:cubicBezTo>
                  <a:pt x="14820" y="11415"/>
                  <a:pt x="14715" y="11520"/>
                  <a:pt x="14586" y="11520"/>
                </a:cubicBezTo>
                <a:lnTo>
                  <a:pt x="4134" y="11520"/>
                </a:lnTo>
                <a:cubicBezTo>
                  <a:pt x="4005" y="11520"/>
                  <a:pt x="3900" y="11415"/>
                  <a:pt x="3900" y="11286"/>
                </a:cubicBezTo>
                <a:lnTo>
                  <a:pt x="3900" y="10974"/>
                </a:lnTo>
                <a:cubicBezTo>
                  <a:pt x="3900" y="10845"/>
                  <a:pt x="4005" y="10740"/>
                  <a:pt x="4134" y="10740"/>
                </a:cubicBezTo>
                <a:close/>
                <a:moveTo>
                  <a:pt x="4134" y="12690"/>
                </a:moveTo>
                <a:lnTo>
                  <a:pt x="11466" y="12690"/>
                </a:lnTo>
                <a:cubicBezTo>
                  <a:pt x="11595" y="12690"/>
                  <a:pt x="11700" y="12795"/>
                  <a:pt x="11700" y="12924"/>
                </a:cubicBezTo>
                <a:lnTo>
                  <a:pt x="11700" y="13236"/>
                </a:lnTo>
                <a:cubicBezTo>
                  <a:pt x="11700" y="13365"/>
                  <a:pt x="11595" y="13470"/>
                  <a:pt x="11466" y="13470"/>
                </a:cubicBezTo>
                <a:lnTo>
                  <a:pt x="4134" y="13470"/>
                </a:lnTo>
                <a:cubicBezTo>
                  <a:pt x="4005" y="13470"/>
                  <a:pt x="3900" y="13365"/>
                  <a:pt x="3900" y="13236"/>
                </a:cubicBezTo>
                <a:lnTo>
                  <a:pt x="3900" y="12924"/>
                </a:lnTo>
                <a:cubicBezTo>
                  <a:pt x="3900" y="12795"/>
                  <a:pt x="4005" y="12690"/>
                  <a:pt x="4134" y="12690"/>
                </a:cubicBezTo>
                <a:close/>
                <a:moveTo>
                  <a:pt x="15288" y="19320"/>
                </a:moveTo>
                <a:cubicBezTo>
                  <a:pt x="15288" y="20440"/>
                  <a:pt x="14380" y="21348"/>
                  <a:pt x="13260" y="21348"/>
                </a:cubicBezTo>
                <a:cubicBezTo>
                  <a:pt x="12140" y="21348"/>
                  <a:pt x="11232" y="20440"/>
                  <a:pt x="11232" y="19320"/>
                </a:cubicBezTo>
                <a:cubicBezTo>
                  <a:pt x="11232" y="18200"/>
                  <a:pt x="12140" y="17292"/>
                  <a:pt x="13260" y="17292"/>
                </a:cubicBezTo>
                <a:cubicBezTo>
                  <a:pt x="14380" y="17292"/>
                  <a:pt x="15288" y="18200"/>
                  <a:pt x="15288" y="19320"/>
                </a:cubicBezTo>
                <a:close/>
                <a:moveTo>
                  <a:pt x="12090" y="20100"/>
                </a:moveTo>
                <a:lnTo>
                  <a:pt x="12870" y="22440"/>
                </a:lnTo>
                <a:lnTo>
                  <a:pt x="13650" y="21660"/>
                </a:lnTo>
                <a:lnTo>
                  <a:pt x="14430" y="22440"/>
                </a:lnTo>
                <a:lnTo>
                  <a:pt x="14430" y="2010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结业证书·已验证</a:t>
            </a:r>
          </a:p>
        </p:txBody>
      </p:sp>
      <p:sp>
        <p:nvSpPr>
          <p:cNvPr id="82" name="TRAIN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134" y="10740"/>
                </a:moveTo>
                <a:lnTo>
                  <a:pt x="14586" y="10740"/>
                </a:lnTo>
                <a:cubicBezTo>
                  <a:pt x="14715" y="10740"/>
                  <a:pt x="14820" y="10845"/>
                  <a:pt x="14820" y="10974"/>
                </a:cubicBezTo>
                <a:lnTo>
                  <a:pt x="14820" y="11286"/>
                </a:lnTo>
                <a:cubicBezTo>
                  <a:pt x="14820" y="11415"/>
                  <a:pt x="14715" y="11520"/>
                  <a:pt x="14586" y="11520"/>
                </a:cubicBezTo>
                <a:lnTo>
                  <a:pt x="4134" y="11520"/>
                </a:lnTo>
                <a:cubicBezTo>
                  <a:pt x="4005" y="11520"/>
                  <a:pt x="3900" y="11415"/>
                  <a:pt x="3900" y="11286"/>
                </a:cubicBezTo>
                <a:lnTo>
                  <a:pt x="3900" y="10974"/>
                </a:lnTo>
                <a:cubicBezTo>
                  <a:pt x="3900" y="10845"/>
                  <a:pt x="4005" y="10740"/>
                  <a:pt x="4134" y="10740"/>
                </a:cubicBezTo>
                <a:close/>
                <a:moveTo>
                  <a:pt x="4134" y="12690"/>
                </a:moveTo>
                <a:lnTo>
                  <a:pt x="11466" y="12690"/>
                </a:lnTo>
                <a:cubicBezTo>
                  <a:pt x="11595" y="12690"/>
                  <a:pt x="11700" y="12795"/>
                  <a:pt x="11700" y="12924"/>
                </a:cubicBezTo>
                <a:lnTo>
                  <a:pt x="11700" y="13236"/>
                </a:lnTo>
                <a:cubicBezTo>
                  <a:pt x="11700" y="13365"/>
                  <a:pt x="11595" y="13470"/>
                  <a:pt x="11466" y="13470"/>
                </a:cubicBezTo>
                <a:lnTo>
                  <a:pt x="4134" y="13470"/>
                </a:lnTo>
                <a:cubicBezTo>
                  <a:pt x="4005" y="13470"/>
                  <a:pt x="3900" y="13365"/>
                  <a:pt x="3900" y="13236"/>
                </a:cubicBezTo>
                <a:lnTo>
                  <a:pt x="3900" y="12924"/>
                </a:lnTo>
                <a:cubicBezTo>
                  <a:pt x="3900" y="12795"/>
                  <a:pt x="4005" y="12690"/>
                  <a:pt x="4134" y="12690"/>
                </a:cubicBezTo>
                <a:close/>
                <a:moveTo>
                  <a:pt x="15288" y="19320"/>
                </a:moveTo>
                <a:cubicBezTo>
                  <a:pt x="15288" y="20440"/>
                  <a:pt x="14380" y="21348"/>
                  <a:pt x="13260" y="21348"/>
                </a:cubicBezTo>
                <a:cubicBezTo>
                  <a:pt x="12140" y="21348"/>
                  <a:pt x="11232" y="20440"/>
                  <a:pt x="11232" y="19320"/>
                </a:cubicBezTo>
                <a:cubicBezTo>
                  <a:pt x="11232" y="18200"/>
                  <a:pt x="12140" y="17292"/>
                  <a:pt x="13260" y="17292"/>
                </a:cubicBezTo>
                <a:cubicBezTo>
                  <a:pt x="14380" y="17292"/>
                  <a:pt x="15288" y="18200"/>
                  <a:pt x="15288" y="19320"/>
                </a:cubicBezTo>
                <a:close/>
                <a:moveTo>
                  <a:pt x="12090" y="20100"/>
                </a:moveTo>
                <a:lnTo>
                  <a:pt x="12870" y="22440"/>
                </a:lnTo>
                <a:lnTo>
                  <a:pt x="13650" y="21660"/>
                </a:lnTo>
                <a:lnTo>
                  <a:pt x="14430" y="22440"/>
                </a:lnTo>
                <a:lnTo>
                  <a:pt x="14430" y="2010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结业证书·新增</a:t>
            </a:r>
          </a:p>
        </p:txBody>
      </p:sp>
      <p:sp>
        <p:nvSpPr>
          <p:cNvPr id="85" name="TRAIN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134" y="10740"/>
                </a:moveTo>
                <a:lnTo>
                  <a:pt x="14586" y="10740"/>
                </a:lnTo>
                <a:cubicBezTo>
                  <a:pt x="14715" y="10740"/>
                  <a:pt x="14820" y="10845"/>
                  <a:pt x="14820" y="10974"/>
                </a:cubicBezTo>
                <a:lnTo>
                  <a:pt x="14820" y="11286"/>
                </a:lnTo>
                <a:cubicBezTo>
                  <a:pt x="14820" y="11415"/>
                  <a:pt x="14715" y="11520"/>
                  <a:pt x="14586" y="11520"/>
                </a:cubicBezTo>
                <a:lnTo>
                  <a:pt x="4134" y="11520"/>
                </a:lnTo>
                <a:cubicBezTo>
                  <a:pt x="4005" y="11520"/>
                  <a:pt x="3900" y="11415"/>
                  <a:pt x="3900" y="11286"/>
                </a:cubicBezTo>
                <a:lnTo>
                  <a:pt x="3900" y="10974"/>
                </a:lnTo>
                <a:cubicBezTo>
                  <a:pt x="3900" y="10845"/>
                  <a:pt x="4005" y="10740"/>
                  <a:pt x="4134" y="10740"/>
                </a:cubicBezTo>
                <a:close/>
                <a:moveTo>
                  <a:pt x="4134" y="12690"/>
                </a:moveTo>
                <a:lnTo>
                  <a:pt x="11466" y="12690"/>
                </a:lnTo>
                <a:cubicBezTo>
                  <a:pt x="11595" y="12690"/>
                  <a:pt x="11700" y="12795"/>
                  <a:pt x="11700" y="12924"/>
                </a:cubicBezTo>
                <a:lnTo>
                  <a:pt x="11700" y="13236"/>
                </a:lnTo>
                <a:cubicBezTo>
                  <a:pt x="11700" y="13365"/>
                  <a:pt x="11595" y="13470"/>
                  <a:pt x="11466" y="13470"/>
                </a:cubicBezTo>
                <a:lnTo>
                  <a:pt x="4134" y="13470"/>
                </a:lnTo>
                <a:cubicBezTo>
                  <a:pt x="4005" y="13470"/>
                  <a:pt x="3900" y="13365"/>
                  <a:pt x="3900" y="13236"/>
                </a:cubicBezTo>
                <a:lnTo>
                  <a:pt x="3900" y="12924"/>
                </a:lnTo>
                <a:cubicBezTo>
                  <a:pt x="3900" y="12795"/>
                  <a:pt x="4005" y="12690"/>
                  <a:pt x="4134" y="12690"/>
                </a:cubicBezTo>
                <a:close/>
                <a:moveTo>
                  <a:pt x="15288" y="19320"/>
                </a:moveTo>
                <a:cubicBezTo>
                  <a:pt x="15288" y="20440"/>
                  <a:pt x="14380" y="21348"/>
                  <a:pt x="13260" y="21348"/>
                </a:cubicBezTo>
                <a:cubicBezTo>
                  <a:pt x="12140" y="21348"/>
                  <a:pt x="11232" y="20440"/>
                  <a:pt x="11232" y="19320"/>
                </a:cubicBezTo>
                <a:cubicBezTo>
                  <a:pt x="11232" y="18200"/>
                  <a:pt x="12140" y="17292"/>
                  <a:pt x="13260" y="17292"/>
                </a:cubicBezTo>
                <a:cubicBezTo>
                  <a:pt x="14380" y="17292"/>
                  <a:pt x="15288" y="18200"/>
                  <a:pt x="15288" y="19320"/>
                </a:cubicBezTo>
                <a:close/>
                <a:moveTo>
                  <a:pt x="12090" y="20100"/>
                </a:moveTo>
                <a:lnTo>
                  <a:pt x="12870" y="22440"/>
                </a:lnTo>
                <a:lnTo>
                  <a:pt x="13650" y="21660"/>
                </a:lnTo>
                <a:lnTo>
                  <a:pt x="14430" y="22440"/>
                </a:lnTo>
                <a:lnTo>
                  <a:pt x="14430" y="2010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结业证书·重点</a:t>
            </a:r>
          </a:p>
        </p:txBody>
      </p:sp>
      <p:sp>
        <p:nvSpPr>
          <p:cNvPr id="88" name="TRAIN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134" y="10740"/>
                </a:moveTo>
                <a:lnTo>
                  <a:pt x="14586" y="10740"/>
                </a:lnTo>
                <a:cubicBezTo>
                  <a:pt x="14715" y="10740"/>
                  <a:pt x="14820" y="10845"/>
                  <a:pt x="14820" y="10974"/>
                </a:cubicBezTo>
                <a:lnTo>
                  <a:pt x="14820" y="11286"/>
                </a:lnTo>
                <a:cubicBezTo>
                  <a:pt x="14820" y="11415"/>
                  <a:pt x="14715" y="11520"/>
                  <a:pt x="14586" y="11520"/>
                </a:cubicBezTo>
                <a:lnTo>
                  <a:pt x="4134" y="11520"/>
                </a:lnTo>
                <a:cubicBezTo>
                  <a:pt x="4005" y="11520"/>
                  <a:pt x="3900" y="11415"/>
                  <a:pt x="3900" y="11286"/>
                </a:cubicBezTo>
                <a:lnTo>
                  <a:pt x="3900" y="10974"/>
                </a:lnTo>
                <a:cubicBezTo>
                  <a:pt x="3900" y="10845"/>
                  <a:pt x="4005" y="10740"/>
                  <a:pt x="4134" y="10740"/>
                </a:cubicBezTo>
                <a:close/>
                <a:moveTo>
                  <a:pt x="4134" y="12690"/>
                </a:moveTo>
                <a:lnTo>
                  <a:pt x="11466" y="12690"/>
                </a:lnTo>
                <a:cubicBezTo>
                  <a:pt x="11595" y="12690"/>
                  <a:pt x="11700" y="12795"/>
                  <a:pt x="11700" y="12924"/>
                </a:cubicBezTo>
                <a:lnTo>
                  <a:pt x="11700" y="13236"/>
                </a:lnTo>
                <a:cubicBezTo>
                  <a:pt x="11700" y="13365"/>
                  <a:pt x="11595" y="13470"/>
                  <a:pt x="11466" y="13470"/>
                </a:cubicBezTo>
                <a:lnTo>
                  <a:pt x="4134" y="13470"/>
                </a:lnTo>
                <a:cubicBezTo>
                  <a:pt x="4005" y="13470"/>
                  <a:pt x="3900" y="13365"/>
                  <a:pt x="3900" y="13236"/>
                </a:cubicBezTo>
                <a:lnTo>
                  <a:pt x="3900" y="12924"/>
                </a:lnTo>
                <a:cubicBezTo>
                  <a:pt x="3900" y="12795"/>
                  <a:pt x="4005" y="12690"/>
                  <a:pt x="4134" y="12690"/>
                </a:cubicBezTo>
                <a:close/>
                <a:moveTo>
                  <a:pt x="15288" y="19320"/>
                </a:moveTo>
                <a:cubicBezTo>
                  <a:pt x="15288" y="20440"/>
                  <a:pt x="14380" y="21348"/>
                  <a:pt x="13260" y="21348"/>
                </a:cubicBezTo>
                <a:cubicBezTo>
                  <a:pt x="12140" y="21348"/>
                  <a:pt x="11232" y="20440"/>
                  <a:pt x="11232" y="19320"/>
                </a:cubicBezTo>
                <a:cubicBezTo>
                  <a:pt x="11232" y="18200"/>
                  <a:pt x="12140" y="17292"/>
                  <a:pt x="13260" y="17292"/>
                </a:cubicBezTo>
                <a:cubicBezTo>
                  <a:pt x="14380" y="17292"/>
                  <a:pt x="15288" y="18200"/>
                  <a:pt x="15288" y="19320"/>
                </a:cubicBezTo>
                <a:close/>
                <a:moveTo>
                  <a:pt x="12090" y="20100"/>
                </a:moveTo>
                <a:lnTo>
                  <a:pt x="12870" y="22440"/>
                </a:lnTo>
                <a:lnTo>
                  <a:pt x="13650" y="21660"/>
                </a:lnTo>
                <a:lnTo>
                  <a:pt x="14430" y="22440"/>
                </a:lnTo>
                <a:lnTo>
                  <a:pt x="14430" y="2010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结业证书·协同</a:t>
            </a:r>
          </a:p>
        </p:txBody>
      </p:sp>
      <p:sp>
        <p:nvSpPr>
          <p:cNvPr id="91" name="TRAIN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134" y="10740"/>
                </a:moveTo>
                <a:lnTo>
                  <a:pt x="14586" y="10740"/>
                </a:lnTo>
                <a:cubicBezTo>
                  <a:pt x="14715" y="10740"/>
                  <a:pt x="14820" y="10845"/>
                  <a:pt x="14820" y="10974"/>
                </a:cubicBezTo>
                <a:lnTo>
                  <a:pt x="14820" y="11286"/>
                </a:lnTo>
                <a:cubicBezTo>
                  <a:pt x="14820" y="11415"/>
                  <a:pt x="14715" y="11520"/>
                  <a:pt x="14586" y="11520"/>
                </a:cubicBezTo>
                <a:lnTo>
                  <a:pt x="4134" y="11520"/>
                </a:lnTo>
                <a:cubicBezTo>
                  <a:pt x="4005" y="11520"/>
                  <a:pt x="3900" y="11415"/>
                  <a:pt x="3900" y="11286"/>
                </a:cubicBezTo>
                <a:lnTo>
                  <a:pt x="3900" y="10974"/>
                </a:lnTo>
                <a:cubicBezTo>
                  <a:pt x="3900" y="10845"/>
                  <a:pt x="4005" y="10740"/>
                  <a:pt x="4134" y="10740"/>
                </a:cubicBezTo>
                <a:close/>
                <a:moveTo>
                  <a:pt x="4134" y="12690"/>
                </a:moveTo>
                <a:lnTo>
                  <a:pt x="11466" y="12690"/>
                </a:lnTo>
                <a:cubicBezTo>
                  <a:pt x="11595" y="12690"/>
                  <a:pt x="11700" y="12795"/>
                  <a:pt x="11700" y="12924"/>
                </a:cubicBezTo>
                <a:lnTo>
                  <a:pt x="11700" y="13236"/>
                </a:lnTo>
                <a:cubicBezTo>
                  <a:pt x="11700" y="13365"/>
                  <a:pt x="11595" y="13470"/>
                  <a:pt x="11466" y="13470"/>
                </a:cubicBezTo>
                <a:lnTo>
                  <a:pt x="4134" y="13470"/>
                </a:lnTo>
                <a:cubicBezTo>
                  <a:pt x="4005" y="13470"/>
                  <a:pt x="3900" y="13365"/>
                  <a:pt x="3900" y="13236"/>
                </a:cubicBezTo>
                <a:lnTo>
                  <a:pt x="3900" y="12924"/>
                </a:lnTo>
                <a:cubicBezTo>
                  <a:pt x="3900" y="12795"/>
                  <a:pt x="4005" y="12690"/>
                  <a:pt x="4134" y="12690"/>
                </a:cubicBezTo>
                <a:close/>
                <a:moveTo>
                  <a:pt x="15288" y="19320"/>
                </a:moveTo>
                <a:cubicBezTo>
                  <a:pt x="15288" y="20440"/>
                  <a:pt x="14380" y="21348"/>
                  <a:pt x="13260" y="21348"/>
                </a:cubicBezTo>
                <a:cubicBezTo>
                  <a:pt x="12140" y="21348"/>
                  <a:pt x="11232" y="20440"/>
                  <a:pt x="11232" y="19320"/>
                </a:cubicBezTo>
                <a:cubicBezTo>
                  <a:pt x="11232" y="18200"/>
                  <a:pt x="12140" y="17292"/>
                  <a:pt x="13260" y="17292"/>
                </a:cubicBezTo>
                <a:cubicBezTo>
                  <a:pt x="14380" y="17292"/>
                  <a:pt x="15288" y="18200"/>
                  <a:pt x="15288" y="19320"/>
                </a:cubicBezTo>
                <a:close/>
                <a:moveTo>
                  <a:pt x="12090" y="20100"/>
                </a:moveTo>
                <a:lnTo>
                  <a:pt x="12870" y="22440"/>
                </a:lnTo>
                <a:lnTo>
                  <a:pt x="13650" y="21660"/>
                </a:lnTo>
                <a:lnTo>
                  <a:pt x="14430" y="22440"/>
                </a:lnTo>
                <a:lnTo>
                  <a:pt x="14430" y="20100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结业证书·智能</a:t>
            </a:r>
          </a:p>
        </p:txBody>
      </p:sp>
      <p:sp>
        <p:nvSpPr>
          <p:cNvPr id="94" name="TRAIN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000" y="10000"/>
                </a:moveTo>
                <a:cubicBezTo>
                  <a:pt x="17000" y="12761"/>
                  <a:pt x="14761" y="15000"/>
                  <a:pt x="12000" y="15000"/>
                </a:cubicBezTo>
                <a:cubicBezTo>
                  <a:pt x="9239" y="15000"/>
                  <a:pt x="7000" y="12761"/>
                  <a:pt x="7000" y="10000"/>
                </a:cubicBezTo>
                <a:cubicBezTo>
                  <a:pt x="7000" y="7239"/>
                  <a:pt x="9239" y="5000"/>
                  <a:pt x="12000" y="5000"/>
                </a:cubicBezTo>
                <a:cubicBezTo>
                  <a:pt x="14761" y="5000"/>
                  <a:pt x="17000" y="7239"/>
                  <a:pt x="17000" y="10000"/>
                </a:cubicBezTo>
                <a:close/>
                <a:moveTo>
                  <a:pt x="9900" y="14500"/>
                </a:moveTo>
                <a:lnTo>
                  <a:pt x="14100" y="14500"/>
                </a:lnTo>
                <a:cubicBezTo>
                  <a:pt x="14321" y="14500"/>
                  <a:pt x="14500" y="14679"/>
                  <a:pt x="14500" y="14900"/>
                </a:cubicBezTo>
                <a:lnTo>
                  <a:pt x="14500" y="15600"/>
                </a:lnTo>
                <a:cubicBezTo>
                  <a:pt x="14500" y="15821"/>
                  <a:pt x="14321" y="16000"/>
                  <a:pt x="14100" y="16000"/>
                </a:cubicBezTo>
                <a:lnTo>
                  <a:pt x="9900" y="16000"/>
                </a:lnTo>
                <a:cubicBezTo>
                  <a:pt x="9679" y="16000"/>
                  <a:pt x="9500" y="15821"/>
                  <a:pt x="9500" y="15600"/>
                </a:cubicBezTo>
                <a:lnTo>
                  <a:pt x="9500" y="14900"/>
                </a:lnTo>
                <a:cubicBezTo>
                  <a:pt x="9500" y="14679"/>
                  <a:pt x="9679" y="14500"/>
                  <a:pt x="9900" y="14500"/>
                </a:cubicBezTo>
                <a:close/>
                <a:moveTo>
                  <a:pt x="10400" y="16500"/>
                </a:moveTo>
                <a:lnTo>
                  <a:pt x="13600" y="16500"/>
                </a:lnTo>
                <a:cubicBezTo>
                  <a:pt x="13821" y="16500"/>
                  <a:pt x="14000" y="16679"/>
                  <a:pt x="14000" y="16900"/>
                </a:cubicBezTo>
                <a:lnTo>
                  <a:pt x="14000" y="17300"/>
                </a:lnTo>
                <a:cubicBezTo>
                  <a:pt x="14000" y="17521"/>
                  <a:pt x="13821" y="17700"/>
                  <a:pt x="13600" y="17700"/>
                </a:cubicBezTo>
                <a:lnTo>
                  <a:pt x="10400" y="17700"/>
                </a:lnTo>
                <a:cubicBezTo>
                  <a:pt x="10179" y="17700"/>
                  <a:pt x="10000" y="17521"/>
                  <a:pt x="10000" y="17300"/>
                </a:cubicBezTo>
                <a:lnTo>
                  <a:pt x="10000" y="16900"/>
                </a:lnTo>
                <a:cubicBezTo>
                  <a:pt x="10000" y="16679"/>
                  <a:pt x="10179" y="16500"/>
                  <a:pt x="10400" y="16500"/>
                </a:cubicBezTo>
                <a:close/>
                <a:moveTo>
                  <a:pt x="11000" y="18200"/>
                </a:moveTo>
                <a:lnTo>
                  <a:pt x="13000" y="18200"/>
                </a:lnTo>
                <a:cubicBezTo>
                  <a:pt x="13221" y="18200"/>
                  <a:pt x="13400" y="18379"/>
                  <a:pt x="13400" y="18600"/>
                </a:cubicBezTo>
                <a:lnTo>
                  <a:pt x="13400" y="18800"/>
                </a:lnTo>
                <a:cubicBezTo>
                  <a:pt x="13400" y="19021"/>
                  <a:pt x="13221" y="19200"/>
                  <a:pt x="13000" y="19200"/>
                </a:cubicBezTo>
                <a:lnTo>
                  <a:pt x="11000" y="19200"/>
                </a:lnTo>
                <a:cubicBezTo>
                  <a:pt x="10779" y="19200"/>
                  <a:pt x="10600" y="19021"/>
                  <a:pt x="10600" y="18800"/>
                </a:cubicBezTo>
                <a:lnTo>
                  <a:pt x="10600" y="18600"/>
                </a:lnTo>
                <a:cubicBezTo>
                  <a:pt x="10600" y="18379"/>
                  <a:pt x="10779" y="18200"/>
                  <a:pt x="11000" y="18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灵感想法</a:t>
            </a:r>
          </a:p>
        </p:txBody>
      </p:sp>
      <p:sp>
        <p:nvSpPr>
          <p:cNvPr id="97" name="TRAIN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3080"/>
                </a:moveTo>
                <a:cubicBezTo>
                  <a:pt x="13260" y="15234"/>
                  <a:pt x="11514" y="16980"/>
                  <a:pt x="9360" y="16980"/>
                </a:cubicBezTo>
                <a:cubicBezTo>
                  <a:pt x="7206" y="16980"/>
                  <a:pt x="5460" y="15234"/>
                  <a:pt x="5460" y="13080"/>
                </a:cubicBezTo>
                <a:cubicBezTo>
                  <a:pt x="5460" y="10926"/>
                  <a:pt x="7206" y="9180"/>
                  <a:pt x="9360" y="9180"/>
                </a:cubicBezTo>
                <a:cubicBezTo>
                  <a:pt x="11514" y="9180"/>
                  <a:pt x="13260" y="10926"/>
                  <a:pt x="13260" y="13080"/>
                </a:cubicBezTo>
                <a:close/>
                <a:moveTo>
                  <a:pt x="7722" y="16590"/>
                </a:moveTo>
                <a:lnTo>
                  <a:pt x="10998" y="16590"/>
                </a:lnTo>
                <a:cubicBezTo>
                  <a:pt x="11170" y="16590"/>
                  <a:pt x="11310" y="16730"/>
                  <a:pt x="11310" y="16902"/>
                </a:cubicBezTo>
                <a:lnTo>
                  <a:pt x="11310" y="17448"/>
                </a:lnTo>
                <a:cubicBezTo>
                  <a:pt x="11310" y="17620"/>
                  <a:pt x="11170" y="17760"/>
                  <a:pt x="10998" y="17760"/>
                </a:cubicBezTo>
                <a:lnTo>
                  <a:pt x="7722" y="17760"/>
                </a:lnTo>
                <a:cubicBezTo>
                  <a:pt x="7550" y="17760"/>
                  <a:pt x="7410" y="17620"/>
                  <a:pt x="7410" y="17448"/>
                </a:cubicBezTo>
                <a:lnTo>
                  <a:pt x="7410" y="16902"/>
                </a:lnTo>
                <a:cubicBezTo>
                  <a:pt x="7410" y="16730"/>
                  <a:pt x="7550" y="16590"/>
                  <a:pt x="7722" y="16590"/>
                </a:cubicBezTo>
                <a:close/>
                <a:moveTo>
                  <a:pt x="8112" y="18150"/>
                </a:moveTo>
                <a:lnTo>
                  <a:pt x="10608" y="18150"/>
                </a:lnTo>
                <a:cubicBezTo>
                  <a:pt x="10780" y="18150"/>
                  <a:pt x="10920" y="18290"/>
                  <a:pt x="10920" y="18462"/>
                </a:cubicBezTo>
                <a:lnTo>
                  <a:pt x="10920" y="18774"/>
                </a:lnTo>
                <a:cubicBezTo>
                  <a:pt x="10920" y="18946"/>
                  <a:pt x="10780" y="19086"/>
                  <a:pt x="10608" y="19086"/>
                </a:cubicBezTo>
                <a:lnTo>
                  <a:pt x="8112" y="19086"/>
                </a:lnTo>
                <a:cubicBezTo>
                  <a:pt x="7940" y="19086"/>
                  <a:pt x="7800" y="18946"/>
                  <a:pt x="7800" y="18774"/>
                </a:cubicBezTo>
                <a:lnTo>
                  <a:pt x="7800" y="18462"/>
                </a:lnTo>
                <a:cubicBezTo>
                  <a:pt x="7800" y="18290"/>
                  <a:pt x="7940" y="18150"/>
                  <a:pt x="8112" y="18150"/>
                </a:cubicBezTo>
                <a:close/>
                <a:moveTo>
                  <a:pt x="8580" y="19476"/>
                </a:moveTo>
                <a:lnTo>
                  <a:pt x="10140" y="19476"/>
                </a:lnTo>
                <a:cubicBezTo>
                  <a:pt x="10312" y="19476"/>
                  <a:pt x="10452" y="19616"/>
                  <a:pt x="10452" y="19788"/>
                </a:cubicBezTo>
                <a:lnTo>
                  <a:pt x="10452" y="19944"/>
                </a:lnTo>
                <a:cubicBezTo>
                  <a:pt x="10452" y="20116"/>
                  <a:pt x="10312" y="20256"/>
                  <a:pt x="10140" y="20256"/>
                </a:cubicBezTo>
                <a:lnTo>
                  <a:pt x="8580" y="20256"/>
                </a:lnTo>
                <a:cubicBezTo>
                  <a:pt x="8408" y="20256"/>
                  <a:pt x="8268" y="20116"/>
                  <a:pt x="8268" y="19944"/>
                </a:cubicBezTo>
                <a:lnTo>
                  <a:pt x="8268" y="19788"/>
                </a:lnTo>
                <a:cubicBezTo>
                  <a:pt x="8268" y="19616"/>
                  <a:pt x="8408" y="19476"/>
                  <a:pt x="8580" y="19476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灵感想法·已验证</a:t>
            </a:r>
          </a:p>
        </p:txBody>
      </p:sp>
      <p:sp>
        <p:nvSpPr>
          <p:cNvPr id="100" name="TRAIN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3080"/>
                </a:moveTo>
                <a:cubicBezTo>
                  <a:pt x="13260" y="15234"/>
                  <a:pt x="11514" y="16980"/>
                  <a:pt x="9360" y="16980"/>
                </a:cubicBezTo>
                <a:cubicBezTo>
                  <a:pt x="7206" y="16980"/>
                  <a:pt x="5460" y="15234"/>
                  <a:pt x="5460" y="13080"/>
                </a:cubicBezTo>
                <a:cubicBezTo>
                  <a:pt x="5460" y="10926"/>
                  <a:pt x="7206" y="9180"/>
                  <a:pt x="9360" y="9180"/>
                </a:cubicBezTo>
                <a:cubicBezTo>
                  <a:pt x="11514" y="9180"/>
                  <a:pt x="13260" y="10926"/>
                  <a:pt x="13260" y="13080"/>
                </a:cubicBezTo>
                <a:close/>
                <a:moveTo>
                  <a:pt x="7722" y="16590"/>
                </a:moveTo>
                <a:lnTo>
                  <a:pt x="10998" y="16590"/>
                </a:lnTo>
                <a:cubicBezTo>
                  <a:pt x="11170" y="16590"/>
                  <a:pt x="11310" y="16730"/>
                  <a:pt x="11310" y="16902"/>
                </a:cubicBezTo>
                <a:lnTo>
                  <a:pt x="11310" y="17448"/>
                </a:lnTo>
                <a:cubicBezTo>
                  <a:pt x="11310" y="17620"/>
                  <a:pt x="11170" y="17760"/>
                  <a:pt x="10998" y="17760"/>
                </a:cubicBezTo>
                <a:lnTo>
                  <a:pt x="7722" y="17760"/>
                </a:lnTo>
                <a:cubicBezTo>
                  <a:pt x="7550" y="17760"/>
                  <a:pt x="7410" y="17620"/>
                  <a:pt x="7410" y="17448"/>
                </a:cubicBezTo>
                <a:lnTo>
                  <a:pt x="7410" y="16902"/>
                </a:lnTo>
                <a:cubicBezTo>
                  <a:pt x="7410" y="16730"/>
                  <a:pt x="7550" y="16590"/>
                  <a:pt x="7722" y="16590"/>
                </a:cubicBezTo>
                <a:close/>
                <a:moveTo>
                  <a:pt x="8112" y="18150"/>
                </a:moveTo>
                <a:lnTo>
                  <a:pt x="10608" y="18150"/>
                </a:lnTo>
                <a:cubicBezTo>
                  <a:pt x="10780" y="18150"/>
                  <a:pt x="10920" y="18290"/>
                  <a:pt x="10920" y="18462"/>
                </a:cubicBezTo>
                <a:lnTo>
                  <a:pt x="10920" y="18774"/>
                </a:lnTo>
                <a:cubicBezTo>
                  <a:pt x="10920" y="18946"/>
                  <a:pt x="10780" y="19086"/>
                  <a:pt x="10608" y="19086"/>
                </a:cubicBezTo>
                <a:lnTo>
                  <a:pt x="8112" y="19086"/>
                </a:lnTo>
                <a:cubicBezTo>
                  <a:pt x="7940" y="19086"/>
                  <a:pt x="7800" y="18946"/>
                  <a:pt x="7800" y="18774"/>
                </a:cubicBezTo>
                <a:lnTo>
                  <a:pt x="7800" y="18462"/>
                </a:lnTo>
                <a:cubicBezTo>
                  <a:pt x="7800" y="18290"/>
                  <a:pt x="7940" y="18150"/>
                  <a:pt x="8112" y="18150"/>
                </a:cubicBezTo>
                <a:close/>
                <a:moveTo>
                  <a:pt x="8580" y="19476"/>
                </a:moveTo>
                <a:lnTo>
                  <a:pt x="10140" y="19476"/>
                </a:lnTo>
                <a:cubicBezTo>
                  <a:pt x="10312" y="19476"/>
                  <a:pt x="10452" y="19616"/>
                  <a:pt x="10452" y="19788"/>
                </a:cubicBezTo>
                <a:lnTo>
                  <a:pt x="10452" y="19944"/>
                </a:lnTo>
                <a:cubicBezTo>
                  <a:pt x="10452" y="20116"/>
                  <a:pt x="10312" y="20256"/>
                  <a:pt x="10140" y="20256"/>
                </a:cubicBezTo>
                <a:lnTo>
                  <a:pt x="8580" y="20256"/>
                </a:lnTo>
                <a:cubicBezTo>
                  <a:pt x="8408" y="20256"/>
                  <a:pt x="8268" y="20116"/>
                  <a:pt x="8268" y="19944"/>
                </a:cubicBezTo>
                <a:lnTo>
                  <a:pt x="8268" y="19788"/>
                </a:lnTo>
                <a:cubicBezTo>
                  <a:pt x="8268" y="19616"/>
                  <a:pt x="8408" y="19476"/>
                  <a:pt x="8580" y="19476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灵感想法·新增</a:t>
            </a:r>
          </a:p>
        </p:txBody>
      </p:sp>
      <p:sp>
        <p:nvSpPr>
          <p:cNvPr id="103" name="TRAIN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3080"/>
                </a:moveTo>
                <a:cubicBezTo>
                  <a:pt x="13260" y="15234"/>
                  <a:pt x="11514" y="16980"/>
                  <a:pt x="9360" y="16980"/>
                </a:cubicBezTo>
                <a:cubicBezTo>
                  <a:pt x="7206" y="16980"/>
                  <a:pt x="5460" y="15234"/>
                  <a:pt x="5460" y="13080"/>
                </a:cubicBezTo>
                <a:cubicBezTo>
                  <a:pt x="5460" y="10926"/>
                  <a:pt x="7206" y="9180"/>
                  <a:pt x="9360" y="9180"/>
                </a:cubicBezTo>
                <a:cubicBezTo>
                  <a:pt x="11514" y="9180"/>
                  <a:pt x="13260" y="10926"/>
                  <a:pt x="13260" y="13080"/>
                </a:cubicBezTo>
                <a:close/>
                <a:moveTo>
                  <a:pt x="7722" y="16590"/>
                </a:moveTo>
                <a:lnTo>
                  <a:pt x="10998" y="16590"/>
                </a:lnTo>
                <a:cubicBezTo>
                  <a:pt x="11170" y="16590"/>
                  <a:pt x="11310" y="16730"/>
                  <a:pt x="11310" y="16902"/>
                </a:cubicBezTo>
                <a:lnTo>
                  <a:pt x="11310" y="17448"/>
                </a:lnTo>
                <a:cubicBezTo>
                  <a:pt x="11310" y="17620"/>
                  <a:pt x="11170" y="17760"/>
                  <a:pt x="10998" y="17760"/>
                </a:cubicBezTo>
                <a:lnTo>
                  <a:pt x="7722" y="17760"/>
                </a:lnTo>
                <a:cubicBezTo>
                  <a:pt x="7550" y="17760"/>
                  <a:pt x="7410" y="17620"/>
                  <a:pt x="7410" y="17448"/>
                </a:cubicBezTo>
                <a:lnTo>
                  <a:pt x="7410" y="16902"/>
                </a:lnTo>
                <a:cubicBezTo>
                  <a:pt x="7410" y="16730"/>
                  <a:pt x="7550" y="16590"/>
                  <a:pt x="7722" y="16590"/>
                </a:cubicBezTo>
                <a:close/>
                <a:moveTo>
                  <a:pt x="8112" y="18150"/>
                </a:moveTo>
                <a:lnTo>
                  <a:pt x="10608" y="18150"/>
                </a:lnTo>
                <a:cubicBezTo>
                  <a:pt x="10780" y="18150"/>
                  <a:pt x="10920" y="18290"/>
                  <a:pt x="10920" y="18462"/>
                </a:cubicBezTo>
                <a:lnTo>
                  <a:pt x="10920" y="18774"/>
                </a:lnTo>
                <a:cubicBezTo>
                  <a:pt x="10920" y="18946"/>
                  <a:pt x="10780" y="19086"/>
                  <a:pt x="10608" y="19086"/>
                </a:cubicBezTo>
                <a:lnTo>
                  <a:pt x="8112" y="19086"/>
                </a:lnTo>
                <a:cubicBezTo>
                  <a:pt x="7940" y="19086"/>
                  <a:pt x="7800" y="18946"/>
                  <a:pt x="7800" y="18774"/>
                </a:cubicBezTo>
                <a:lnTo>
                  <a:pt x="7800" y="18462"/>
                </a:lnTo>
                <a:cubicBezTo>
                  <a:pt x="7800" y="18290"/>
                  <a:pt x="7940" y="18150"/>
                  <a:pt x="8112" y="18150"/>
                </a:cubicBezTo>
                <a:close/>
                <a:moveTo>
                  <a:pt x="8580" y="19476"/>
                </a:moveTo>
                <a:lnTo>
                  <a:pt x="10140" y="19476"/>
                </a:lnTo>
                <a:cubicBezTo>
                  <a:pt x="10312" y="19476"/>
                  <a:pt x="10452" y="19616"/>
                  <a:pt x="10452" y="19788"/>
                </a:cubicBezTo>
                <a:lnTo>
                  <a:pt x="10452" y="19944"/>
                </a:lnTo>
                <a:cubicBezTo>
                  <a:pt x="10452" y="20116"/>
                  <a:pt x="10312" y="20256"/>
                  <a:pt x="10140" y="20256"/>
                </a:cubicBezTo>
                <a:lnTo>
                  <a:pt x="8580" y="20256"/>
                </a:lnTo>
                <a:cubicBezTo>
                  <a:pt x="8408" y="20256"/>
                  <a:pt x="8268" y="20116"/>
                  <a:pt x="8268" y="19944"/>
                </a:cubicBezTo>
                <a:lnTo>
                  <a:pt x="8268" y="19788"/>
                </a:lnTo>
                <a:cubicBezTo>
                  <a:pt x="8268" y="19616"/>
                  <a:pt x="8408" y="19476"/>
                  <a:pt x="8580" y="19476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灵感想法·重点</a:t>
            </a:r>
          </a:p>
        </p:txBody>
      </p:sp>
      <p:sp>
        <p:nvSpPr>
          <p:cNvPr id="106" name="TRAIN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3080"/>
                </a:moveTo>
                <a:cubicBezTo>
                  <a:pt x="13260" y="15234"/>
                  <a:pt x="11514" y="16980"/>
                  <a:pt x="9360" y="16980"/>
                </a:cubicBezTo>
                <a:cubicBezTo>
                  <a:pt x="7206" y="16980"/>
                  <a:pt x="5460" y="15234"/>
                  <a:pt x="5460" y="13080"/>
                </a:cubicBezTo>
                <a:cubicBezTo>
                  <a:pt x="5460" y="10926"/>
                  <a:pt x="7206" y="9180"/>
                  <a:pt x="9360" y="9180"/>
                </a:cubicBezTo>
                <a:cubicBezTo>
                  <a:pt x="11514" y="9180"/>
                  <a:pt x="13260" y="10926"/>
                  <a:pt x="13260" y="13080"/>
                </a:cubicBezTo>
                <a:close/>
                <a:moveTo>
                  <a:pt x="7722" y="16590"/>
                </a:moveTo>
                <a:lnTo>
                  <a:pt x="10998" y="16590"/>
                </a:lnTo>
                <a:cubicBezTo>
                  <a:pt x="11170" y="16590"/>
                  <a:pt x="11310" y="16730"/>
                  <a:pt x="11310" y="16902"/>
                </a:cubicBezTo>
                <a:lnTo>
                  <a:pt x="11310" y="17448"/>
                </a:lnTo>
                <a:cubicBezTo>
                  <a:pt x="11310" y="17620"/>
                  <a:pt x="11170" y="17760"/>
                  <a:pt x="10998" y="17760"/>
                </a:cubicBezTo>
                <a:lnTo>
                  <a:pt x="7722" y="17760"/>
                </a:lnTo>
                <a:cubicBezTo>
                  <a:pt x="7550" y="17760"/>
                  <a:pt x="7410" y="17620"/>
                  <a:pt x="7410" y="17448"/>
                </a:cubicBezTo>
                <a:lnTo>
                  <a:pt x="7410" y="16902"/>
                </a:lnTo>
                <a:cubicBezTo>
                  <a:pt x="7410" y="16730"/>
                  <a:pt x="7550" y="16590"/>
                  <a:pt x="7722" y="16590"/>
                </a:cubicBezTo>
                <a:close/>
                <a:moveTo>
                  <a:pt x="8112" y="18150"/>
                </a:moveTo>
                <a:lnTo>
                  <a:pt x="10608" y="18150"/>
                </a:lnTo>
                <a:cubicBezTo>
                  <a:pt x="10780" y="18150"/>
                  <a:pt x="10920" y="18290"/>
                  <a:pt x="10920" y="18462"/>
                </a:cubicBezTo>
                <a:lnTo>
                  <a:pt x="10920" y="18774"/>
                </a:lnTo>
                <a:cubicBezTo>
                  <a:pt x="10920" y="18946"/>
                  <a:pt x="10780" y="19086"/>
                  <a:pt x="10608" y="19086"/>
                </a:cubicBezTo>
                <a:lnTo>
                  <a:pt x="8112" y="19086"/>
                </a:lnTo>
                <a:cubicBezTo>
                  <a:pt x="7940" y="19086"/>
                  <a:pt x="7800" y="18946"/>
                  <a:pt x="7800" y="18774"/>
                </a:cubicBezTo>
                <a:lnTo>
                  <a:pt x="7800" y="18462"/>
                </a:lnTo>
                <a:cubicBezTo>
                  <a:pt x="7800" y="18290"/>
                  <a:pt x="7940" y="18150"/>
                  <a:pt x="8112" y="18150"/>
                </a:cubicBezTo>
                <a:close/>
                <a:moveTo>
                  <a:pt x="8580" y="19476"/>
                </a:moveTo>
                <a:lnTo>
                  <a:pt x="10140" y="19476"/>
                </a:lnTo>
                <a:cubicBezTo>
                  <a:pt x="10312" y="19476"/>
                  <a:pt x="10452" y="19616"/>
                  <a:pt x="10452" y="19788"/>
                </a:cubicBezTo>
                <a:lnTo>
                  <a:pt x="10452" y="19944"/>
                </a:lnTo>
                <a:cubicBezTo>
                  <a:pt x="10452" y="20116"/>
                  <a:pt x="10312" y="20256"/>
                  <a:pt x="10140" y="20256"/>
                </a:cubicBezTo>
                <a:lnTo>
                  <a:pt x="8580" y="20256"/>
                </a:lnTo>
                <a:cubicBezTo>
                  <a:pt x="8408" y="20256"/>
                  <a:pt x="8268" y="20116"/>
                  <a:pt x="8268" y="19944"/>
                </a:cubicBezTo>
                <a:lnTo>
                  <a:pt x="8268" y="19788"/>
                </a:lnTo>
                <a:cubicBezTo>
                  <a:pt x="8268" y="19616"/>
                  <a:pt x="8408" y="19476"/>
                  <a:pt x="8580" y="19476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灵感想法·协同</a:t>
            </a:r>
          </a:p>
        </p:txBody>
      </p:sp>
      <p:sp>
        <p:nvSpPr>
          <p:cNvPr id="109" name="TRAIN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3080"/>
                </a:moveTo>
                <a:cubicBezTo>
                  <a:pt x="13260" y="15234"/>
                  <a:pt x="11514" y="16980"/>
                  <a:pt x="9360" y="16980"/>
                </a:cubicBezTo>
                <a:cubicBezTo>
                  <a:pt x="7206" y="16980"/>
                  <a:pt x="5460" y="15234"/>
                  <a:pt x="5460" y="13080"/>
                </a:cubicBezTo>
                <a:cubicBezTo>
                  <a:pt x="5460" y="10926"/>
                  <a:pt x="7206" y="9180"/>
                  <a:pt x="9360" y="9180"/>
                </a:cubicBezTo>
                <a:cubicBezTo>
                  <a:pt x="11514" y="9180"/>
                  <a:pt x="13260" y="10926"/>
                  <a:pt x="13260" y="13080"/>
                </a:cubicBezTo>
                <a:close/>
                <a:moveTo>
                  <a:pt x="7722" y="16590"/>
                </a:moveTo>
                <a:lnTo>
                  <a:pt x="10998" y="16590"/>
                </a:lnTo>
                <a:cubicBezTo>
                  <a:pt x="11170" y="16590"/>
                  <a:pt x="11310" y="16730"/>
                  <a:pt x="11310" y="16902"/>
                </a:cubicBezTo>
                <a:lnTo>
                  <a:pt x="11310" y="17448"/>
                </a:lnTo>
                <a:cubicBezTo>
                  <a:pt x="11310" y="17620"/>
                  <a:pt x="11170" y="17760"/>
                  <a:pt x="10998" y="17760"/>
                </a:cubicBezTo>
                <a:lnTo>
                  <a:pt x="7722" y="17760"/>
                </a:lnTo>
                <a:cubicBezTo>
                  <a:pt x="7550" y="17760"/>
                  <a:pt x="7410" y="17620"/>
                  <a:pt x="7410" y="17448"/>
                </a:cubicBezTo>
                <a:lnTo>
                  <a:pt x="7410" y="16902"/>
                </a:lnTo>
                <a:cubicBezTo>
                  <a:pt x="7410" y="16730"/>
                  <a:pt x="7550" y="16590"/>
                  <a:pt x="7722" y="16590"/>
                </a:cubicBezTo>
                <a:close/>
                <a:moveTo>
                  <a:pt x="8112" y="18150"/>
                </a:moveTo>
                <a:lnTo>
                  <a:pt x="10608" y="18150"/>
                </a:lnTo>
                <a:cubicBezTo>
                  <a:pt x="10780" y="18150"/>
                  <a:pt x="10920" y="18290"/>
                  <a:pt x="10920" y="18462"/>
                </a:cubicBezTo>
                <a:lnTo>
                  <a:pt x="10920" y="18774"/>
                </a:lnTo>
                <a:cubicBezTo>
                  <a:pt x="10920" y="18946"/>
                  <a:pt x="10780" y="19086"/>
                  <a:pt x="10608" y="19086"/>
                </a:cubicBezTo>
                <a:lnTo>
                  <a:pt x="8112" y="19086"/>
                </a:lnTo>
                <a:cubicBezTo>
                  <a:pt x="7940" y="19086"/>
                  <a:pt x="7800" y="18946"/>
                  <a:pt x="7800" y="18774"/>
                </a:cubicBezTo>
                <a:lnTo>
                  <a:pt x="7800" y="18462"/>
                </a:lnTo>
                <a:cubicBezTo>
                  <a:pt x="7800" y="18290"/>
                  <a:pt x="7940" y="18150"/>
                  <a:pt x="8112" y="18150"/>
                </a:cubicBezTo>
                <a:close/>
                <a:moveTo>
                  <a:pt x="8580" y="19476"/>
                </a:moveTo>
                <a:lnTo>
                  <a:pt x="10140" y="19476"/>
                </a:lnTo>
                <a:cubicBezTo>
                  <a:pt x="10312" y="19476"/>
                  <a:pt x="10452" y="19616"/>
                  <a:pt x="10452" y="19788"/>
                </a:cubicBezTo>
                <a:lnTo>
                  <a:pt x="10452" y="19944"/>
                </a:lnTo>
                <a:cubicBezTo>
                  <a:pt x="10452" y="20116"/>
                  <a:pt x="10312" y="20256"/>
                  <a:pt x="10140" y="20256"/>
                </a:cubicBezTo>
                <a:lnTo>
                  <a:pt x="8580" y="20256"/>
                </a:lnTo>
                <a:cubicBezTo>
                  <a:pt x="8408" y="20256"/>
                  <a:pt x="8268" y="20116"/>
                  <a:pt x="8268" y="19944"/>
                </a:cubicBezTo>
                <a:lnTo>
                  <a:pt x="8268" y="19788"/>
                </a:lnTo>
                <a:cubicBezTo>
                  <a:pt x="8268" y="19616"/>
                  <a:pt x="8408" y="19476"/>
                  <a:pt x="8580" y="19476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灵感想法·智能</a:t>
            </a:r>
          </a:p>
        </p:txBody>
      </p:sp>
      <p:sp>
        <p:nvSpPr>
          <p:cNvPr id="112" name="TRAIN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400" y="13000"/>
                </a:moveTo>
                <a:lnTo>
                  <a:pt x="15600" y="13000"/>
                </a:lnTo>
                <a:cubicBezTo>
                  <a:pt x="15821" y="13000"/>
                  <a:pt x="16000" y="13179"/>
                  <a:pt x="16000" y="13400"/>
                </a:cubicBezTo>
                <a:lnTo>
                  <a:pt x="16000" y="20600"/>
                </a:lnTo>
                <a:cubicBezTo>
                  <a:pt x="16000" y="20821"/>
                  <a:pt x="15821" y="21000"/>
                  <a:pt x="15600" y="21000"/>
                </a:cubicBezTo>
                <a:lnTo>
                  <a:pt x="8400" y="21000"/>
                </a:lnTo>
                <a:cubicBezTo>
                  <a:pt x="8179" y="21000"/>
                  <a:pt x="8000" y="20821"/>
                  <a:pt x="8000" y="20600"/>
                </a:cubicBezTo>
                <a:lnTo>
                  <a:pt x="8000" y="13400"/>
                </a:lnTo>
                <a:cubicBezTo>
                  <a:pt x="8000" y="13179"/>
                  <a:pt x="8179" y="13000"/>
                  <a:pt x="8400" y="13000"/>
                </a:cubicBezTo>
                <a:close/>
                <a:moveTo>
                  <a:pt x="7300" y="12000"/>
                </a:moveTo>
                <a:lnTo>
                  <a:pt x="16700" y="12000"/>
                </a:lnTo>
                <a:cubicBezTo>
                  <a:pt x="16866" y="12000"/>
                  <a:pt x="17000" y="12134"/>
                  <a:pt x="17000" y="12300"/>
                </a:cubicBezTo>
                <a:lnTo>
                  <a:pt x="17000" y="13100"/>
                </a:lnTo>
                <a:cubicBezTo>
                  <a:pt x="17000" y="13266"/>
                  <a:pt x="16866" y="13400"/>
                  <a:pt x="16700" y="13400"/>
                </a:cubicBezTo>
                <a:lnTo>
                  <a:pt x="7300" y="13400"/>
                </a:lnTo>
                <a:cubicBezTo>
                  <a:pt x="7134" y="13400"/>
                  <a:pt x="7000" y="13266"/>
                  <a:pt x="7000" y="13100"/>
                </a:cubicBezTo>
                <a:lnTo>
                  <a:pt x="7000" y="12300"/>
                </a:lnTo>
                <a:cubicBezTo>
                  <a:pt x="7000" y="12134"/>
                  <a:pt x="7134" y="12000"/>
                  <a:pt x="7300" y="12000"/>
                </a:cubicBezTo>
                <a:close/>
                <a:moveTo>
                  <a:pt x="14400" y="5000"/>
                </a:moveTo>
                <a:cubicBezTo>
                  <a:pt x="14400" y="6325"/>
                  <a:pt x="13325" y="7400"/>
                  <a:pt x="12000" y="7400"/>
                </a:cubicBezTo>
                <a:cubicBezTo>
                  <a:pt x="10675" y="7400"/>
                  <a:pt x="9600" y="6325"/>
                  <a:pt x="9600" y="5000"/>
                </a:cubicBezTo>
                <a:cubicBezTo>
                  <a:pt x="9600" y="3675"/>
                  <a:pt x="10675" y="2600"/>
                  <a:pt x="12000" y="2600"/>
                </a:cubicBezTo>
                <a:cubicBezTo>
                  <a:pt x="13325" y="2600"/>
                  <a:pt x="14400" y="3675"/>
                  <a:pt x="14400" y="5000"/>
                </a:cubicBezTo>
                <a:close/>
                <a:moveTo>
                  <a:pt x="11400" y="7600"/>
                </a:moveTo>
                <a:lnTo>
                  <a:pt x="12600" y="7600"/>
                </a:lnTo>
                <a:cubicBezTo>
                  <a:pt x="12821" y="7600"/>
                  <a:pt x="13000" y="7779"/>
                  <a:pt x="13000" y="8000"/>
                </a:cubicBezTo>
                <a:lnTo>
                  <a:pt x="13000" y="12200"/>
                </a:lnTo>
                <a:cubicBezTo>
                  <a:pt x="13000" y="12421"/>
                  <a:pt x="12821" y="12600"/>
                  <a:pt x="12600" y="12600"/>
                </a:cubicBezTo>
                <a:lnTo>
                  <a:pt x="11400" y="12600"/>
                </a:lnTo>
                <a:cubicBezTo>
                  <a:pt x="11179" y="12600"/>
                  <a:pt x="11000" y="12421"/>
                  <a:pt x="11000" y="12200"/>
                </a:cubicBezTo>
                <a:lnTo>
                  <a:pt x="11000" y="8000"/>
                </a:lnTo>
                <a:cubicBezTo>
                  <a:pt x="11000" y="7779"/>
                  <a:pt x="11179" y="7600"/>
                  <a:pt x="1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讲台演讲</a:t>
            </a:r>
          </a:p>
        </p:txBody>
      </p:sp>
      <p:sp>
        <p:nvSpPr>
          <p:cNvPr id="115" name="TRAIN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552" y="15420"/>
                </a:moveTo>
                <a:lnTo>
                  <a:pt x="12168" y="15420"/>
                </a:lnTo>
                <a:cubicBezTo>
                  <a:pt x="12340" y="15420"/>
                  <a:pt x="12480" y="15560"/>
                  <a:pt x="12480" y="15732"/>
                </a:cubicBezTo>
                <a:lnTo>
                  <a:pt x="12480" y="21348"/>
                </a:lnTo>
                <a:cubicBezTo>
                  <a:pt x="12480" y="21520"/>
                  <a:pt x="12340" y="21660"/>
                  <a:pt x="12168" y="21660"/>
                </a:cubicBezTo>
                <a:lnTo>
                  <a:pt x="6552" y="21660"/>
                </a:lnTo>
                <a:cubicBezTo>
                  <a:pt x="6380" y="21660"/>
                  <a:pt x="6240" y="21520"/>
                  <a:pt x="6240" y="21348"/>
                </a:cubicBezTo>
                <a:lnTo>
                  <a:pt x="6240" y="15732"/>
                </a:lnTo>
                <a:cubicBezTo>
                  <a:pt x="6240" y="15560"/>
                  <a:pt x="6380" y="15420"/>
                  <a:pt x="6552" y="15420"/>
                </a:cubicBezTo>
                <a:close/>
                <a:moveTo>
                  <a:pt x="5694" y="14640"/>
                </a:moveTo>
                <a:lnTo>
                  <a:pt x="13026" y="14640"/>
                </a:lnTo>
                <a:cubicBezTo>
                  <a:pt x="13155" y="14640"/>
                  <a:pt x="13260" y="14745"/>
                  <a:pt x="13260" y="14874"/>
                </a:cubicBezTo>
                <a:lnTo>
                  <a:pt x="13260" y="15498"/>
                </a:lnTo>
                <a:cubicBezTo>
                  <a:pt x="13260" y="15627"/>
                  <a:pt x="13155" y="15732"/>
                  <a:pt x="13026" y="15732"/>
                </a:cubicBezTo>
                <a:lnTo>
                  <a:pt x="5694" y="15732"/>
                </a:lnTo>
                <a:cubicBezTo>
                  <a:pt x="5565" y="15732"/>
                  <a:pt x="5460" y="15627"/>
                  <a:pt x="5460" y="15498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11232" y="9180"/>
                </a:moveTo>
                <a:cubicBezTo>
                  <a:pt x="11232" y="10214"/>
                  <a:pt x="10394" y="11052"/>
                  <a:pt x="9360" y="11052"/>
                </a:cubicBezTo>
                <a:cubicBezTo>
                  <a:pt x="8326" y="11052"/>
                  <a:pt x="7488" y="10214"/>
                  <a:pt x="7488" y="9180"/>
                </a:cubicBezTo>
                <a:cubicBezTo>
                  <a:pt x="7488" y="8146"/>
                  <a:pt x="8326" y="7308"/>
                  <a:pt x="9360" y="7308"/>
                </a:cubicBezTo>
                <a:cubicBezTo>
                  <a:pt x="10394" y="7308"/>
                  <a:pt x="11232" y="8146"/>
                  <a:pt x="11232" y="9180"/>
                </a:cubicBezTo>
                <a:close/>
                <a:moveTo>
                  <a:pt x="8892" y="11208"/>
                </a:moveTo>
                <a:lnTo>
                  <a:pt x="9828" y="11208"/>
                </a:lnTo>
                <a:cubicBezTo>
                  <a:pt x="10000" y="11208"/>
                  <a:pt x="10140" y="11348"/>
                  <a:pt x="10140" y="11520"/>
                </a:cubicBezTo>
                <a:lnTo>
                  <a:pt x="10140" y="14796"/>
                </a:lnTo>
                <a:cubicBezTo>
                  <a:pt x="10140" y="14968"/>
                  <a:pt x="10000" y="15108"/>
                  <a:pt x="9828" y="15108"/>
                </a:cubicBezTo>
                <a:lnTo>
                  <a:pt x="8892" y="15108"/>
                </a:lnTo>
                <a:cubicBezTo>
                  <a:pt x="8720" y="15108"/>
                  <a:pt x="8580" y="14968"/>
                  <a:pt x="8580" y="14796"/>
                </a:cubicBezTo>
                <a:lnTo>
                  <a:pt x="8580" y="11520"/>
                </a:lnTo>
                <a:cubicBezTo>
                  <a:pt x="8580" y="11348"/>
                  <a:pt x="8720" y="11208"/>
                  <a:pt x="8892" y="11208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讲台演讲·已验证</a:t>
            </a:r>
          </a:p>
        </p:txBody>
      </p:sp>
      <p:sp>
        <p:nvSpPr>
          <p:cNvPr id="118" name="TRAIN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552" y="15420"/>
                </a:moveTo>
                <a:lnTo>
                  <a:pt x="12168" y="15420"/>
                </a:lnTo>
                <a:cubicBezTo>
                  <a:pt x="12340" y="15420"/>
                  <a:pt x="12480" y="15560"/>
                  <a:pt x="12480" y="15732"/>
                </a:cubicBezTo>
                <a:lnTo>
                  <a:pt x="12480" y="21348"/>
                </a:lnTo>
                <a:cubicBezTo>
                  <a:pt x="12480" y="21520"/>
                  <a:pt x="12340" y="21660"/>
                  <a:pt x="12168" y="21660"/>
                </a:cubicBezTo>
                <a:lnTo>
                  <a:pt x="6552" y="21660"/>
                </a:lnTo>
                <a:cubicBezTo>
                  <a:pt x="6380" y="21660"/>
                  <a:pt x="6240" y="21520"/>
                  <a:pt x="6240" y="21348"/>
                </a:cubicBezTo>
                <a:lnTo>
                  <a:pt x="6240" y="15732"/>
                </a:lnTo>
                <a:cubicBezTo>
                  <a:pt x="6240" y="15560"/>
                  <a:pt x="6380" y="15420"/>
                  <a:pt x="6552" y="15420"/>
                </a:cubicBezTo>
                <a:close/>
                <a:moveTo>
                  <a:pt x="5694" y="14640"/>
                </a:moveTo>
                <a:lnTo>
                  <a:pt x="13026" y="14640"/>
                </a:lnTo>
                <a:cubicBezTo>
                  <a:pt x="13155" y="14640"/>
                  <a:pt x="13260" y="14745"/>
                  <a:pt x="13260" y="14874"/>
                </a:cubicBezTo>
                <a:lnTo>
                  <a:pt x="13260" y="15498"/>
                </a:lnTo>
                <a:cubicBezTo>
                  <a:pt x="13260" y="15627"/>
                  <a:pt x="13155" y="15732"/>
                  <a:pt x="13026" y="15732"/>
                </a:cubicBezTo>
                <a:lnTo>
                  <a:pt x="5694" y="15732"/>
                </a:lnTo>
                <a:cubicBezTo>
                  <a:pt x="5565" y="15732"/>
                  <a:pt x="5460" y="15627"/>
                  <a:pt x="5460" y="15498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11232" y="9180"/>
                </a:moveTo>
                <a:cubicBezTo>
                  <a:pt x="11232" y="10214"/>
                  <a:pt x="10394" y="11052"/>
                  <a:pt x="9360" y="11052"/>
                </a:cubicBezTo>
                <a:cubicBezTo>
                  <a:pt x="8326" y="11052"/>
                  <a:pt x="7488" y="10214"/>
                  <a:pt x="7488" y="9180"/>
                </a:cubicBezTo>
                <a:cubicBezTo>
                  <a:pt x="7488" y="8146"/>
                  <a:pt x="8326" y="7308"/>
                  <a:pt x="9360" y="7308"/>
                </a:cubicBezTo>
                <a:cubicBezTo>
                  <a:pt x="10394" y="7308"/>
                  <a:pt x="11232" y="8146"/>
                  <a:pt x="11232" y="9180"/>
                </a:cubicBezTo>
                <a:close/>
                <a:moveTo>
                  <a:pt x="8892" y="11208"/>
                </a:moveTo>
                <a:lnTo>
                  <a:pt x="9828" y="11208"/>
                </a:lnTo>
                <a:cubicBezTo>
                  <a:pt x="10000" y="11208"/>
                  <a:pt x="10140" y="11348"/>
                  <a:pt x="10140" y="11520"/>
                </a:cubicBezTo>
                <a:lnTo>
                  <a:pt x="10140" y="14796"/>
                </a:lnTo>
                <a:cubicBezTo>
                  <a:pt x="10140" y="14968"/>
                  <a:pt x="10000" y="15108"/>
                  <a:pt x="9828" y="15108"/>
                </a:cubicBezTo>
                <a:lnTo>
                  <a:pt x="8892" y="15108"/>
                </a:lnTo>
                <a:cubicBezTo>
                  <a:pt x="8720" y="15108"/>
                  <a:pt x="8580" y="14968"/>
                  <a:pt x="8580" y="14796"/>
                </a:cubicBezTo>
                <a:lnTo>
                  <a:pt x="8580" y="11520"/>
                </a:lnTo>
                <a:cubicBezTo>
                  <a:pt x="8580" y="11348"/>
                  <a:pt x="8720" y="11208"/>
                  <a:pt x="8892" y="11208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讲台演讲·新增</a:t>
            </a:r>
          </a:p>
        </p:txBody>
      </p:sp>
      <p:sp>
        <p:nvSpPr>
          <p:cNvPr id="121" name="TRAIN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552" y="15420"/>
                </a:moveTo>
                <a:lnTo>
                  <a:pt x="12168" y="15420"/>
                </a:lnTo>
                <a:cubicBezTo>
                  <a:pt x="12340" y="15420"/>
                  <a:pt x="12480" y="15560"/>
                  <a:pt x="12480" y="15732"/>
                </a:cubicBezTo>
                <a:lnTo>
                  <a:pt x="12480" y="21348"/>
                </a:lnTo>
                <a:cubicBezTo>
                  <a:pt x="12480" y="21520"/>
                  <a:pt x="12340" y="21660"/>
                  <a:pt x="12168" y="21660"/>
                </a:cubicBezTo>
                <a:lnTo>
                  <a:pt x="6552" y="21660"/>
                </a:lnTo>
                <a:cubicBezTo>
                  <a:pt x="6380" y="21660"/>
                  <a:pt x="6240" y="21520"/>
                  <a:pt x="6240" y="21348"/>
                </a:cubicBezTo>
                <a:lnTo>
                  <a:pt x="6240" y="15732"/>
                </a:lnTo>
                <a:cubicBezTo>
                  <a:pt x="6240" y="15560"/>
                  <a:pt x="6380" y="15420"/>
                  <a:pt x="6552" y="15420"/>
                </a:cubicBezTo>
                <a:close/>
                <a:moveTo>
                  <a:pt x="5694" y="14640"/>
                </a:moveTo>
                <a:lnTo>
                  <a:pt x="13026" y="14640"/>
                </a:lnTo>
                <a:cubicBezTo>
                  <a:pt x="13155" y="14640"/>
                  <a:pt x="13260" y="14745"/>
                  <a:pt x="13260" y="14874"/>
                </a:cubicBezTo>
                <a:lnTo>
                  <a:pt x="13260" y="15498"/>
                </a:lnTo>
                <a:cubicBezTo>
                  <a:pt x="13260" y="15627"/>
                  <a:pt x="13155" y="15732"/>
                  <a:pt x="13026" y="15732"/>
                </a:cubicBezTo>
                <a:lnTo>
                  <a:pt x="5694" y="15732"/>
                </a:lnTo>
                <a:cubicBezTo>
                  <a:pt x="5565" y="15732"/>
                  <a:pt x="5460" y="15627"/>
                  <a:pt x="5460" y="15498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11232" y="9180"/>
                </a:moveTo>
                <a:cubicBezTo>
                  <a:pt x="11232" y="10214"/>
                  <a:pt x="10394" y="11052"/>
                  <a:pt x="9360" y="11052"/>
                </a:cubicBezTo>
                <a:cubicBezTo>
                  <a:pt x="8326" y="11052"/>
                  <a:pt x="7488" y="10214"/>
                  <a:pt x="7488" y="9180"/>
                </a:cubicBezTo>
                <a:cubicBezTo>
                  <a:pt x="7488" y="8146"/>
                  <a:pt x="8326" y="7308"/>
                  <a:pt x="9360" y="7308"/>
                </a:cubicBezTo>
                <a:cubicBezTo>
                  <a:pt x="10394" y="7308"/>
                  <a:pt x="11232" y="8146"/>
                  <a:pt x="11232" y="9180"/>
                </a:cubicBezTo>
                <a:close/>
                <a:moveTo>
                  <a:pt x="8892" y="11208"/>
                </a:moveTo>
                <a:lnTo>
                  <a:pt x="9828" y="11208"/>
                </a:lnTo>
                <a:cubicBezTo>
                  <a:pt x="10000" y="11208"/>
                  <a:pt x="10140" y="11348"/>
                  <a:pt x="10140" y="11520"/>
                </a:cubicBezTo>
                <a:lnTo>
                  <a:pt x="10140" y="14796"/>
                </a:lnTo>
                <a:cubicBezTo>
                  <a:pt x="10140" y="14968"/>
                  <a:pt x="10000" y="15108"/>
                  <a:pt x="9828" y="15108"/>
                </a:cubicBezTo>
                <a:lnTo>
                  <a:pt x="8892" y="15108"/>
                </a:lnTo>
                <a:cubicBezTo>
                  <a:pt x="8720" y="15108"/>
                  <a:pt x="8580" y="14968"/>
                  <a:pt x="8580" y="14796"/>
                </a:cubicBezTo>
                <a:lnTo>
                  <a:pt x="8580" y="11520"/>
                </a:lnTo>
                <a:cubicBezTo>
                  <a:pt x="8580" y="11348"/>
                  <a:pt x="8720" y="11208"/>
                  <a:pt x="8892" y="11208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讲台演讲·重点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02_员工培训辅导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TRAIN · 第 2/3 页 · 共 82 个</a:t>
            </a:r>
          </a:p>
        </p:txBody>
      </p:sp>
      <p:sp>
        <p:nvSpPr>
          <p:cNvPr id="4" name="TRAIN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552" y="15420"/>
                </a:moveTo>
                <a:lnTo>
                  <a:pt x="12168" y="15420"/>
                </a:lnTo>
                <a:cubicBezTo>
                  <a:pt x="12340" y="15420"/>
                  <a:pt x="12480" y="15560"/>
                  <a:pt x="12480" y="15732"/>
                </a:cubicBezTo>
                <a:lnTo>
                  <a:pt x="12480" y="21348"/>
                </a:lnTo>
                <a:cubicBezTo>
                  <a:pt x="12480" y="21520"/>
                  <a:pt x="12340" y="21660"/>
                  <a:pt x="12168" y="21660"/>
                </a:cubicBezTo>
                <a:lnTo>
                  <a:pt x="6552" y="21660"/>
                </a:lnTo>
                <a:cubicBezTo>
                  <a:pt x="6380" y="21660"/>
                  <a:pt x="6240" y="21520"/>
                  <a:pt x="6240" y="21348"/>
                </a:cubicBezTo>
                <a:lnTo>
                  <a:pt x="6240" y="15732"/>
                </a:lnTo>
                <a:cubicBezTo>
                  <a:pt x="6240" y="15560"/>
                  <a:pt x="6380" y="15420"/>
                  <a:pt x="6552" y="15420"/>
                </a:cubicBezTo>
                <a:close/>
                <a:moveTo>
                  <a:pt x="5694" y="14640"/>
                </a:moveTo>
                <a:lnTo>
                  <a:pt x="13026" y="14640"/>
                </a:lnTo>
                <a:cubicBezTo>
                  <a:pt x="13155" y="14640"/>
                  <a:pt x="13260" y="14745"/>
                  <a:pt x="13260" y="14874"/>
                </a:cubicBezTo>
                <a:lnTo>
                  <a:pt x="13260" y="15498"/>
                </a:lnTo>
                <a:cubicBezTo>
                  <a:pt x="13260" y="15627"/>
                  <a:pt x="13155" y="15732"/>
                  <a:pt x="13026" y="15732"/>
                </a:cubicBezTo>
                <a:lnTo>
                  <a:pt x="5694" y="15732"/>
                </a:lnTo>
                <a:cubicBezTo>
                  <a:pt x="5565" y="15732"/>
                  <a:pt x="5460" y="15627"/>
                  <a:pt x="5460" y="15498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11232" y="9180"/>
                </a:moveTo>
                <a:cubicBezTo>
                  <a:pt x="11232" y="10214"/>
                  <a:pt x="10394" y="11052"/>
                  <a:pt x="9360" y="11052"/>
                </a:cubicBezTo>
                <a:cubicBezTo>
                  <a:pt x="8326" y="11052"/>
                  <a:pt x="7488" y="10214"/>
                  <a:pt x="7488" y="9180"/>
                </a:cubicBezTo>
                <a:cubicBezTo>
                  <a:pt x="7488" y="8146"/>
                  <a:pt x="8326" y="7308"/>
                  <a:pt x="9360" y="7308"/>
                </a:cubicBezTo>
                <a:cubicBezTo>
                  <a:pt x="10394" y="7308"/>
                  <a:pt x="11232" y="8146"/>
                  <a:pt x="11232" y="9180"/>
                </a:cubicBezTo>
                <a:close/>
                <a:moveTo>
                  <a:pt x="8892" y="11208"/>
                </a:moveTo>
                <a:lnTo>
                  <a:pt x="9828" y="11208"/>
                </a:lnTo>
                <a:cubicBezTo>
                  <a:pt x="10000" y="11208"/>
                  <a:pt x="10140" y="11348"/>
                  <a:pt x="10140" y="11520"/>
                </a:cubicBezTo>
                <a:lnTo>
                  <a:pt x="10140" y="14796"/>
                </a:lnTo>
                <a:cubicBezTo>
                  <a:pt x="10140" y="14968"/>
                  <a:pt x="10000" y="15108"/>
                  <a:pt x="9828" y="15108"/>
                </a:cubicBezTo>
                <a:lnTo>
                  <a:pt x="8892" y="15108"/>
                </a:lnTo>
                <a:cubicBezTo>
                  <a:pt x="8720" y="15108"/>
                  <a:pt x="8580" y="14968"/>
                  <a:pt x="8580" y="14796"/>
                </a:cubicBezTo>
                <a:lnTo>
                  <a:pt x="8580" y="11520"/>
                </a:lnTo>
                <a:cubicBezTo>
                  <a:pt x="8580" y="11348"/>
                  <a:pt x="8720" y="11208"/>
                  <a:pt x="8892" y="11208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讲台演讲·协同</a:t>
            </a:r>
          </a:p>
        </p:txBody>
      </p:sp>
      <p:sp>
        <p:nvSpPr>
          <p:cNvPr id="7" name="TRAIN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552" y="15420"/>
                </a:moveTo>
                <a:lnTo>
                  <a:pt x="12168" y="15420"/>
                </a:lnTo>
                <a:cubicBezTo>
                  <a:pt x="12340" y="15420"/>
                  <a:pt x="12480" y="15560"/>
                  <a:pt x="12480" y="15732"/>
                </a:cubicBezTo>
                <a:lnTo>
                  <a:pt x="12480" y="21348"/>
                </a:lnTo>
                <a:cubicBezTo>
                  <a:pt x="12480" y="21520"/>
                  <a:pt x="12340" y="21660"/>
                  <a:pt x="12168" y="21660"/>
                </a:cubicBezTo>
                <a:lnTo>
                  <a:pt x="6552" y="21660"/>
                </a:lnTo>
                <a:cubicBezTo>
                  <a:pt x="6380" y="21660"/>
                  <a:pt x="6240" y="21520"/>
                  <a:pt x="6240" y="21348"/>
                </a:cubicBezTo>
                <a:lnTo>
                  <a:pt x="6240" y="15732"/>
                </a:lnTo>
                <a:cubicBezTo>
                  <a:pt x="6240" y="15560"/>
                  <a:pt x="6380" y="15420"/>
                  <a:pt x="6552" y="15420"/>
                </a:cubicBezTo>
                <a:close/>
                <a:moveTo>
                  <a:pt x="5694" y="14640"/>
                </a:moveTo>
                <a:lnTo>
                  <a:pt x="13026" y="14640"/>
                </a:lnTo>
                <a:cubicBezTo>
                  <a:pt x="13155" y="14640"/>
                  <a:pt x="13260" y="14745"/>
                  <a:pt x="13260" y="14874"/>
                </a:cubicBezTo>
                <a:lnTo>
                  <a:pt x="13260" y="15498"/>
                </a:lnTo>
                <a:cubicBezTo>
                  <a:pt x="13260" y="15627"/>
                  <a:pt x="13155" y="15732"/>
                  <a:pt x="13026" y="15732"/>
                </a:cubicBezTo>
                <a:lnTo>
                  <a:pt x="5694" y="15732"/>
                </a:lnTo>
                <a:cubicBezTo>
                  <a:pt x="5565" y="15732"/>
                  <a:pt x="5460" y="15627"/>
                  <a:pt x="5460" y="15498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11232" y="9180"/>
                </a:moveTo>
                <a:cubicBezTo>
                  <a:pt x="11232" y="10214"/>
                  <a:pt x="10394" y="11052"/>
                  <a:pt x="9360" y="11052"/>
                </a:cubicBezTo>
                <a:cubicBezTo>
                  <a:pt x="8326" y="11052"/>
                  <a:pt x="7488" y="10214"/>
                  <a:pt x="7488" y="9180"/>
                </a:cubicBezTo>
                <a:cubicBezTo>
                  <a:pt x="7488" y="8146"/>
                  <a:pt x="8326" y="7308"/>
                  <a:pt x="9360" y="7308"/>
                </a:cubicBezTo>
                <a:cubicBezTo>
                  <a:pt x="10394" y="7308"/>
                  <a:pt x="11232" y="8146"/>
                  <a:pt x="11232" y="9180"/>
                </a:cubicBezTo>
                <a:close/>
                <a:moveTo>
                  <a:pt x="8892" y="11208"/>
                </a:moveTo>
                <a:lnTo>
                  <a:pt x="9828" y="11208"/>
                </a:lnTo>
                <a:cubicBezTo>
                  <a:pt x="10000" y="11208"/>
                  <a:pt x="10140" y="11348"/>
                  <a:pt x="10140" y="11520"/>
                </a:cubicBezTo>
                <a:lnTo>
                  <a:pt x="10140" y="14796"/>
                </a:lnTo>
                <a:cubicBezTo>
                  <a:pt x="10140" y="14968"/>
                  <a:pt x="10000" y="15108"/>
                  <a:pt x="9828" y="15108"/>
                </a:cubicBezTo>
                <a:lnTo>
                  <a:pt x="8892" y="15108"/>
                </a:lnTo>
                <a:cubicBezTo>
                  <a:pt x="8720" y="15108"/>
                  <a:pt x="8580" y="14968"/>
                  <a:pt x="8580" y="14796"/>
                </a:cubicBezTo>
                <a:lnTo>
                  <a:pt x="8580" y="11520"/>
                </a:lnTo>
                <a:cubicBezTo>
                  <a:pt x="8580" y="11348"/>
                  <a:pt x="8720" y="11208"/>
                  <a:pt x="8892" y="11208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讲台演讲·智能</a:t>
            </a:r>
          </a:p>
        </p:txBody>
      </p:sp>
      <p:sp>
        <p:nvSpPr>
          <p:cNvPr id="10" name="TRAIN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4000"/>
                </a:moveTo>
                <a:lnTo>
                  <a:pt x="21000" y="4000"/>
                </a:lnTo>
                <a:cubicBezTo>
                  <a:pt x="21552" y="4000"/>
                  <a:pt x="22000" y="4448"/>
                  <a:pt x="22000" y="5000"/>
                </a:cubicBezTo>
                <a:lnTo>
                  <a:pt x="22000" y="17000"/>
                </a:lnTo>
                <a:cubicBezTo>
                  <a:pt x="22000" y="17552"/>
                  <a:pt x="21552" y="18000"/>
                  <a:pt x="21000" y="18000"/>
                </a:cubicBezTo>
                <a:lnTo>
                  <a:pt x="3000" y="18000"/>
                </a:lnTo>
                <a:cubicBezTo>
                  <a:pt x="2448" y="18000"/>
                  <a:pt x="2000" y="17552"/>
                  <a:pt x="2000" y="17000"/>
                </a:cubicBezTo>
                <a:lnTo>
                  <a:pt x="2000" y="5000"/>
                </a:lnTo>
                <a:cubicBezTo>
                  <a:pt x="2000" y="4448"/>
                  <a:pt x="2448" y="4000"/>
                  <a:pt x="3000" y="4000"/>
                </a:cubicBezTo>
                <a:close/>
                <a:moveTo>
                  <a:pt x="10000" y="8000"/>
                </a:moveTo>
                <a:lnTo>
                  <a:pt x="10000" y="14000"/>
                </a:lnTo>
                <a:lnTo>
                  <a:pt x="15000" y="11000"/>
                </a:lnTo>
                <a:close/>
                <a:moveTo>
                  <a:pt x="8400" y="19000"/>
                </a:moveTo>
                <a:lnTo>
                  <a:pt x="15600" y="19000"/>
                </a:lnTo>
                <a:cubicBezTo>
                  <a:pt x="15821" y="19000"/>
                  <a:pt x="16000" y="19179"/>
                  <a:pt x="16000" y="19400"/>
                </a:cubicBezTo>
                <a:lnTo>
                  <a:pt x="16000" y="20000"/>
                </a:lnTo>
                <a:cubicBezTo>
                  <a:pt x="16000" y="20221"/>
                  <a:pt x="15821" y="20400"/>
                  <a:pt x="15600" y="20400"/>
                </a:cubicBezTo>
                <a:lnTo>
                  <a:pt x="8400" y="20400"/>
                </a:lnTo>
                <a:cubicBezTo>
                  <a:pt x="8179" y="20400"/>
                  <a:pt x="8000" y="20221"/>
                  <a:pt x="8000" y="20000"/>
                </a:cubicBezTo>
                <a:lnTo>
                  <a:pt x="8000" y="19400"/>
                </a:lnTo>
                <a:cubicBezTo>
                  <a:pt x="8000" y="19179"/>
                  <a:pt x="8179" y="19000"/>
                  <a:pt x="84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视频课程</a:t>
            </a:r>
          </a:p>
        </p:txBody>
      </p:sp>
      <p:sp>
        <p:nvSpPr>
          <p:cNvPr id="13" name="TRAIN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cubicBezTo>
                  <a:pt x="16811" y="8400"/>
                  <a:pt x="17160" y="8749"/>
                  <a:pt x="17160" y="9180"/>
                </a:cubicBezTo>
                <a:lnTo>
                  <a:pt x="17160" y="18540"/>
                </a:lnTo>
                <a:cubicBezTo>
                  <a:pt x="17160" y="18971"/>
                  <a:pt x="16811" y="19320"/>
                  <a:pt x="16380" y="19320"/>
                </a:cubicBezTo>
                <a:lnTo>
                  <a:pt x="2340" y="19320"/>
                </a:lnTo>
                <a:cubicBezTo>
                  <a:pt x="1909" y="19320"/>
                  <a:pt x="1560" y="18971"/>
                  <a:pt x="1560" y="18540"/>
                </a:cubicBezTo>
                <a:lnTo>
                  <a:pt x="1560" y="9180"/>
                </a:lnTo>
                <a:cubicBezTo>
                  <a:pt x="1560" y="8749"/>
                  <a:pt x="1909" y="8400"/>
                  <a:pt x="2340" y="8400"/>
                </a:cubicBezTo>
                <a:close/>
                <a:moveTo>
                  <a:pt x="7800" y="11520"/>
                </a:moveTo>
                <a:lnTo>
                  <a:pt x="7800" y="16200"/>
                </a:lnTo>
                <a:lnTo>
                  <a:pt x="11700" y="13860"/>
                </a:lnTo>
                <a:close/>
                <a:moveTo>
                  <a:pt x="6552" y="20100"/>
                </a:moveTo>
                <a:lnTo>
                  <a:pt x="12168" y="20100"/>
                </a:lnTo>
                <a:cubicBezTo>
                  <a:pt x="12340" y="20100"/>
                  <a:pt x="12480" y="20240"/>
                  <a:pt x="12480" y="20412"/>
                </a:cubicBezTo>
                <a:lnTo>
                  <a:pt x="12480" y="20880"/>
                </a:lnTo>
                <a:cubicBezTo>
                  <a:pt x="12480" y="21052"/>
                  <a:pt x="12340" y="21192"/>
                  <a:pt x="12168" y="21192"/>
                </a:cubicBezTo>
                <a:lnTo>
                  <a:pt x="6552" y="21192"/>
                </a:lnTo>
                <a:cubicBezTo>
                  <a:pt x="6380" y="21192"/>
                  <a:pt x="6240" y="21052"/>
                  <a:pt x="6240" y="20880"/>
                </a:cubicBezTo>
                <a:lnTo>
                  <a:pt x="6240" y="20412"/>
                </a:lnTo>
                <a:cubicBezTo>
                  <a:pt x="6240" y="20240"/>
                  <a:pt x="6380" y="20100"/>
                  <a:pt x="6552" y="201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视频课程·已验证</a:t>
            </a:r>
          </a:p>
        </p:txBody>
      </p:sp>
      <p:sp>
        <p:nvSpPr>
          <p:cNvPr id="16" name="TRAIN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cubicBezTo>
                  <a:pt x="16811" y="8400"/>
                  <a:pt x="17160" y="8749"/>
                  <a:pt x="17160" y="9180"/>
                </a:cubicBezTo>
                <a:lnTo>
                  <a:pt x="17160" y="18540"/>
                </a:lnTo>
                <a:cubicBezTo>
                  <a:pt x="17160" y="18971"/>
                  <a:pt x="16811" y="19320"/>
                  <a:pt x="16380" y="19320"/>
                </a:cubicBezTo>
                <a:lnTo>
                  <a:pt x="2340" y="19320"/>
                </a:lnTo>
                <a:cubicBezTo>
                  <a:pt x="1909" y="19320"/>
                  <a:pt x="1560" y="18971"/>
                  <a:pt x="1560" y="18540"/>
                </a:cubicBezTo>
                <a:lnTo>
                  <a:pt x="1560" y="9180"/>
                </a:lnTo>
                <a:cubicBezTo>
                  <a:pt x="1560" y="8749"/>
                  <a:pt x="1909" y="8400"/>
                  <a:pt x="2340" y="8400"/>
                </a:cubicBezTo>
                <a:close/>
                <a:moveTo>
                  <a:pt x="7800" y="11520"/>
                </a:moveTo>
                <a:lnTo>
                  <a:pt x="7800" y="16200"/>
                </a:lnTo>
                <a:lnTo>
                  <a:pt x="11700" y="13860"/>
                </a:lnTo>
                <a:close/>
                <a:moveTo>
                  <a:pt x="6552" y="20100"/>
                </a:moveTo>
                <a:lnTo>
                  <a:pt x="12168" y="20100"/>
                </a:lnTo>
                <a:cubicBezTo>
                  <a:pt x="12340" y="20100"/>
                  <a:pt x="12480" y="20240"/>
                  <a:pt x="12480" y="20412"/>
                </a:cubicBezTo>
                <a:lnTo>
                  <a:pt x="12480" y="20880"/>
                </a:lnTo>
                <a:cubicBezTo>
                  <a:pt x="12480" y="21052"/>
                  <a:pt x="12340" y="21192"/>
                  <a:pt x="12168" y="21192"/>
                </a:cubicBezTo>
                <a:lnTo>
                  <a:pt x="6552" y="21192"/>
                </a:lnTo>
                <a:cubicBezTo>
                  <a:pt x="6380" y="21192"/>
                  <a:pt x="6240" y="21052"/>
                  <a:pt x="6240" y="20880"/>
                </a:cubicBezTo>
                <a:lnTo>
                  <a:pt x="6240" y="20412"/>
                </a:lnTo>
                <a:cubicBezTo>
                  <a:pt x="6240" y="20240"/>
                  <a:pt x="6380" y="20100"/>
                  <a:pt x="6552" y="2010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视频课程·新增</a:t>
            </a:r>
          </a:p>
        </p:txBody>
      </p:sp>
      <p:sp>
        <p:nvSpPr>
          <p:cNvPr id="19" name="TRAIN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cubicBezTo>
                  <a:pt x="16811" y="8400"/>
                  <a:pt x="17160" y="8749"/>
                  <a:pt x="17160" y="9180"/>
                </a:cubicBezTo>
                <a:lnTo>
                  <a:pt x="17160" y="18540"/>
                </a:lnTo>
                <a:cubicBezTo>
                  <a:pt x="17160" y="18971"/>
                  <a:pt x="16811" y="19320"/>
                  <a:pt x="16380" y="19320"/>
                </a:cubicBezTo>
                <a:lnTo>
                  <a:pt x="2340" y="19320"/>
                </a:lnTo>
                <a:cubicBezTo>
                  <a:pt x="1909" y="19320"/>
                  <a:pt x="1560" y="18971"/>
                  <a:pt x="1560" y="18540"/>
                </a:cubicBezTo>
                <a:lnTo>
                  <a:pt x="1560" y="9180"/>
                </a:lnTo>
                <a:cubicBezTo>
                  <a:pt x="1560" y="8749"/>
                  <a:pt x="1909" y="8400"/>
                  <a:pt x="2340" y="8400"/>
                </a:cubicBezTo>
                <a:close/>
                <a:moveTo>
                  <a:pt x="7800" y="11520"/>
                </a:moveTo>
                <a:lnTo>
                  <a:pt x="7800" y="16200"/>
                </a:lnTo>
                <a:lnTo>
                  <a:pt x="11700" y="13860"/>
                </a:lnTo>
                <a:close/>
                <a:moveTo>
                  <a:pt x="6552" y="20100"/>
                </a:moveTo>
                <a:lnTo>
                  <a:pt x="12168" y="20100"/>
                </a:lnTo>
                <a:cubicBezTo>
                  <a:pt x="12340" y="20100"/>
                  <a:pt x="12480" y="20240"/>
                  <a:pt x="12480" y="20412"/>
                </a:cubicBezTo>
                <a:lnTo>
                  <a:pt x="12480" y="20880"/>
                </a:lnTo>
                <a:cubicBezTo>
                  <a:pt x="12480" y="21052"/>
                  <a:pt x="12340" y="21192"/>
                  <a:pt x="12168" y="21192"/>
                </a:cubicBezTo>
                <a:lnTo>
                  <a:pt x="6552" y="21192"/>
                </a:lnTo>
                <a:cubicBezTo>
                  <a:pt x="6380" y="21192"/>
                  <a:pt x="6240" y="21052"/>
                  <a:pt x="6240" y="20880"/>
                </a:cubicBezTo>
                <a:lnTo>
                  <a:pt x="6240" y="20412"/>
                </a:lnTo>
                <a:cubicBezTo>
                  <a:pt x="6240" y="20240"/>
                  <a:pt x="6380" y="20100"/>
                  <a:pt x="6552" y="2010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视频课程·重点</a:t>
            </a:r>
          </a:p>
        </p:txBody>
      </p:sp>
      <p:sp>
        <p:nvSpPr>
          <p:cNvPr id="22" name="TRAIN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cubicBezTo>
                  <a:pt x="16811" y="8400"/>
                  <a:pt x="17160" y="8749"/>
                  <a:pt x="17160" y="9180"/>
                </a:cubicBezTo>
                <a:lnTo>
                  <a:pt x="17160" y="18540"/>
                </a:lnTo>
                <a:cubicBezTo>
                  <a:pt x="17160" y="18971"/>
                  <a:pt x="16811" y="19320"/>
                  <a:pt x="16380" y="19320"/>
                </a:cubicBezTo>
                <a:lnTo>
                  <a:pt x="2340" y="19320"/>
                </a:lnTo>
                <a:cubicBezTo>
                  <a:pt x="1909" y="19320"/>
                  <a:pt x="1560" y="18971"/>
                  <a:pt x="1560" y="18540"/>
                </a:cubicBezTo>
                <a:lnTo>
                  <a:pt x="1560" y="9180"/>
                </a:lnTo>
                <a:cubicBezTo>
                  <a:pt x="1560" y="8749"/>
                  <a:pt x="1909" y="8400"/>
                  <a:pt x="2340" y="8400"/>
                </a:cubicBezTo>
                <a:close/>
                <a:moveTo>
                  <a:pt x="7800" y="11520"/>
                </a:moveTo>
                <a:lnTo>
                  <a:pt x="7800" y="16200"/>
                </a:lnTo>
                <a:lnTo>
                  <a:pt x="11700" y="13860"/>
                </a:lnTo>
                <a:close/>
                <a:moveTo>
                  <a:pt x="6552" y="20100"/>
                </a:moveTo>
                <a:lnTo>
                  <a:pt x="12168" y="20100"/>
                </a:lnTo>
                <a:cubicBezTo>
                  <a:pt x="12340" y="20100"/>
                  <a:pt x="12480" y="20240"/>
                  <a:pt x="12480" y="20412"/>
                </a:cubicBezTo>
                <a:lnTo>
                  <a:pt x="12480" y="20880"/>
                </a:lnTo>
                <a:cubicBezTo>
                  <a:pt x="12480" y="21052"/>
                  <a:pt x="12340" y="21192"/>
                  <a:pt x="12168" y="21192"/>
                </a:cubicBezTo>
                <a:lnTo>
                  <a:pt x="6552" y="21192"/>
                </a:lnTo>
                <a:cubicBezTo>
                  <a:pt x="6380" y="21192"/>
                  <a:pt x="6240" y="21052"/>
                  <a:pt x="6240" y="20880"/>
                </a:cubicBezTo>
                <a:lnTo>
                  <a:pt x="6240" y="20412"/>
                </a:lnTo>
                <a:cubicBezTo>
                  <a:pt x="6240" y="20240"/>
                  <a:pt x="6380" y="20100"/>
                  <a:pt x="6552" y="2010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视频课程·协同</a:t>
            </a:r>
          </a:p>
        </p:txBody>
      </p:sp>
      <p:sp>
        <p:nvSpPr>
          <p:cNvPr id="25" name="TRAIN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cubicBezTo>
                  <a:pt x="16811" y="8400"/>
                  <a:pt x="17160" y="8749"/>
                  <a:pt x="17160" y="9180"/>
                </a:cubicBezTo>
                <a:lnTo>
                  <a:pt x="17160" y="18540"/>
                </a:lnTo>
                <a:cubicBezTo>
                  <a:pt x="17160" y="18971"/>
                  <a:pt x="16811" y="19320"/>
                  <a:pt x="16380" y="19320"/>
                </a:cubicBezTo>
                <a:lnTo>
                  <a:pt x="2340" y="19320"/>
                </a:lnTo>
                <a:cubicBezTo>
                  <a:pt x="1909" y="19320"/>
                  <a:pt x="1560" y="18971"/>
                  <a:pt x="1560" y="18540"/>
                </a:cubicBezTo>
                <a:lnTo>
                  <a:pt x="1560" y="9180"/>
                </a:lnTo>
                <a:cubicBezTo>
                  <a:pt x="1560" y="8749"/>
                  <a:pt x="1909" y="8400"/>
                  <a:pt x="2340" y="8400"/>
                </a:cubicBezTo>
                <a:close/>
                <a:moveTo>
                  <a:pt x="7800" y="11520"/>
                </a:moveTo>
                <a:lnTo>
                  <a:pt x="7800" y="16200"/>
                </a:lnTo>
                <a:lnTo>
                  <a:pt x="11700" y="13860"/>
                </a:lnTo>
                <a:close/>
                <a:moveTo>
                  <a:pt x="6552" y="20100"/>
                </a:moveTo>
                <a:lnTo>
                  <a:pt x="12168" y="20100"/>
                </a:lnTo>
                <a:cubicBezTo>
                  <a:pt x="12340" y="20100"/>
                  <a:pt x="12480" y="20240"/>
                  <a:pt x="12480" y="20412"/>
                </a:cubicBezTo>
                <a:lnTo>
                  <a:pt x="12480" y="20880"/>
                </a:lnTo>
                <a:cubicBezTo>
                  <a:pt x="12480" y="21052"/>
                  <a:pt x="12340" y="21192"/>
                  <a:pt x="12168" y="21192"/>
                </a:cubicBezTo>
                <a:lnTo>
                  <a:pt x="6552" y="21192"/>
                </a:lnTo>
                <a:cubicBezTo>
                  <a:pt x="6380" y="21192"/>
                  <a:pt x="6240" y="21052"/>
                  <a:pt x="6240" y="20880"/>
                </a:cubicBezTo>
                <a:lnTo>
                  <a:pt x="6240" y="20412"/>
                </a:lnTo>
                <a:cubicBezTo>
                  <a:pt x="6240" y="20240"/>
                  <a:pt x="6380" y="20100"/>
                  <a:pt x="6552" y="20100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视频课程·智能</a:t>
            </a:r>
          </a:p>
        </p:txBody>
      </p:sp>
      <p:sp>
        <p:nvSpPr>
          <p:cNvPr id="28" name="TRAIN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1500"/>
                </a:moveTo>
                <a:lnTo>
                  <a:pt x="13531" y="7304"/>
                </a:lnTo>
                <a:lnTo>
                  <a:pt x="18718" y="4282"/>
                </a:lnTo>
                <a:lnTo>
                  <a:pt x="15696" y="9469"/>
                </a:lnTo>
                <a:lnTo>
                  <a:pt x="21500" y="11000"/>
                </a:lnTo>
                <a:lnTo>
                  <a:pt x="15696" y="12531"/>
                </a:lnTo>
                <a:lnTo>
                  <a:pt x="18718" y="17718"/>
                </a:lnTo>
                <a:lnTo>
                  <a:pt x="13531" y="14696"/>
                </a:lnTo>
                <a:lnTo>
                  <a:pt x="12000" y="20500"/>
                </a:lnTo>
                <a:lnTo>
                  <a:pt x="10469" y="14696"/>
                </a:lnTo>
                <a:lnTo>
                  <a:pt x="5282" y="17718"/>
                </a:lnTo>
                <a:lnTo>
                  <a:pt x="8304" y="12531"/>
                </a:lnTo>
                <a:lnTo>
                  <a:pt x="2500" y="11000"/>
                </a:lnTo>
                <a:lnTo>
                  <a:pt x="8304" y="9469"/>
                </a:lnTo>
                <a:lnTo>
                  <a:pt x="5282" y="4282"/>
                </a:lnTo>
                <a:lnTo>
                  <a:pt x="10469" y="7304"/>
                </a:lnTo>
                <a:close/>
                <a:moveTo>
                  <a:pt x="16500" y="11000"/>
                </a:moveTo>
                <a:cubicBezTo>
                  <a:pt x="16500" y="13485"/>
                  <a:pt x="14485" y="15500"/>
                  <a:pt x="12000" y="15500"/>
                </a:cubicBezTo>
                <a:cubicBezTo>
                  <a:pt x="9515" y="15500"/>
                  <a:pt x="7500" y="13485"/>
                  <a:pt x="7500" y="11000"/>
                </a:cubicBezTo>
                <a:cubicBezTo>
                  <a:pt x="7500" y="8515"/>
                  <a:pt x="9515" y="6500"/>
                  <a:pt x="12000" y="6500"/>
                </a:cubicBezTo>
                <a:cubicBezTo>
                  <a:pt x="14485" y="6500"/>
                  <a:pt x="16500" y="8515"/>
                  <a:pt x="16500" y="11000"/>
                </a:cubicBezTo>
                <a:close/>
                <a:moveTo>
                  <a:pt x="8500" y="14000"/>
                </a:moveTo>
                <a:lnTo>
                  <a:pt x="9500" y="22000"/>
                </a:lnTo>
                <a:lnTo>
                  <a:pt x="12000" y="19000"/>
                </a:lnTo>
                <a:lnTo>
                  <a:pt x="14500" y="22000"/>
                </a:lnTo>
                <a:lnTo>
                  <a:pt x="15500" y="14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学习徽章</a:t>
            </a:r>
          </a:p>
        </p:txBody>
      </p:sp>
      <p:sp>
        <p:nvSpPr>
          <p:cNvPr id="31" name="TRAIN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450"/>
                </a:moveTo>
                <a:lnTo>
                  <a:pt x="10554" y="10977"/>
                </a:lnTo>
                <a:lnTo>
                  <a:pt x="14600" y="8620"/>
                </a:lnTo>
                <a:lnTo>
                  <a:pt x="12243" y="12666"/>
                </a:lnTo>
                <a:lnTo>
                  <a:pt x="16770" y="13860"/>
                </a:lnTo>
                <a:lnTo>
                  <a:pt x="12243" y="15054"/>
                </a:lnTo>
                <a:lnTo>
                  <a:pt x="14600" y="19100"/>
                </a:lnTo>
                <a:lnTo>
                  <a:pt x="10554" y="16743"/>
                </a:lnTo>
                <a:lnTo>
                  <a:pt x="9360" y="21270"/>
                </a:lnTo>
                <a:lnTo>
                  <a:pt x="8166" y="16743"/>
                </a:lnTo>
                <a:lnTo>
                  <a:pt x="4120" y="19100"/>
                </a:lnTo>
                <a:lnTo>
                  <a:pt x="6477" y="15054"/>
                </a:lnTo>
                <a:lnTo>
                  <a:pt x="1950" y="13860"/>
                </a:lnTo>
                <a:lnTo>
                  <a:pt x="6477" y="12666"/>
                </a:lnTo>
                <a:lnTo>
                  <a:pt x="4120" y="8620"/>
                </a:lnTo>
                <a:lnTo>
                  <a:pt x="8166" y="10977"/>
                </a:lnTo>
                <a:close/>
                <a:moveTo>
                  <a:pt x="12870" y="13860"/>
                </a:moveTo>
                <a:cubicBezTo>
                  <a:pt x="12870" y="15799"/>
                  <a:pt x="11299" y="17370"/>
                  <a:pt x="9360" y="17370"/>
                </a:cubicBezTo>
                <a:cubicBezTo>
                  <a:pt x="7421" y="17370"/>
                  <a:pt x="5850" y="15799"/>
                  <a:pt x="5850" y="13860"/>
                </a:cubicBezTo>
                <a:cubicBezTo>
                  <a:pt x="5850" y="11921"/>
                  <a:pt x="7421" y="10350"/>
                  <a:pt x="9360" y="10350"/>
                </a:cubicBezTo>
                <a:cubicBezTo>
                  <a:pt x="11299" y="10350"/>
                  <a:pt x="12870" y="11921"/>
                  <a:pt x="12870" y="13860"/>
                </a:cubicBezTo>
                <a:close/>
                <a:moveTo>
                  <a:pt x="6630" y="16200"/>
                </a:moveTo>
                <a:lnTo>
                  <a:pt x="7410" y="22440"/>
                </a:lnTo>
                <a:lnTo>
                  <a:pt x="9360" y="20100"/>
                </a:lnTo>
                <a:lnTo>
                  <a:pt x="11310" y="22440"/>
                </a:lnTo>
                <a:lnTo>
                  <a:pt x="12090" y="1620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学习徽章·已验证</a:t>
            </a:r>
          </a:p>
        </p:txBody>
      </p:sp>
      <p:sp>
        <p:nvSpPr>
          <p:cNvPr id="34" name="TRAIN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450"/>
                </a:moveTo>
                <a:lnTo>
                  <a:pt x="10554" y="10977"/>
                </a:lnTo>
                <a:lnTo>
                  <a:pt x="14600" y="8620"/>
                </a:lnTo>
                <a:lnTo>
                  <a:pt x="12243" y="12666"/>
                </a:lnTo>
                <a:lnTo>
                  <a:pt x="16770" y="13860"/>
                </a:lnTo>
                <a:lnTo>
                  <a:pt x="12243" y="15054"/>
                </a:lnTo>
                <a:lnTo>
                  <a:pt x="14600" y="19100"/>
                </a:lnTo>
                <a:lnTo>
                  <a:pt x="10554" y="16743"/>
                </a:lnTo>
                <a:lnTo>
                  <a:pt x="9360" y="21270"/>
                </a:lnTo>
                <a:lnTo>
                  <a:pt x="8166" y="16743"/>
                </a:lnTo>
                <a:lnTo>
                  <a:pt x="4120" y="19100"/>
                </a:lnTo>
                <a:lnTo>
                  <a:pt x="6477" y="15054"/>
                </a:lnTo>
                <a:lnTo>
                  <a:pt x="1950" y="13860"/>
                </a:lnTo>
                <a:lnTo>
                  <a:pt x="6477" y="12666"/>
                </a:lnTo>
                <a:lnTo>
                  <a:pt x="4120" y="8620"/>
                </a:lnTo>
                <a:lnTo>
                  <a:pt x="8166" y="10977"/>
                </a:lnTo>
                <a:close/>
                <a:moveTo>
                  <a:pt x="12870" y="13860"/>
                </a:moveTo>
                <a:cubicBezTo>
                  <a:pt x="12870" y="15799"/>
                  <a:pt x="11299" y="17370"/>
                  <a:pt x="9360" y="17370"/>
                </a:cubicBezTo>
                <a:cubicBezTo>
                  <a:pt x="7421" y="17370"/>
                  <a:pt x="5850" y="15799"/>
                  <a:pt x="5850" y="13860"/>
                </a:cubicBezTo>
                <a:cubicBezTo>
                  <a:pt x="5850" y="11921"/>
                  <a:pt x="7421" y="10350"/>
                  <a:pt x="9360" y="10350"/>
                </a:cubicBezTo>
                <a:cubicBezTo>
                  <a:pt x="11299" y="10350"/>
                  <a:pt x="12870" y="11921"/>
                  <a:pt x="12870" y="13860"/>
                </a:cubicBezTo>
                <a:close/>
                <a:moveTo>
                  <a:pt x="6630" y="16200"/>
                </a:moveTo>
                <a:lnTo>
                  <a:pt x="7410" y="22440"/>
                </a:lnTo>
                <a:lnTo>
                  <a:pt x="9360" y="20100"/>
                </a:lnTo>
                <a:lnTo>
                  <a:pt x="11310" y="22440"/>
                </a:lnTo>
                <a:lnTo>
                  <a:pt x="12090" y="1620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学习徽章·新增</a:t>
            </a:r>
          </a:p>
        </p:txBody>
      </p:sp>
      <p:sp>
        <p:nvSpPr>
          <p:cNvPr id="37" name="TRAIN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450"/>
                </a:moveTo>
                <a:lnTo>
                  <a:pt x="10554" y="10977"/>
                </a:lnTo>
                <a:lnTo>
                  <a:pt x="14600" y="8620"/>
                </a:lnTo>
                <a:lnTo>
                  <a:pt x="12243" y="12666"/>
                </a:lnTo>
                <a:lnTo>
                  <a:pt x="16770" y="13860"/>
                </a:lnTo>
                <a:lnTo>
                  <a:pt x="12243" y="15054"/>
                </a:lnTo>
                <a:lnTo>
                  <a:pt x="14600" y="19100"/>
                </a:lnTo>
                <a:lnTo>
                  <a:pt x="10554" y="16743"/>
                </a:lnTo>
                <a:lnTo>
                  <a:pt x="9360" y="21270"/>
                </a:lnTo>
                <a:lnTo>
                  <a:pt x="8166" y="16743"/>
                </a:lnTo>
                <a:lnTo>
                  <a:pt x="4120" y="19100"/>
                </a:lnTo>
                <a:lnTo>
                  <a:pt x="6477" y="15054"/>
                </a:lnTo>
                <a:lnTo>
                  <a:pt x="1950" y="13860"/>
                </a:lnTo>
                <a:lnTo>
                  <a:pt x="6477" y="12666"/>
                </a:lnTo>
                <a:lnTo>
                  <a:pt x="4120" y="8620"/>
                </a:lnTo>
                <a:lnTo>
                  <a:pt x="8166" y="10977"/>
                </a:lnTo>
                <a:close/>
                <a:moveTo>
                  <a:pt x="12870" y="13860"/>
                </a:moveTo>
                <a:cubicBezTo>
                  <a:pt x="12870" y="15799"/>
                  <a:pt x="11299" y="17370"/>
                  <a:pt x="9360" y="17370"/>
                </a:cubicBezTo>
                <a:cubicBezTo>
                  <a:pt x="7421" y="17370"/>
                  <a:pt x="5850" y="15799"/>
                  <a:pt x="5850" y="13860"/>
                </a:cubicBezTo>
                <a:cubicBezTo>
                  <a:pt x="5850" y="11921"/>
                  <a:pt x="7421" y="10350"/>
                  <a:pt x="9360" y="10350"/>
                </a:cubicBezTo>
                <a:cubicBezTo>
                  <a:pt x="11299" y="10350"/>
                  <a:pt x="12870" y="11921"/>
                  <a:pt x="12870" y="13860"/>
                </a:cubicBezTo>
                <a:close/>
                <a:moveTo>
                  <a:pt x="6630" y="16200"/>
                </a:moveTo>
                <a:lnTo>
                  <a:pt x="7410" y="22440"/>
                </a:lnTo>
                <a:lnTo>
                  <a:pt x="9360" y="20100"/>
                </a:lnTo>
                <a:lnTo>
                  <a:pt x="11310" y="22440"/>
                </a:lnTo>
                <a:lnTo>
                  <a:pt x="12090" y="1620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学习徽章·重点</a:t>
            </a:r>
          </a:p>
        </p:txBody>
      </p:sp>
      <p:sp>
        <p:nvSpPr>
          <p:cNvPr id="40" name="TRAIN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450"/>
                </a:moveTo>
                <a:lnTo>
                  <a:pt x="10554" y="10977"/>
                </a:lnTo>
                <a:lnTo>
                  <a:pt x="14600" y="8620"/>
                </a:lnTo>
                <a:lnTo>
                  <a:pt x="12243" y="12666"/>
                </a:lnTo>
                <a:lnTo>
                  <a:pt x="16770" y="13860"/>
                </a:lnTo>
                <a:lnTo>
                  <a:pt x="12243" y="15054"/>
                </a:lnTo>
                <a:lnTo>
                  <a:pt x="14600" y="19100"/>
                </a:lnTo>
                <a:lnTo>
                  <a:pt x="10554" y="16743"/>
                </a:lnTo>
                <a:lnTo>
                  <a:pt x="9360" y="21270"/>
                </a:lnTo>
                <a:lnTo>
                  <a:pt x="8166" y="16743"/>
                </a:lnTo>
                <a:lnTo>
                  <a:pt x="4120" y="19100"/>
                </a:lnTo>
                <a:lnTo>
                  <a:pt x="6477" y="15054"/>
                </a:lnTo>
                <a:lnTo>
                  <a:pt x="1950" y="13860"/>
                </a:lnTo>
                <a:lnTo>
                  <a:pt x="6477" y="12666"/>
                </a:lnTo>
                <a:lnTo>
                  <a:pt x="4120" y="8620"/>
                </a:lnTo>
                <a:lnTo>
                  <a:pt x="8166" y="10977"/>
                </a:lnTo>
                <a:close/>
                <a:moveTo>
                  <a:pt x="12870" y="13860"/>
                </a:moveTo>
                <a:cubicBezTo>
                  <a:pt x="12870" y="15799"/>
                  <a:pt x="11299" y="17370"/>
                  <a:pt x="9360" y="17370"/>
                </a:cubicBezTo>
                <a:cubicBezTo>
                  <a:pt x="7421" y="17370"/>
                  <a:pt x="5850" y="15799"/>
                  <a:pt x="5850" y="13860"/>
                </a:cubicBezTo>
                <a:cubicBezTo>
                  <a:pt x="5850" y="11921"/>
                  <a:pt x="7421" y="10350"/>
                  <a:pt x="9360" y="10350"/>
                </a:cubicBezTo>
                <a:cubicBezTo>
                  <a:pt x="11299" y="10350"/>
                  <a:pt x="12870" y="11921"/>
                  <a:pt x="12870" y="13860"/>
                </a:cubicBezTo>
                <a:close/>
                <a:moveTo>
                  <a:pt x="6630" y="16200"/>
                </a:moveTo>
                <a:lnTo>
                  <a:pt x="7410" y="22440"/>
                </a:lnTo>
                <a:lnTo>
                  <a:pt x="9360" y="20100"/>
                </a:lnTo>
                <a:lnTo>
                  <a:pt x="11310" y="22440"/>
                </a:lnTo>
                <a:lnTo>
                  <a:pt x="12090" y="1620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学习徽章·协同</a:t>
            </a:r>
          </a:p>
        </p:txBody>
      </p:sp>
      <p:sp>
        <p:nvSpPr>
          <p:cNvPr id="43" name="TRAIN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450"/>
                </a:moveTo>
                <a:lnTo>
                  <a:pt x="10554" y="10977"/>
                </a:lnTo>
                <a:lnTo>
                  <a:pt x="14600" y="8620"/>
                </a:lnTo>
                <a:lnTo>
                  <a:pt x="12243" y="12666"/>
                </a:lnTo>
                <a:lnTo>
                  <a:pt x="16770" y="13860"/>
                </a:lnTo>
                <a:lnTo>
                  <a:pt x="12243" y="15054"/>
                </a:lnTo>
                <a:lnTo>
                  <a:pt x="14600" y="19100"/>
                </a:lnTo>
                <a:lnTo>
                  <a:pt x="10554" y="16743"/>
                </a:lnTo>
                <a:lnTo>
                  <a:pt x="9360" y="21270"/>
                </a:lnTo>
                <a:lnTo>
                  <a:pt x="8166" y="16743"/>
                </a:lnTo>
                <a:lnTo>
                  <a:pt x="4120" y="19100"/>
                </a:lnTo>
                <a:lnTo>
                  <a:pt x="6477" y="15054"/>
                </a:lnTo>
                <a:lnTo>
                  <a:pt x="1950" y="13860"/>
                </a:lnTo>
                <a:lnTo>
                  <a:pt x="6477" y="12666"/>
                </a:lnTo>
                <a:lnTo>
                  <a:pt x="4120" y="8620"/>
                </a:lnTo>
                <a:lnTo>
                  <a:pt x="8166" y="10977"/>
                </a:lnTo>
                <a:close/>
                <a:moveTo>
                  <a:pt x="12870" y="13860"/>
                </a:moveTo>
                <a:cubicBezTo>
                  <a:pt x="12870" y="15799"/>
                  <a:pt x="11299" y="17370"/>
                  <a:pt x="9360" y="17370"/>
                </a:cubicBezTo>
                <a:cubicBezTo>
                  <a:pt x="7421" y="17370"/>
                  <a:pt x="5850" y="15799"/>
                  <a:pt x="5850" y="13860"/>
                </a:cubicBezTo>
                <a:cubicBezTo>
                  <a:pt x="5850" y="11921"/>
                  <a:pt x="7421" y="10350"/>
                  <a:pt x="9360" y="10350"/>
                </a:cubicBezTo>
                <a:cubicBezTo>
                  <a:pt x="11299" y="10350"/>
                  <a:pt x="12870" y="11921"/>
                  <a:pt x="12870" y="13860"/>
                </a:cubicBezTo>
                <a:close/>
                <a:moveTo>
                  <a:pt x="6630" y="16200"/>
                </a:moveTo>
                <a:lnTo>
                  <a:pt x="7410" y="22440"/>
                </a:lnTo>
                <a:lnTo>
                  <a:pt x="9360" y="20100"/>
                </a:lnTo>
                <a:lnTo>
                  <a:pt x="11310" y="22440"/>
                </a:lnTo>
                <a:lnTo>
                  <a:pt x="12090" y="16200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学习徽章·智能</a:t>
            </a:r>
          </a:p>
        </p:txBody>
      </p:sp>
      <p:sp>
        <p:nvSpPr>
          <p:cNvPr id="46" name="TRAIN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800" y="2000"/>
                </a:moveTo>
                <a:lnTo>
                  <a:pt x="19200" y="2000"/>
                </a:lnTo>
                <a:cubicBezTo>
                  <a:pt x="19642" y="2000"/>
                  <a:pt x="20000" y="2358"/>
                  <a:pt x="20000" y="2800"/>
                </a:cubicBezTo>
                <a:lnTo>
                  <a:pt x="20000" y="21200"/>
                </a:lnTo>
                <a:cubicBezTo>
                  <a:pt x="20000" y="21642"/>
                  <a:pt x="19642" y="22000"/>
                  <a:pt x="19200" y="22000"/>
                </a:cubicBezTo>
                <a:lnTo>
                  <a:pt x="4800" y="22000"/>
                </a:lnTo>
                <a:cubicBezTo>
                  <a:pt x="4358" y="22000"/>
                  <a:pt x="4000" y="21642"/>
                  <a:pt x="4000" y="21200"/>
                </a:cubicBezTo>
                <a:lnTo>
                  <a:pt x="4000" y="2800"/>
                </a:lnTo>
                <a:cubicBezTo>
                  <a:pt x="4000" y="2358"/>
                  <a:pt x="4358" y="2000"/>
                  <a:pt x="4800" y="2000"/>
                </a:cubicBezTo>
                <a:close/>
                <a:moveTo>
                  <a:pt x="7300" y="6000"/>
                </a:moveTo>
                <a:lnTo>
                  <a:pt x="13700" y="6000"/>
                </a:lnTo>
                <a:cubicBezTo>
                  <a:pt x="13866" y="6000"/>
                  <a:pt x="14000" y="6134"/>
                  <a:pt x="14000" y="6300"/>
                </a:cubicBezTo>
                <a:lnTo>
                  <a:pt x="14000" y="6700"/>
                </a:lnTo>
                <a:cubicBezTo>
                  <a:pt x="14000" y="6866"/>
                  <a:pt x="13866" y="7000"/>
                  <a:pt x="13700" y="7000"/>
                </a:cubicBezTo>
                <a:lnTo>
                  <a:pt x="7300" y="7000"/>
                </a:lnTo>
                <a:cubicBezTo>
                  <a:pt x="7134" y="7000"/>
                  <a:pt x="7000" y="6866"/>
                  <a:pt x="7000" y="6700"/>
                </a:cubicBezTo>
                <a:lnTo>
                  <a:pt x="7000" y="6300"/>
                </a:lnTo>
                <a:cubicBezTo>
                  <a:pt x="7000" y="6134"/>
                  <a:pt x="7134" y="6000"/>
                  <a:pt x="7300" y="6000"/>
                </a:cubicBezTo>
                <a:close/>
                <a:moveTo>
                  <a:pt x="7300" y="9000"/>
                </a:moveTo>
                <a:lnTo>
                  <a:pt x="16700" y="9000"/>
                </a:lnTo>
                <a:cubicBezTo>
                  <a:pt x="16866" y="9000"/>
                  <a:pt x="17000" y="9134"/>
                  <a:pt x="17000" y="9300"/>
                </a:cubicBezTo>
                <a:lnTo>
                  <a:pt x="17000" y="9700"/>
                </a:lnTo>
                <a:cubicBezTo>
                  <a:pt x="17000" y="9866"/>
                  <a:pt x="16866" y="10000"/>
                  <a:pt x="16700" y="10000"/>
                </a:cubicBezTo>
                <a:lnTo>
                  <a:pt x="7300" y="10000"/>
                </a:lnTo>
                <a:cubicBezTo>
                  <a:pt x="7134" y="10000"/>
                  <a:pt x="7000" y="9866"/>
                  <a:pt x="7000" y="9700"/>
                </a:cubicBezTo>
                <a:lnTo>
                  <a:pt x="7000" y="9300"/>
                </a:lnTo>
                <a:cubicBezTo>
                  <a:pt x="7000" y="9134"/>
                  <a:pt x="7134" y="9000"/>
                  <a:pt x="7300" y="9000"/>
                </a:cubicBezTo>
                <a:close/>
                <a:moveTo>
                  <a:pt x="7300" y="12000"/>
                </a:moveTo>
                <a:lnTo>
                  <a:pt x="14700" y="12000"/>
                </a:lnTo>
                <a:cubicBezTo>
                  <a:pt x="14866" y="12000"/>
                  <a:pt x="15000" y="12134"/>
                  <a:pt x="15000" y="12300"/>
                </a:cubicBezTo>
                <a:lnTo>
                  <a:pt x="15000" y="12700"/>
                </a:lnTo>
                <a:cubicBezTo>
                  <a:pt x="15000" y="12866"/>
                  <a:pt x="14866" y="13000"/>
                  <a:pt x="14700" y="13000"/>
                </a:cubicBezTo>
                <a:lnTo>
                  <a:pt x="7300" y="13000"/>
                </a:lnTo>
                <a:cubicBezTo>
                  <a:pt x="7134" y="13000"/>
                  <a:pt x="7000" y="12866"/>
                  <a:pt x="7000" y="12700"/>
                </a:cubicBezTo>
                <a:lnTo>
                  <a:pt x="7000" y="12300"/>
                </a:lnTo>
                <a:cubicBezTo>
                  <a:pt x="7000" y="12134"/>
                  <a:pt x="7134" y="12000"/>
                  <a:pt x="7300" y="12000"/>
                </a:cubicBezTo>
                <a:close/>
                <a:moveTo>
                  <a:pt x="8000" y="16500"/>
                </a:moveTo>
                <a:cubicBezTo>
                  <a:pt x="8000" y="17052"/>
                  <a:pt x="7552" y="17500"/>
                  <a:pt x="7000" y="17500"/>
                </a:cubicBezTo>
                <a:cubicBezTo>
                  <a:pt x="6448" y="17500"/>
                  <a:pt x="6000" y="17052"/>
                  <a:pt x="6000" y="16500"/>
                </a:cubicBezTo>
                <a:cubicBezTo>
                  <a:pt x="6000" y="15948"/>
                  <a:pt x="6448" y="15500"/>
                  <a:pt x="7000" y="15500"/>
                </a:cubicBezTo>
                <a:cubicBezTo>
                  <a:pt x="7552" y="15500"/>
                  <a:pt x="8000" y="15948"/>
                  <a:pt x="8000" y="16500"/>
                </a:cubicBezTo>
                <a:close/>
                <a:moveTo>
                  <a:pt x="9500" y="16400"/>
                </a:moveTo>
                <a:lnTo>
                  <a:pt x="16000" y="16400"/>
                </a:lnTo>
                <a:lnTo>
                  <a:pt x="16000" y="15600"/>
                </a:lnTo>
                <a:lnTo>
                  <a:pt x="9500" y="15600"/>
                </a:lnTo>
                <a:close/>
                <a:moveTo>
                  <a:pt x="8000" y="19000"/>
                </a:moveTo>
                <a:cubicBezTo>
                  <a:pt x="8000" y="19552"/>
                  <a:pt x="7552" y="20000"/>
                  <a:pt x="7000" y="20000"/>
                </a:cubicBezTo>
                <a:cubicBezTo>
                  <a:pt x="6448" y="20000"/>
                  <a:pt x="6000" y="19552"/>
                  <a:pt x="6000" y="19000"/>
                </a:cubicBezTo>
                <a:cubicBezTo>
                  <a:pt x="6000" y="18448"/>
                  <a:pt x="6448" y="18000"/>
                  <a:pt x="7000" y="18000"/>
                </a:cubicBezTo>
                <a:cubicBezTo>
                  <a:pt x="7552" y="18000"/>
                  <a:pt x="8000" y="18448"/>
                  <a:pt x="8000" y="19000"/>
                </a:cubicBezTo>
                <a:close/>
                <a:moveTo>
                  <a:pt x="9500" y="18900"/>
                </a:moveTo>
                <a:lnTo>
                  <a:pt x="16000" y="18900"/>
                </a:lnTo>
                <a:lnTo>
                  <a:pt x="16000" y="18100"/>
                </a:lnTo>
                <a:lnTo>
                  <a:pt x="9500" y="181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考核试卷</a:t>
            </a:r>
          </a:p>
        </p:txBody>
      </p:sp>
      <p:sp>
        <p:nvSpPr>
          <p:cNvPr id="49" name="TRAIN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44" y="6840"/>
                </a:moveTo>
                <a:lnTo>
                  <a:pt x="14976" y="6840"/>
                </a:lnTo>
                <a:cubicBezTo>
                  <a:pt x="15321" y="6840"/>
                  <a:pt x="15600" y="7119"/>
                  <a:pt x="15600" y="7464"/>
                </a:cubicBezTo>
                <a:lnTo>
                  <a:pt x="15600" y="21816"/>
                </a:lnTo>
                <a:cubicBezTo>
                  <a:pt x="15600" y="22161"/>
                  <a:pt x="15321" y="22440"/>
                  <a:pt x="14976" y="22440"/>
                </a:cubicBezTo>
                <a:lnTo>
                  <a:pt x="3744" y="22440"/>
                </a:lnTo>
                <a:cubicBezTo>
                  <a:pt x="3399" y="22440"/>
                  <a:pt x="3120" y="22161"/>
                  <a:pt x="3120" y="21816"/>
                </a:cubicBezTo>
                <a:lnTo>
                  <a:pt x="3120" y="7464"/>
                </a:lnTo>
                <a:cubicBezTo>
                  <a:pt x="3120" y="7119"/>
                  <a:pt x="3399" y="6840"/>
                  <a:pt x="3744" y="6840"/>
                </a:cubicBezTo>
                <a:close/>
                <a:moveTo>
                  <a:pt x="5694" y="9960"/>
                </a:moveTo>
                <a:lnTo>
                  <a:pt x="10686" y="9960"/>
                </a:lnTo>
                <a:cubicBezTo>
                  <a:pt x="10815" y="9960"/>
                  <a:pt x="10920" y="10065"/>
                  <a:pt x="10920" y="10194"/>
                </a:cubicBezTo>
                <a:lnTo>
                  <a:pt x="10920" y="10506"/>
                </a:lnTo>
                <a:cubicBezTo>
                  <a:pt x="10920" y="10635"/>
                  <a:pt x="10815" y="10740"/>
                  <a:pt x="10686" y="10740"/>
                </a:cubicBezTo>
                <a:lnTo>
                  <a:pt x="5694" y="10740"/>
                </a:lnTo>
                <a:cubicBezTo>
                  <a:pt x="5565" y="10740"/>
                  <a:pt x="5460" y="10635"/>
                  <a:pt x="5460" y="10506"/>
                </a:cubicBezTo>
                <a:lnTo>
                  <a:pt x="5460" y="10194"/>
                </a:lnTo>
                <a:cubicBezTo>
                  <a:pt x="5460" y="10065"/>
                  <a:pt x="5565" y="9960"/>
                  <a:pt x="5694" y="9960"/>
                </a:cubicBezTo>
                <a:close/>
                <a:moveTo>
                  <a:pt x="569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2846"/>
                </a:lnTo>
                <a:cubicBezTo>
                  <a:pt x="13260" y="12975"/>
                  <a:pt x="13155" y="13080"/>
                  <a:pt x="1302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4640"/>
                </a:moveTo>
                <a:lnTo>
                  <a:pt x="11466" y="14640"/>
                </a:lnTo>
                <a:cubicBezTo>
                  <a:pt x="11595" y="14640"/>
                  <a:pt x="11700" y="14745"/>
                  <a:pt x="11700" y="14874"/>
                </a:cubicBezTo>
                <a:lnTo>
                  <a:pt x="11700" y="15186"/>
                </a:lnTo>
                <a:cubicBezTo>
                  <a:pt x="11700" y="15315"/>
                  <a:pt x="11595" y="15420"/>
                  <a:pt x="1146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6240" y="18150"/>
                </a:moveTo>
                <a:cubicBezTo>
                  <a:pt x="6240" y="18581"/>
                  <a:pt x="5891" y="18930"/>
                  <a:pt x="5460" y="18930"/>
                </a:cubicBezTo>
                <a:cubicBezTo>
                  <a:pt x="5029" y="18930"/>
                  <a:pt x="4680" y="18581"/>
                  <a:pt x="4680" y="18150"/>
                </a:cubicBezTo>
                <a:cubicBezTo>
                  <a:pt x="4680" y="17719"/>
                  <a:pt x="5029" y="17370"/>
                  <a:pt x="5460" y="17370"/>
                </a:cubicBezTo>
                <a:cubicBezTo>
                  <a:pt x="5891" y="17370"/>
                  <a:pt x="6240" y="17719"/>
                  <a:pt x="6240" y="18150"/>
                </a:cubicBezTo>
                <a:close/>
                <a:moveTo>
                  <a:pt x="7410" y="18072"/>
                </a:moveTo>
                <a:lnTo>
                  <a:pt x="12480" y="18072"/>
                </a:lnTo>
                <a:lnTo>
                  <a:pt x="12480" y="17448"/>
                </a:lnTo>
                <a:lnTo>
                  <a:pt x="7410" y="17448"/>
                </a:lnTo>
                <a:close/>
                <a:moveTo>
                  <a:pt x="6240" y="20100"/>
                </a:moveTo>
                <a:cubicBezTo>
                  <a:pt x="6240" y="20531"/>
                  <a:pt x="5891" y="20880"/>
                  <a:pt x="5460" y="20880"/>
                </a:cubicBezTo>
                <a:cubicBezTo>
                  <a:pt x="5029" y="20880"/>
                  <a:pt x="4680" y="20531"/>
                  <a:pt x="4680" y="20100"/>
                </a:cubicBezTo>
                <a:cubicBezTo>
                  <a:pt x="4680" y="19669"/>
                  <a:pt x="5029" y="19320"/>
                  <a:pt x="5460" y="19320"/>
                </a:cubicBezTo>
                <a:cubicBezTo>
                  <a:pt x="5891" y="19320"/>
                  <a:pt x="6240" y="19669"/>
                  <a:pt x="6240" y="20100"/>
                </a:cubicBezTo>
                <a:close/>
                <a:moveTo>
                  <a:pt x="7410" y="20022"/>
                </a:moveTo>
                <a:lnTo>
                  <a:pt x="12480" y="20022"/>
                </a:lnTo>
                <a:lnTo>
                  <a:pt x="12480" y="19398"/>
                </a:lnTo>
                <a:lnTo>
                  <a:pt x="7410" y="19398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考核试卷·已验证</a:t>
            </a:r>
          </a:p>
        </p:txBody>
      </p:sp>
      <p:sp>
        <p:nvSpPr>
          <p:cNvPr id="52" name="TRAIN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44" y="6840"/>
                </a:moveTo>
                <a:lnTo>
                  <a:pt x="14976" y="6840"/>
                </a:lnTo>
                <a:cubicBezTo>
                  <a:pt x="15321" y="6840"/>
                  <a:pt x="15600" y="7119"/>
                  <a:pt x="15600" y="7464"/>
                </a:cubicBezTo>
                <a:lnTo>
                  <a:pt x="15600" y="21816"/>
                </a:lnTo>
                <a:cubicBezTo>
                  <a:pt x="15600" y="22161"/>
                  <a:pt x="15321" y="22440"/>
                  <a:pt x="14976" y="22440"/>
                </a:cubicBezTo>
                <a:lnTo>
                  <a:pt x="3744" y="22440"/>
                </a:lnTo>
                <a:cubicBezTo>
                  <a:pt x="3399" y="22440"/>
                  <a:pt x="3120" y="22161"/>
                  <a:pt x="3120" y="21816"/>
                </a:cubicBezTo>
                <a:lnTo>
                  <a:pt x="3120" y="7464"/>
                </a:lnTo>
                <a:cubicBezTo>
                  <a:pt x="3120" y="7119"/>
                  <a:pt x="3399" y="6840"/>
                  <a:pt x="3744" y="6840"/>
                </a:cubicBezTo>
                <a:close/>
                <a:moveTo>
                  <a:pt x="5694" y="9960"/>
                </a:moveTo>
                <a:lnTo>
                  <a:pt x="10686" y="9960"/>
                </a:lnTo>
                <a:cubicBezTo>
                  <a:pt x="10815" y="9960"/>
                  <a:pt x="10920" y="10065"/>
                  <a:pt x="10920" y="10194"/>
                </a:cubicBezTo>
                <a:lnTo>
                  <a:pt x="10920" y="10506"/>
                </a:lnTo>
                <a:cubicBezTo>
                  <a:pt x="10920" y="10635"/>
                  <a:pt x="10815" y="10740"/>
                  <a:pt x="10686" y="10740"/>
                </a:cubicBezTo>
                <a:lnTo>
                  <a:pt x="5694" y="10740"/>
                </a:lnTo>
                <a:cubicBezTo>
                  <a:pt x="5565" y="10740"/>
                  <a:pt x="5460" y="10635"/>
                  <a:pt x="5460" y="10506"/>
                </a:cubicBezTo>
                <a:lnTo>
                  <a:pt x="5460" y="10194"/>
                </a:lnTo>
                <a:cubicBezTo>
                  <a:pt x="5460" y="10065"/>
                  <a:pt x="5565" y="9960"/>
                  <a:pt x="5694" y="9960"/>
                </a:cubicBezTo>
                <a:close/>
                <a:moveTo>
                  <a:pt x="569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2846"/>
                </a:lnTo>
                <a:cubicBezTo>
                  <a:pt x="13260" y="12975"/>
                  <a:pt x="13155" y="13080"/>
                  <a:pt x="1302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4640"/>
                </a:moveTo>
                <a:lnTo>
                  <a:pt x="11466" y="14640"/>
                </a:lnTo>
                <a:cubicBezTo>
                  <a:pt x="11595" y="14640"/>
                  <a:pt x="11700" y="14745"/>
                  <a:pt x="11700" y="14874"/>
                </a:cubicBezTo>
                <a:lnTo>
                  <a:pt x="11700" y="15186"/>
                </a:lnTo>
                <a:cubicBezTo>
                  <a:pt x="11700" y="15315"/>
                  <a:pt x="11595" y="15420"/>
                  <a:pt x="1146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6240" y="18150"/>
                </a:moveTo>
                <a:cubicBezTo>
                  <a:pt x="6240" y="18581"/>
                  <a:pt x="5891" y="18930"/>
                  <a:pt x="5460" y="18930"/>
                </a:cubicBezTo>
                <a:cubicBezTo>
                  <a:pt x="5029" y="18930"/>
                  <a:pt x="4680" y="18581"/>
                  <a:pt x="4680" y="18150"/>
                </a:cubicBezTo>
                <a:cubicBezTo>
                  <a:pt x="4680" y="17719"/>
                  <a:pt x="5029" y="17370"/>
                  <a:pt x="5460" y="17370"/>
                </a:cubicBezTo>
                <a:cubicBezTo>
                  <a:pt x="5891" y="17370"/>
                  <a:pt x="6240" y="17719"/>
                  <a:pt x="6240" y="18150"/>
                </a:cubicBezTo>
                <a:close/>
                <a:moveTo>
                  <a:pt x="7410" y="18072"/>
                </a:moveTo>
                <a:lnTo>
                  <a:pt x="12480" y="18072"/>
                </a:lnTo>
                <a:lnTo>
                  <a:pt x="12480" y="17448"/>
                </a:lnTo>
                <a:lnTo>
                  <a:pt x="7410" y="17448"/>
                </a:lnTo>
                <a:close/>
                <a:moveTo>
                  <a:pt x="6240" y="20100"/>
                </a:moveTo>
                <a:cubicBezTo>
                  <a:pt x="6240" y="20531"/>
                  <a:pt x="5891" y="20880"/>
                  <a:pt x="5460" y="20880"/>
                </a:cubicBezTo>
                <a:cubicBezTo>
                  <a:pt x="5029" y="20880"/>
                  <a:pt x="4680" y="20531"/>
                  <a:pt x="4680" y="20100"/>
                </a:cubicBezTo>
                <a:cubicBezTo>
                  <a:pt x="4680" y="19669"/>
                  <a:pt x="5029" y="19320"/>
                  <a:pt x="5460" y="19320"/>
                </a:cubicBezTo>
                <a:cubicBezTo>
                  <a:pt x="5891" y="19320"/>
                  <a:pt x="6240" y="19669"/>
                  <a:pt x="6240" y="20100"/>
                </a:cubicBezTo>
                <a:close/>
                <a:moveTo>
                  <a:pt x="7410" y="20022"/>
                </a:moveTo>
                <a:lnTo>
                  <a:pt x="12480" y="20022"/>
                </a:lnTo>
                <a:lnTo>
                  <a:pt x="12480" y="19398"/>
                </a:lnTo>
                <a:lnTo>
                  <a:pt x="7410" y="19398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考核试卷·新增</a:t>
            </a:r>
          </a:p>
        </p:txBody>
      </p:sp>
      <p:sp>
        <p:nvSpPr>
          <p:cNvPr id="55" name="TRAIN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44" y="6840"/>
                </a:moveTo>
                <a:lnTo>
                  <a:pt x="14976" y="6840"/>
                </a:lnTo>
                <a:cubicBezTo>
                  <a:pt x="15321" y="6840"/>
                  <a:pt x="15600" y="7119"/>
                  <a:pt x="15600" y="7464"/>
                </a:cubicBezTo>
                <a:lnTo>
                  <a:pt x="15600" y="21816"/>
                </a:lnTo>
                <a:cubicBezTo>
                  <a:pt x="15600" y="22161"/>
                  <a:pt x="15321" y="22440"/>
                  <a:pt x="14976" y="22440"/>
                </a:cubicBezTo>
                <a:lnTo>
                  <a:pt x="3744" y="22440"/>
                </a:lnTo>
                <a:cubicBezTo>
                  <a:pt x="3399" y="22440"/>
                  <a:pt x="3120" y="22161"/>
                  <a:pt x="3120" y="21816"/>
                </a:cubicBezTo>
                <a:lnTo>
                  <a:pt x="3120" y="7464"/>
                </a:lnTo>
                <a:cubicBezTo>
                  <a:pt x="3120" y="7119"/>
                  <a:pt x="3399" y="6840"/>
                  <a:pt x="3744" y="6840"/>
                </a:cubicBezTo>
                <a:close/>
                <a:moveTo>
                  <a:pt x="5694" y="9960"/>
                </a:moveTo>
                <a:lnTo>
                  <a:pt x="10686" y="9960"/>
                </a:lnTo>
                <a:cubicBezTo>
                  <a:pt x="10815" y="9960"/>
                  <a:pt x="10920" y="10065"/>
                  <a:pt x="10920" y="10194"/>
                </a:cubicBezTo>
                <a:lnTo>
                  <a:pt x="10920" y="10506"/>
                </a:lnTo>
                <a:cubicBezTo>
                  <a:pt x="10920" y="10635"/>
                  <a:pt x="10815" y="10740"/>
                  <a:pt x="10686" y="10740"/>
                </a:cubicBezTo>
                <a:lnTo>
                  <a:pt x="5694" y="10740"/>
                </a:lnTo>
                <a:cubicBezTo>
                  <a:pt x="5565" y="10740"/>
                  <a:pt x="5460" y="10635"/>
                  <a:pt x="5460" y="10506"/>
                </a:cubicBezTo>
                <a:lnTo>
                  <a:pt x="5460" y="10194"/>
                </a:lnTo>
                <a:cubicBezTo>
                  <a:pt x="5460" y="10065"/>
                  <a:pt x="5565" y="9960"/>
                  <a:pt x="5694" y="9960"/>
                </a:cubicBezTo>
                <a:close/>
                <a:moveTo>
                  <a:pt x="569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2846"/>
                </a:lnTo>
                <a:cubicBezTo>
                  <a:pt x="13260" y="12975"/>
                  <a:pt x="13155" y="13080"/>
                  <a:pt x="1302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4640"/>
                </a:moveTo>
                <a:lnTo>
                  <a:pt x="11466" y="14640"/>
                </a:lnTo>
                <a:cubicBezTo>
                  <a:pt x="11595" y="14640"/>
                  <a:pt x="11700" y="14745"/>
                  <a:pt x="11700" y="14874"/>
                </a:cubicBezTo>
                <a:lnTo>
                  <a:pt x="11700" y="15186"/>
                </a:lnTo>
                <a:cubicBezTo>
                  <a:pt x="11700" y="15315"/>
                  <a:pt x="11595" y="15420"/>
                  <a:pt x="1146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6240" y="18150"/>
                </a:moveTo>
                <a:cubicBezTo>
                  <a:pt x="6240" y="18581"/>
                  <a:pt x="5891" y="18930"/>
                  <a:pt x="5460" y="18930"/>
                </a:cubicBezTo>
                <a:cubicBezTo>
                  <a:pt x="5029" y="18930"/>
                  <a:pt x="4680" y="18581"/>
                  <a:pt x="4680" y="18150"/>
                </a:cubicBezTo>
                <a:cubicBezTo>
                  <a:pt x="4680" y="17719"/>
                  <a:pt x="5029" y="17370"/>
                  <a:pt x="5460" y="17370"/>
                </a:cubicBezTo>
                <a:cubicBezTo>
                  <a:pt x="5891" y="17370"/>
                  <a:pt x="6240" y="17719"/>
                  <a:pt x="6240" y="18150"/>
                </a:cubicBezTo>
                <a:close/>
                <a:moveTo>
                  <a:pt x="7410" y="18072"/>
                </a:moveTo>
                <a:lnTo>
                  <a:pt x="12480" y="18072"/>
                </a:lnTo>
                <a:lnTo>
                  <a:pt x="12480" y="17448"/>
                </a:lnTo>
                <a:lnTo>
                  <a:pt x="7410" y="17448"/>
                </a:lnTo>
                <a:close/>
                <a:moveTo>
                  <a:pt x="6240" y="20100"/>
                </a:moveTo>
                <a:cubicBezTo>
                  <a:pt x="6240" y="20531"/>
                  <a:pt x="5891" y="20880"/>
                  <a:pt x="5460" y="20880"/>
                </a:cubicBezTo>
                <a:cubicBezTo>
                  <a:pt x="5029" y="20880"/>
                  <a:pt x="4680" y="20531"/>
                  <a:pt x="4680" y="20100"/>
                </a:cubicBezTo>
                <a:cubicBezTo>
                  <a:pt x="4680" y="19669"/>
                  <a:pt x="5029" y="19320"/>
                  <a:pt x="5460" y="19320"/>
                </a:cubicBezTo>
                <a:cubicBezTo>
                  <a:pt x="5891" y="19320"/>
                  <a:pt x="6240" y="19669"/>
                  <a:pt x="6240" y="20100"/>
                </a:cubicBezTo>
                <a:close/>
                <a:moveTo>
                  <a:pt x="7410" y="20022"/>
                </a:moveTo>
                <a:lnTo>
                  <a:pt x="12480" y="20022"/>
                </a:lnTo>
                <a:lnTo>
                  <a:pt x="12480" y="19398"/>
                </a:lnTo>
                <a:lnTo>
                  <a:pt x="7410" y="19398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考核试卷·重点</a:t>
            </a:r>
          </a:p>
        </p:txBody>
      </p:sp>
      <p:sp>
        <p:nvSpPr>
          <p:cNvPr id="58" name="TRAIN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44" y="6840"/>
                </a:moveTo>
                <a:lnTo>
                  <a:pt x="14976" y="6840"/>
                </a:lnTo>
                <a:cubicBezTo>
                  <a:pt x="15321" y="6840"/>
                  <a:pt x="15600" y="7119"/>
                  <a:pt x="15600" y="7464"/>
                </a:cubicBezTo>
                <a:lnTo>
                  <a:pt x="15600" y="21816"/>
                </a:lnTo>
                <a:cubicBezTo>
                  <a:pt x="15600" y="22161"/>
                  <a:pt x="15321" y="22440"/>
                  <a:pt x="14976" y="22440"/>
                </a:cubicBezTo>
                <a:lnTo>
                  <a:pt x="3744" y="22440"/>
                </a:lnTo>
                <a:cubicBezTo>
                  <a:pt x="3399" y="22440"/>
                  <a:pt x="3120" y="22161"/>
                  <a:pt x="3120" y="21816"/>
                </a:cubicBezTo>
                <a:lnTo>
                  <a:pt x="3120" y="7464"/>
                </a:lnTo>
                <a:cubicBezTo>
                  <a:pt x="3120" y="7119"/>
                  <a:pt x="3399" y="6840"/>
                  <a:pt x="3744" y="6840"/>
                </a:cubicBezTo>
                <a:close/>
                <a:moveTo>
                  <a:pt x="5694" y="9960"/>
                </a:moveTo>
                <a:lnTo>
                  <a:pt x="10686" y="9960"/>
                </a:lnTo>
                <a:cubicBezTo>
                  <a:pt x="10815" y="9960"/>
                  <a:pt x="10920" y="10065"/>
                  <a:pt x="10920" y="10194"/>
                </a:cubicBezTo>
                <a:lnTo>
                  <a:pt x="10920" y="10506"/>
                </a:lnTo>
                <a:cubicBezTo>
                  <a:pt x="10920" y="10635"/>
                  <a:pt x="10815" y="10740"/>
                  <a:pt x="10686" y="10740"/>
                </a:cubicBezTo>
                <a:lnTo>
                  <a:pt x="5694" y="10740"/>
                </a:lnTo>
                <a:cubicBezTo>
                  <a:pt x="5565" y="10740"/>
                  <a:pt x="5460" y="10635"/>
                  <a:pt x="5460" y="10506"/>
                </a:cubicBezTo>
                <a:lnTo>
                  <a:pt x="5460" y="10194"/>
                </a:lnTo>
                <a:cubicBezTo>
                  <a:pt x="5460" y="10065"/>
                  <a:pt x="5565" y="9960"/>
                  <a:pt x="5694" y="9960"/>
                </a:cubicBezTo>
                <a:close/>
                <a:moveTo>
                  <a:pt x="569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2846"/>
                </a:lnTo>
                <a:cubicBezTo>
                  <a:pt x="13260" y="12975"/>
                  <a:pt x="13155" y="13080"/>
                  <a:pt x="1302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4640"/>
                </a:moveTo>
                <a:lnTo>
                  <a:pt x="11466" y="14640"/>
                </a:lnTo>
                <a:cubicBezTo>
                  <a:pt x="11595" y="14640"/>
                  <a:pt x="11700" y="14745"/>
                  <a:pt x="11700" y="14874"/>
                </a:cubicBezTo>
                <a:lnTo>
                  <a:pt x="11700" y="15186"/>
                </a:lnTo>
                <a:cubicBezTo>
                  <a:pt x="11700" y="15315"/>
                  <a:pt x="11595" y="15420"/>
                  <a:pt x="1146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6240" y="18150"/>
                </a:moveTo>
                <a:cubicBezTo>
                  <a:pt x="6240" y="18581"/>
                  <a:pt x="5891" y="18930"/>
                  <a:pt x="5460" y="18930"/>
                </a:cubicBezTo>
                <a:cubicBezTo>
                  <a:pt x="5029" y="18930"/>
                  <a:pt x="4680" y="18581"/>
                  <a:pt x="4680" y="18150"/>
                </a:cubicBezTo>
                <a:cubicBezTo>
                  <a:pt x="4680" y="17719"/>
                  <a:pt x="5029" y="17370"/>
                  <a:pt x="5460" y="17370"/>
                </a:cubicBezTo>
                <a:cubicBezTo>
                  <a:pt x="5891" y="17370"/>
                  <a:pt x="6240" y="17719"/>
                  <a:pt x="6240" y="18150"/>
                </a:cubicBezTo>
                <a:close/>
                <a:moveTo>
                  <a:pt x="7410" y="18072"/>
                </a:moveTo>
                <a:lnTo>
                  <a:pt x="12480" y="18072"/>
                </a:lnTo>
                <a:lnTo>
                  <a:pt x="12480" y="17448"/>
                </a:lnTo>
                <a:lnTo>
                  <a:pt x="7410" y="17448"/>
                </a:lnTo>
                <a:close/>
                <a:moveTo>
                  <a:pt x="6240" y="20100"/>
                </a:moveTo>
                <a:cubicBezTo>
                  <a:pt x="6240" y="20531"/>
                  <a:pt x="5891" y="20880"/>
                  <a:pt x="5460" y="20880"/>
                </a:cubicBezTo>
                <a:cubicBezTo>
                  <a:pt x="5029" y="20880"/>
                  <a:pt x="4680" y="20531"/>
                  <a:pt x="4680" y="20100"/>
                </a:cubicBezTo>
                <a:cubicBezTo>
                  <a:pt x="4680" y="19669"/>
                  <a:pt x="5029" y="19320"/>
                  <a:pt x="5460" y="19320"/>
                </a:cubicBezTo>
                <a:cubicBezTo>
                  <a:pt x="5891" y="19320"/>
                  <a:pt x="6240" y="19669"/>
                  <a:pt x="6240" y="20100"/>
                </a:cubicBezTo>
                <a:close/>
                <a:moveTo>
                  <a:pt x="7410" y="20022"/>
                </a:moveTo>
                <a:lnTo>
                  <a:pt x="12480" y="20022"/>
                </a:lnTo>
                <a:lnTo>
                  <a:pt x="12480" y="19398"/>
                </a:lnTo>
                <a:lnTo>
                  <a:pt x="7410" y="19398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考核试卷·协同</a:t>
            </a:r>
          </a:p>
        </p:txBody>
      </p:sp>
      <p:sp>
        <p:nvSpPr>
          <p:cNvPr id="61" name="TRAIN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44" y="6840"/>
                </a:moveTo>
                <a:lnTo>
                  <a:pt x="14976" y="6840"/>
                </a:lnTo>
                <a:cubicBezTo>
                  <a:pt x="15321" y="6840"/>
                  <a:pt x="15600" y="7119"/>
                  <a:pt x="15600" y="7464"/>
                </a:cubicBezTo>
                <a:lnTo>
                  <a:pt x="15600" y="21816"/>
                </a:lnTo>
                <a:cubicBezTo>
                  <a:pt x="15600" y="22161"/>
                  <a:pt x="15321" y="22440"/>
                  <a:pt x="14976" y="22440"/>
                </a:cubicBezTo>
                <a:lnTo>
                  <a:pt x="3744" y="22440"/>
                </a:lnTo>
                <a:cubicBezTo>
                  <a:pt x="3399" y="22440"/>
                  <a:pt x="3120" y="22161"/>
                  <a:pt x="3120" y="21816"/>
                </a:cubicBezTo>
                <a:lnTo>
                  <a:pt x="3120" y="7464"/>
                </a:lnTo>
                <a:cubicBezTo>
                  <a:pt x="3120" y="7119"/>
                  <a:pt x="3399" y="6840"/>
                  <a:pt x="3744" y="6840"/>
                </a:cubicBezTo>
                <a:close/>
                <a:moveTo>
                  <a:pt x="5694" y="9960"/>
                </a:moveTo>
                <a:lnTo>
                  <a:pt x="10686" y="9960"/>
                </a:lnTo>
                <a:cubicBezTo>
                  <a:pt x="10815" y="9960"/>
                  <a:pt x="10920" y="10065"/>
                  <a:pt x="10920" y="10194"/>
                </a:cubicBezTo>
                <a:lnTo>
                  <a:pt x="10920" y="10506"/>
                </a:lnTo>
                <a:cubicBezTo>
                  <a:pt x="10920" y="10635"/>
                  <a:pt x="10815" y="10740"/>
                  <a:pt x="10686" y="10740"/>
                </a:cubicBezTo>
                <a:lnTo>
                  <a:pt x="5694" y="10740"/>
                </a:lnTo>
                <a:cubicBezTo>
                  <a:pt x="5565" y="10740"/>
                  <a:pt x="5460" y="10635"/>
                  <a:pt x="5460" y="10506"/>
                </a:cubicBezTo>
                <a:lnTo>
                  <a:pt x="5460" y="10194"/>
                </a:lnTo>
                <a:cubicBezTo>
                  <a:pt x="5460" y="10065"/>
                  <a:pt x="5565" y="9960"/>
                  <a:pt x="5694" y="9960"/>
                </a:cubicBezTo>
                <a:close/>
                <a:moveTo>
                  <a:pt x="569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2846"/>
                </a:lnTo>
                <a:cubicBezTo>
                  <a:pt x="13260" y="12975"/>
                  <a:pt x="13155" y="13080"/>
                  <a:pt x="1302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4640"/>
                </a:moveTo>
                <a:lnTo>
                  <a:pt x="11466" y="14640"/>
                </a:lnTo>
                <a:cubicBezTo>
                  <a:pt x="11595" y="14640"/>
                  <a:pt x="11700" y="14745"/>
                  <a:pt x="11700" y="14874"/>
                </a:cubicBezTo>
                <a:lnTo>
                  <a:pt x="11700" y="15186"/>
                </a:lnTo>
                <a:cubicBezTo>
                  <a:pt x="11700" y="15315"/>
                  <a:pt x="11595" y="15420"/>
                  <a:pt x="1146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6240" y="18150"/>
                </a:moveTo>
                <a:cubicBezTo>
                  <a:pt x="6240" y="18581"/>
                  <a:pt x="5891" y="18930"/>
                  <a:pt x="5460" y="18930"/>
                </a:cubicBezTo>
                <a:cubicBezTo>
                  <a:pt x="5029" y="18930"/>
                  <a:pt x="4680" y="18581"/>
                  <a:pt x="4680" y="18150"/>
                </a:cubicBezTo>
                <a:cubicBezTo>
                  <a:pt x="4680" y="17719"/>
                  <a:pt x="5029" y="17370"/>
                  <a:pt x="5460" y="17370"/>
                </a:cubicBezTo>
                <a:cubicBezTo>
                  <a:pt x="5891" y="17370"/>
                  <a:pt x="6240" y="17719"/>
                  <a:pt x="6240" y="18150"/>
                </a:cubicBezTo>
                <a:close/>
                <a:moveTo>
                  <a:pt x="7410" y="18072"/>
                </a:moveTo>
                <a:lnTo>
                  <a:pt x="12480" y="18072"/>
                </a:lnTo>
                <a:lnTo>
                  <a:pt x="12480" y="17448"/>
                </a:lnTo>
                <a:lnTo>
                  <a:pt x="7410" y="17448"/>
                </a:lnTo>
                <a:close/>
                <a:moveTo>
                  <a:pt x="6240" y="20100"/>
                </a:moveTo>
                <a:cubicBezTo>
                  <a:pt x="6240" y="20531"/>
                  <a:pt x="5891" y="20880"/>
                  <a:pt x="5460" y="20880"/>
                </a:cubicBezTo>
                <a:cubicBezTo>
                  <a:pt x="5029" y="20880"/>
                  <a:pt x="4680" y="20531"/>
                  <a:pt x="4680" y="20100"/>
                </a:cubicBezTo>
                <a:cubicBezTo>
                  <a:pt x="4680" y="19669"/>
                  <a:pt x="5029" y="19320"/>
                  <a:pt x="5460" y="19320"/>
                </a:cubicBezTo>
                <a:cubicBezTo>
                  <a:pt x="5891" y="19320"/>
                  <a:pt x="6240" y="19669"/>
                  <a:pt x="6240" y="20100"/>
                </a:cubicBezTo>
                <a:close/>
                <a:moveTo>
                  <a:pt x="7410" y="20022"/>
                </a:moveTo>
                <a:lnTo>
                  <a:pt x="12480" y="20022"/>
                </a:lnTo>
                <a:lnTo>
                  <a:pt x="12480" y="19398"/>
                </a:lnTo>
                <a:lnTo>
                  <a:pt x="7410" y="19398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考核试卷·智能</a:t>
            </a:r>
          </a:p>
        </p:txBody>
      </p:sp>
      <p:sp>
        <p:nvSpPr>
          <p:cNvPr id="64" name="TRAIN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000" y="7000"/>
                </a:moveTo>
                <a:cubicBezTo>
                  <a:pt x="9000" y="8105"/>
                  <a:pt x="8105" y="9000"/>
                  <a:pt x="7000" y="9000"/>
                </a:cubicBezTo>
                <a:cubicBezTo>
                  <a:pt x="5895" y="9000"/>
                  <a:pt x="5000" y="8105"/>
                  <a:pt x="5000" y="7000"/>
                </a:cubicBezTo>
                <a:cubicBezTo>
                  <a:pt x="5000" y="5895"/>
                  <a:pt x="5895" y="5000"/>
                  <a:pt x="7000" y="5000"/>
                </a:cubicBezTo>
                <a:cubicBezTo>
                  <a:pt x="8105" y="5000"/>
                  <a:pt x="9000" y="5895"/>
                  <a:pt x="9000" y="7000"/>
                </a:cubicBezTo>
                <a:close/>
                <a:moveTo>
                  <a:pt x="19000" y="7000"/>
                </a:moveTo>
                <a:cubicBezTo>
                  <a:pt x="19000" y="8105"/>
                  <a:pt x="18105" y="9000"/>
                  <a:pt x="17000" y="9000"/>
                </a:cubicBezTo>
                <a:cubicBezTo>
                  <a:pt x="15895" y="9000"/>
                  <a:pt x="15000" y="8105"/>
                  <a:pt x="15000" y="7000"/>
                </a:cubicBezTo>
                <a:cubicBezTo>
                  <a:pt x="15000" y="5895"/>
                  <a:pt x="15895" y="5000"/>
                  <a:pt x="17000" y="5000"/>
                </a:cubicBezTo>
                <a:cubicBezTo>
                  <a:pt x="18105" y="5000"/>
                  <a:pt x="19000" y="5895"/>
                  <a:pt x="19000" y="7000"/>
                </a:cubicBezTo>
                <a:close/>
                <a:moveTo>
                  <a:pt x="14000" y="6000"/>
                </a:moveTo>
                <a:cubicBezTo>
                  <a:pt x="14000" y="7105"/>
                  <a:pt x="13105" y="8000"/>
                  <a:pt x="12000" y="8000"/>
                </a:cubicBezTo>
                <a:cubicBezTo>
                  <a:pt x="10895" y="8000"/>
                  <a:pt x="10000" y="7105"/>
                  <a:pt x="10000" y="6000"/>
                </a:cubicBezTo>
                <a:cubicBezTo>
                  <a:pt x="10000" y="4895"/>
                  <a:pt x="10895" y="4000"/>
                  <a:pt x="12000" y="4000"/>
                </a:cubicBezTo>
                <a:cubicBezTo>
                  <a:pt x="13105" y="4000"/>
                  <a:pt x="14000" y="4895"/>
                  <a:pt x="14000" y="6000"/>
                </a:cubicBezTo>
                <a:close/>
                <a:moveTo>
                  <a:pt x="3000" y="18000"/>
                </a:moveTo>
                <a:lnTo>
                  <a:pt x="3000" y="14000"/>
                </a:lnTo>
                <a:quadBezTo>
                  <a:pt x="3000" y="12000"/>
                  <a:pt x="7000" y="12000"/>
                </a:quadBezTo>
                <a:quadBezTo>
                  <a:pt x="10000" y="12000"/>
                  <a:pt x="10000" y="14000"/>
                </a:quadBezTo>
                <a:moveTo>
                  <a:pt x="14000" y="18000"/>
                </a:moveTo>
                <a:lnTo>
                  <a:pt x="14000" y="14000"/>
                </a:lnTo>
                <a:quadBezTo>
                  <a:pt x="14000" y="12000"/>
                  <a:pt x="17000" y="12000"/>
                </a:quadBezTo>
                <a:quadBezTo>
                  <a:pt x="21000" y="12000"/>
                  <a:pt x="21000" y="14000"/>
                </a:quadBezTo>
                <a:lnTo>
                  <a:pt x="21000" y="18000"/>
                </a:lnTo>
                <a:moveTo>
                  <a:pt x="8000" y="18000"/>
                </a:moveTo>
                <a:lnTo>
                  <a:pt x="8000" y="13000"/>
                </a:lnTo>
                <a:quadBezTo>
                  <a:pt x="8000" y="11500"/>
                  <a:pt x="12000" y="11500"/>
                </a:quadBezTo>
                <a:quadBezTo>
                  <a:pt x="16000" y="11500"/>
                  <a:pt x="16000" y="13000"/>
                </a:quadBezTo>
                <a:lnTo>
                  <a:pt x="16000" y="18000"/>
                </a:lnTo>
                <a:close/>
                <a:moveTo>
                  <a:pt x="2300" y="18000"/>
                </a:moveTo>
                <a:lnTo>
                  <a:pt x="21700" y="18000"/>
                </a:lnTo>
                <a:cubicBezTo>
                  <a:pt x="21866" y="18000"/>
                  <a:pt x="22000" y="18134"/>
                  <a:pt x="22000" y="18300"/>
                </a:cubicBezTo>
                <a:lnTo>
                  <a:pt x="22000" y="18700"/>
                </a:lnTo>
                <a:cubicBezTo>
                  <a:pt x="22000" y="18866"/>
                  <a:pt x="21866" y="19000"/>
                  <a:pt x="21700" y="19000"/>
                </a:cubicBezTo>
                <a:lnTo>
                  <a:pt x="2300" y="19000"/>
                </a:lnTo>
                <a:cubicBezTo>
                  <a:pt x="2134" y="19000"/>
                  <a:pt x="2000" y="18866"/>
                  <a:pt x="2000" y="18700"/>
                </a:cubicBezTo>
                <a:lnTo>
                  <a:pt x="2000" y="18300"/>
                </a:lnTo>
                <a:cubicBezTo>
                  <a:pt x="2000" y="18134"/>
                  <a:pt x="2134" y="18000"/>
                  <a:pt x="23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小组学习</a:t>
            </a:r>
          </a:p>
        </p:txBody>
      </p:sp>
      <p:sp>
        <p:nvSpPr>
          <p:cNvPr id="67" name="TRAIN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10740"/>
                </a:moveTo>
                <a:cubicBezTo>
                  <a:pt x="7020" y="11602"/>
                  <a:pt x="6322" y="12300"/>
                  <a:pt x="5460" y="12300"/>
                </a:cubicBezTo>
                <a:cubicBezTo>
                  <a:pt x="4598" y="12300"/>
                  <a:pt x="3900" y="11602"/>
                  <a:pt x="3900" y="10740"/>
                </a:cubicBezTo>
                <a:cubicBezTo>
                  <a:pt x="3900" y="9878"/>
                  <a:pt x="4598" y="9180"/>
                  <a:pt x="5460" y="9180"/>
                </a:cubicBezTo>
                <a:cubicBezTo>
                  <a:pt x="6322" y="9180"/>
                  <a:pt x="7020" y="9878"/>
                  <a:pt x="7020" y="10740"/>
                </a:cubicBezTo>
                <a:close/>
                <a:moveTo>
                  <a:pt x="14820" y="10740"/>
                </a:moveTo>
                <a:cubicBezTo>
                  <a:pt x="14820" y="11602"/>
                  <a:pt x="14122" y="12300"/>
                  <a:pt x="13260" y="12300"/>
                </a:cubicBezTo>
                <a:cubicBezTo>
                  <a:pt x="12398" y="12300"/>
                  <a:pt x="11700" y="11602"/>
                  <a:pt x="11700" y="10740"/>
                </a:cubicBezTo>
                <a:cubicBezTo>
                  <a:pt x="11700" y="9878"/>
                  <a:pt x="12398" y="9180"/>
                  <a:pt x="13260" y="9180"/>
                </a:cubicBezTo>
                <a:cubicBezTo>
                  <a:pt x="14122" y="9180"/>
                  <a:pt x="14820" y="9878"/>
                  <a:pt x="14820" y="10740"/>
                </a:cubicBezTo>
                <a:close/>
                <a:moveTo>
                  <a:pt x="10920" y="9960"/>
                </a:moveTo>
                <a:cubicBezTo>
                  <a:pt x="10920" y="10822"/>
                  <a:pt x="10222" y="11520"/>
                  <a:pt x="9360" y="11520"/>
                </a:cubicBezTo>
                <a:cubicBezTo>
                  <a:pt x="8498" y="11520"/>
                  <a:pt x="7800" y="10822"/>
                  <a:pt x="7800" y="9960"/>
                </a:cubicBezTo>
                <a:cubicBezTo>
                  <a:pt x="7800" y="9098"/>
                  <a:pt x="8498" y="8400"/>
                  <a:pt x="9360" y="8400"/>
                </a:cubicBezTo>
                <a:cubicBezTo>
                  <a:pt x="10222" y="8400"/>
                  <a:pt x="10920" y="9098"/>
                  <a:pt x="10920" y="9960"/>
                </a:cubicBezTo>
                <a:close/>
                <a:moveTo>
                  <a:pt x="2340" y="19320"/>
                </a:moveTo>
                <a:lnTo>
                  <a:pt x="2340" y="16200"/>
                </a:lnTo>
                <a:quadBezTo>
                  <a:pt x="2340" y="14640"/>
                  <a:pt x="5460" y="14640"/>
                </a:quadBezTo>
                <a:quadBezTo>
                  <a:pt x="7800" y="14640"/>
                  <a:pt x="7800" y="16200"/>
                </a:quadBezTo>
                <a:moveTo>
                  <a:pt x="10920" y="19320"/>
                </a:moveTo>
                <a:lnTo>
                  <a:pt x="10920" y="16200"/>
                </a:lnTo>
                <a:quadBezTo>
                  <a:pt x="10920" y="14640"/>
                  <a:pt x="13260" y="14640"/>
                </a:quadBezTo>
                <a:quadBezTo>
                  <a:pt x="16380" y="14640"/>
                  <a:pt x="16380" y="16200"/>
                </a:quadBezTo>
                <a:lnTo>
                  <a:pt x="16380" y="19320"/>
                </a:lnTo>
                <a:moveTo>
                  <a:pt x="6240" y="19320"/>
                </a:moveTo>
                <a:lnTo>
                  <a:pt x="6240" y="15420"/>
                </a:lnTo>
                <a:quadBezTo>
                  <a:pt x="6240" y="14250"/>
                  <a:pt x="9360" y="14250"/>
                </a:quadBezTo>
                <a:quadBezTo>
                  <a:pt x="12480" y="14250"/>
                  <a:pt x="12480" y="15420"/>
                </a:quadBezTo>
                <a:lnTo>
                  <a:pt x="12480" y="19320"/>
                </a:lnTo>
                <a:close/>
                <a:moveTo>
                  <a:pt x="1794" y="19320"/>
                </a:moveTo>
                <a:lnTo>
                  <a:pt x="16926" y="19320"/>
                </a:lnTo>
                <a:cubicBezTo>
                  <a:pt x="17055" y="19320"/>
                  <a:pt x="17160" y="19425"/>
                  <a:pt x="17160" y="19554"/>
                </a:cubicBezTo>
                <a:lnTo>
                  <a:pt x="17160" y="19866"/>
                </a:lnTo>
                <a:cubicBezTo>
                  <a:pt x="17160" y="19995"/>
                  <a:pt x="17055" y="20100"/>
                  <a:pt x="16926" y="20100"/>
                </a:cubicBezTo>
                <a:lnTo>
                  <a:pt x="1794" y="20100"/>
                </a:lnTo>
                <a:cubicBezTo>
                  <a:pt x="1665" y="20100"/>
                  <a:pt x="1560" y="19995"/>
                  <a:pt x="1560" y="19866"/>
                </a:cubicBezTo>
                <a:lnTo>
                  <a:pt x="1560" y="19554"/>
                </a:lnTo>
                <a:cubicBezTo>
                  <a:pt x="1560" y="19425"/>
                  <a:pt x="1665" y="19320"/>
                  <a:pt x="1794" y="193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小组学习·已验证</a:t>
            </a:r>
          </a:p>
        </p:txBody>
      </p:sp>
      <p:sp>
        <p:nvSpPr>
          <p:cNvPr id="70" name="TRAIN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10740"/>
                </a:moveTo>
                <a:cubicBezTo>
                  <a:pt x="7020" y="11602"/>
                  <a:pt x="6322" y="12300"/>
                  <a:pt x="5460" y="12300"/>
                </a:cubicBezTo>
                <a:cubicBezTo>
                  <a:pt x="4598" y="12300"/>
                  <a:pt x="3900" y="11602"/>
                  <a:pt x="3900" y="10740"/>
                </a:cubicBezTo>
                <a:cubicBezTo>
                  <a:pt x="3900" y="9878"/>
                  <a:pt x="4598" y="9180"/>
                  <a:pt x="5460" y="9180"/>
                </a:cubicBezTo>
                <a:cubicBezTo>
                  <a:pt x="6322" y="9180"/>
                  <a:pt x="7020" y="9878"/>
                  <a:pt x="7020" y="10740"/>
                </a:cubicBezTo>
                <a:close/>
                <a:moveTo>
                  <a:pt x="14820" y="10740"/>
                </a:moveTo>
                <a:cubicBezTo>
                  <a:pt x="14820" y="11602"/>
                  <a:pt x="14122" y="12300"/>
                  <a:pt x="13260" y="12300"/>
                </a:cubicBezTo>
                <a:cubicBezTo>
                  <a:pt x="12398" y="12300"/>
                  <a:pt x="11700" y="11602"/>
                  <a:pt x="11700" y="10740"/>
                </a:cubicBezTo>
                <a:cubicBezTo>
                  <a:pt x="11700" y="9878"/>
                  <a:pt x="12398" y="9180"/>
                  <a:pt x="13260" y="9180"/>
                </a:cubicBezTo>
                <a:cubicBezTo>
                  <a:pt x="14122" y="9180"/>
                  <a:pt x="14820" y="9878"/>
                  <a:pt x="14820" y="10740"/>
                </a:cubicBezTo>
                <a:close/>
                <a:moveTo>
                  <a:pt x="10920" y="9960"/>
                </a:moveTo>
                <a:cubicBezTo>
                  <a:pt x="10920" y="10822"/>
                  <a:pt x="10222" y="11520"/>
                  <a:pt x="9360" y="11520"/>
                </a:cubicBezTo>
                <a:cubicBezTo>
                  <a:pt x="8498" y="11520"/>
                  <a:pt x="7800" y="10822"/>
                  <a:pt x="7800" y="9960"/>
                </a:cubicBezTo>
                <a:cubicBezTo>
                  <a:pt x="7800" y="9098"/>
                  <a:pt x="8498" y="8400"/>
                  <a:pt x="9360" y="8400"/>
                </a:cubicBezTo>
                <a:cubicBezTo>
                  <a:pt x="10222" y="8400"/>
                  <a:pt x="10920" y="9098"/>
                  <a:pt x="10920" y="9960"/>
                </a:cubicBezTo>
                <a:close/>
                <a:moveTo>
                  <a:pt x="2340" y="19320"/>
                </a:moveTo>
                <a:lnTo>
                  <a:pt x="2340" y="16200"/>
                </a:lnTo>
                <a:quadBezTo>
                  <a:pt x="2340" y="14640"/>
                  <a:pt x="5460" y="14640"/>
                </a:quadBezTo>
                <a:quadBezTo>
                  <a:pt x="7800" y="14640"/>
                  <a:pt x="7800" y="16200"/>
                </a:quadBezTo>
                <a:moveTo>
                  <a:pt x="10920" y="19320"/>
                </a:moveTo>
                <a:lnTo>
                  <a:pt x="10920" y="16200"/>
                </a:lnTo>
                <a:quadBezTo>
                  <a:pt x="10920" y="14640"/>
                  <a:pt x="13260" y="14640"/>
                </a:quadBezTo>
                <a:quadBezTo>
                  <a:pt x="16380" y="14640"/>
                  <a:pt x="16380" y="16200"/>
                </a:quadBezTo>
                <a:lnTo>
                  <a:pt x="16380" y="19320"/>
                </a:lnTo>
                <a:moveTo>
                  <a:pt x="6240" y="19320"/>
                </a:moveTo>
                <a:lnTo>
                  <a:pt x="6240" y="15420"/>
                </a:lnTo>
                <a:quadBezTo>
                  <a:pt x="6240" y="14250"/>
                  <a:pt x="9360" y="14250"/>
                </a:quadBezTo>
                <a:quadBezTo>
                  <a:pt x="12480" y="14250"/>
                  <a:pt x="12480" y="15420"/>
                </a:quadBezTo>
                <a:lnTo>
                  <a:pt x="12480" y="19320"/>
                </a:lnTo>
                <a:close/>
                <a:moveTo>
                  <a:pt x="1794" y="19320"/>
                </a:moveTo>
                <a:lnTo>
                  <a:pt x="16926" y="19320"/>
                </a:lnTo>
                <a:cubicBezTo>
                  <a:pt x="17055" y="19320"/>
                  <a:pt x="17160" y="19425"/>
                  <a:pt x="17160" y="19554"/>
                </a:cubicBezTo>
                <a:lnTo>
                  <a:pt x="17160" y="19866"/>
                </a:lnTo>
                <a:cubicBezTo>
                  <a:pt x="17160" y="19995"/>
                  <a:pt x="17055" y="20100"/>
                  <a:pt x="16926" y="20100"/>
                </a:cubicBezTo>
                <a:lnTo>
                  <a:pt x="1794" y="20100"/>
                </a:lnTo>
                <a:cubicBezTo>
                  <a:pt x="1665" y="20100"/>
                  <a:pt x="1560" y="19995"/>
                  <a:pt x="1560" y="19866"/>
                </a:cubicBezTo>
                <a:lnTo>
                  <a:pt x="1560" y="19554"/>
                </a:lnTo>
                <a:cubicBezTo>
                  <a:pt x="1560" y="19425"/>
                  <a:pt x="1665" y="19320"/>
                  <a:pt x="1794" y="1932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小组学习·新增</a:t>
            </a:r>
          </a:p>
        </p:txBody>
      </p:sp>
      <p:sp>
        <p:nvSpPr>
          <p:cNvPr id="73" name="TRAIN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10740"/>
                </a:moveTo>
                <a:cubicBezTo>
                  <a:pt x="7020" y="11602"/>
                  <a:pt x="6322" y="12300"/>
                  <a:pt x="5460" y="12300"/>
                </a:cubicBezTo>
                <a:cubicBezTo>
                  <a:pt x="4598" y="12300"/>
                  <a:pt x="3900" y="11602"/>
                  <a:pt x="3900" y="10740"/>
                </a:cubicBezTo>
                <a:cubicBezTo>
                  <a:pt x="3900" y="9878"/>
                  <a:pt x="4598" y="9180"/>
                  <a:pt x="5460" y="9180"/>
                </a:cubicBezTo>
                <a:cubicBezTo>
                  <a:pt x="6322" y="9180"/>
                  <a:pt x="7020" y="9878"/>
                  <a:pt x="7020" y="10740"/>
                </a:cubicBezTo>
                <a:close/>
                <a:moveTo>
                  <a:pt x="14820" y="10740"/>
                </a:moveTo>
                <a:cubicBezTo>
                  <a:pt x="14820" y="11602"/>
                  <a:pt x="14122" y="12300"/>
                  <a:pt x="13260" y="12300"/>
                </a:cubicBezTo>
                <a:cubicBezTo>
                  <a:pt x="12398" y="12300"/>
                  <a:pt x="11700" y="11602"/>
                  <a:pt x="11700" y="10740"/>
                </a:cubicBezTo>
                <a:cubicBezTo>
                  <a:pt x="11700" y="9878"/>
                  <a:pt x="12398" y="9180"/>
                  <a:pt x="13260" y="9180"/>
                </a:cubicBezTo>
                <a:cubicBezTo>
                  <a:pt x="14122" y="9180"/>
                  <a:pt x="14820" y="9878"/>
                  <a:pt x="14820" y="10740"/>
                </a:cubicBezTo>
                <a:close/>
                <a:moveTo>
                  <a:pt x="10920" y="9960"/>
                </a:moveTo>
                <a:cubicBezTo>
                  <a:pt x="10920" y="10822"/>
                  <a:pt x="10222" y="11520"/>
                  <a:pt x="9360" y="11520"/>
                </a:cubicBezTo>
                <a:cubicBezTo>
                  <a:pt x="8498" y="11520"/>
                  <a:pt x="7800" y="10822"/>
                  <a:pt x="7800" y="9960"/>
                </a:cubicBezTo>
                <a:cubicBezTo>
                  <a:pt x="7800" y="9098"/>
                  <a:pt x="8498" y="8400"/>
                  <a:pt x="9360" y="8400"/>
                </a:cubicBezTo>
                <a:cubicBezTo>
                  <a:pt x="10222" y="8400"/>
                  <a:pt x="10920" y="9098"/>
                  <a:pt x="10920" y="9960"/>
                </a:cubicBezTo>
                <a:close/>
                <a:moveTo>
                  <a:pt x="2340" y="19320"/>
                </a:moveTo>
                <a:lnTo>
                  <a:pt x="2340" y="16200"/>
                </a:lnTo>
                <a:quadBezTo>
                  <a:pt x="2340" y="14640"/>
                  <a:pt x="5460" y="14640"/>
                </a:quadBezTo>
                <a:quadBezTo>
                  <a:pt x="7800" y="14640"/>
                  <a:pt x="7800" y="16200"/>
                </a:quadBezTo>
                <a:moveTo>
                  <a:pt x="10920" y="19320"/>
                </a:moveTo>
                <a:lnTo>
                  <a:pt x="10920" y="16200"/>
                </a:lnTo>
                <a:quadBezTo>
                  <a:pt x="10920" y="14640"/>
                  <a:pt x="13260" y="14640"/>
                </a:quadBezTo>
                <a:quadBezTo>
                  <a:pt x="16380" y="14640"/>
                  <a:pt x="16380" y="16200"/>
                </a:quadBezTo>
                <a:lnTo>
                  <a:pt x="16380" y="19320"/>
                </a:lnTo>
                <a:moveTo>
                  <a:pt x="6240" y="19320"/>
                </a:moveTo>
                <a:lnTo>
                  <a:pt x="6240" y="15420"/>
                </a:lnTo>
                <a:quadBezTo>
                  <a:pt x="6240" y="14250"/>
                  <a:pt x="9360" y="14250"/>
                </a:quadBezTo>
                <a:quadBezTo>
                  <a:pt x="12480" y="14250"/>
                  <a:pt x="12480" y="15420"/>
                </a:quadBezTo>
                <a:lnTo>
                  <a:pt x="12480" y="19320"/>
                </a:lnTo>
                <a:close/>
                <a:moveTo>
                  <a:pt x="1794" y="19320"/>
                </a:moveTo>
                <a:lnTo>
                  <a:pt x="16926" y="19320"/>
                </a:lnTo>
                <a:cubicBezTo>
                  <a:pt x="17055" y="19320"/>
                  <a:pt x="17160" y="19425"/>
                  <a:pt x="17160" y="19554"/>
                </a:cubicBezTo>
                <a:lnTo>
                  <a:pt x="17160" y="19866"/>
                </a:lnTo>
                <a:cubicBezTo>
                  <a:pt x="17160" y="19995"/>
                  <a:pt x="17055" y="20100"/>
                  <a:pt x="16926" y="20100"/>
                </a:cubicBezTo>
                <a:lnTo>
                  <a:pt x="1794" y="20100"/>
                </a:lnTo>
                <a:cubicBezTo>
                  <a:pt x="1665" y="20100"/>
                  <a:pt x="1560" y="19995"/>
                  <a:pt x="1560" y="19866"/>
                </a:cubicBezTo>
                <a:lnTo>
                  <a:pt x="1560" y="19554"/>
                </a:lnTo>
                <a:cubicBezTo>
                  <a:pt x="1560" y="19425"/>
                  <a:pt x="1665" y="19320"/>
                  <a:pt x="1794" y="1932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小组学习·重点</a:t>
            </a:r>
          </a:p>
        </p:txBody>
      </p:sp>
      <p:sp>
        <p:nvSpPr>
          <p:cNvPr id="76" name="TRAIN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10740"/>
                </a:moveTo>
                <a:cubicBezTo>
                  <a:pt x="7020" y="11602"/>
                  <a:pt x="6322" y="12300"/>
                  <a:pt x="5460" y="12300"/>
                </a:cubicBezTo>
                <a:cubicBezTo>
                  <a:pt x="4598" y="12300"/>
                  <a:pt x="3900" y="11602"/>
                  <a:pt x="3900" y="10740"/>
                </a:cubicBezTo>
                <a:cubicBezTo>
                  <a:pt x="3900" y="9878"/>
                  <a:pt x="4598" y="9180"/>
                  <a:pt x="5460" y="9180"/>
                </a:cubicBezTo>
                <a:cubicBezTo>
                  <a:pt x="6322" y="9180"/>
                  <a:pt x="7020" y="9878"/>
                  <a:pt x="7020" y="10740"/>
                </a:cubicBezTo>
                <a:close/>
                <a:moveTo>
                  <a:pt x="14820" y="10740"/>
                </a:moveTo>
                <a:cubicBezTo>
                  <a:pt x="14820" y="11602"/>
                  <a:pt x="14122" y="12300"/>
                  <a:pt x="13260" y="12300"/>
                </a:cubicBezTo>
                <a:cubicBezTo>
                  <a:pt x="12398" y="12300"/>
                  <a:pt x="11700" y="11602"/>
                  <a:pt x="11700" y="10740"/>
                </a:cubicBezTo>
                <a:cubicBezTo>
                  <a:pt x="11700" y="9878"/>
                  <a:pt x="12398" y="9180"/>
                  <a:pt x="13260" y="9180"/>
                </a:cubicBezTo>
                <a:cubicBezTo>
                  <a:pt x="14122" y="9180"/>
                  <a:pt x="14820" y="9878"/>
                  <a:pt x="14820" y="10740"/>
                </a:cubicBezTo>
                <a:close/>
                <a:moveTo>
                  <a:pt x="10920" y="9960"/>
                </a:moveTo>
                <a:cubicBezTo>
                  <a:pt x="10920" y="10822"/>
                  <a:pt x="10222" y="11520"/>
                  <a:pt x="9360" y="11520"/>
                </a:cubicBezTo>
                <a:cubicBezTo>
                  <a:pt x="8498" y="11520"/>
                  <a:pt x="7800" y="10822"/>
                  <a:pt x="7800" y="9960"/>
                </a:cubicBezTo>
                <a:cubicBezTo>
                  <a:pt x="7800" y="9098"/>
                  <a:pt x="8498" y="8400"/>
                  <a:pt x="9360" y="8400"/>
                </a:cubicBezTo>
                <a:cubicBezTo>
                  <a:pt x="10222" y="8400"/>
                  <a:pt x="10920" y="9098"/>
                  <a:pt x="10920" y="9960"/>
                </a:cubicBezTo>
                <a:close/>
                <a:moveTo>
                  <a:pt x="2340" y="19320"/>
                </a:moveTo>
                <a:lnTo>
                  <a:pt x="2340" y="16200"/>
                </a:lnTo>
                <a:quadBezTo>
                  <a:pt x="2340" y="14640"/>
                  <a:pt x="5460" y="14640"/>
                </a:quadBezTo>
                <a:quadBezTo>
                  <a:pt x="7800" y="14640"/>
                  <a:pt x="7800" y="16200"/>
                </a:quadBezTo>
                <a:moveTo>
                  <a:pt x="10920" y="19320"/>
                </a:moveTo>
                <a:lnTo>
                  <a:pt x="10920" y="16200"/>
                </a:lnTo>
                <a:quadBezTo>
                  <a:pt x="10920" y="14640"/>
                  <a:pt x="13260" y="14640"/>
                </a:quadBezTo>
                <a:quadBezTo>
                  <a:pt x="16380" y="14640"/>
                  <a:pt x="16380" y="16200"/>
                </a:quadBezTo>
                <a:lnTo>
                  <a:pt x="16380" y="19320"/>
                </a:lnTo>
                <a:moveTo>
                  <a:pt x="6240" y="19320"/>
                </a:moveTo>
                <a:lnTo>
                  <a:pt x="6240" y="15420"/>
                </a:lnTo>
                <a:quadBezTo>
                  <a:pt x="6240" y="14250"/>
                  <a:pt x="9360" y="14250"/>
                </a:quadBezTo>
                <a:quadBezTo>
                  <a:pt x="12480" y="14250"/>
                  <a:pt x="12480" y="15420"/>
                </a:quadBezTo>
                <a:lnTo>
                  <a:pt x="12480" y="19320"/>
                </a:lnTo>
                <a:close/>
                <a:moveTo>
                  <a:pt x="1794" y="19320"/>
                </a:moveTo>
                <a:lnTo>
                  <a:pt x="16926" y="19320"/>
                </a:lnTo>
                <a:cubicBezTo>
                  <a:pt x="17055" y="19320"/>
                  <a:pt x="17160" y="19425"/>
                  <a:pt x="17160" y="19554"/>
                </a:cubicBezTo>
                <a:lnTo>
                  <a:pt x="17160" y="19866"/>
                </a:lnTo>
                <a:cubicBezTo>
                  <a:pt x="17160" y="19995"/>
                  <a:pt x="17055" y="20100"/>
                  <a:pt x="16926" y="20100"/>
                </a:cubicBezTo>
                <a:lnTo>
                  <a:pt x="1794" y="20100"/>
                </a:lnTo>
                <a:cubicBezTo>
                  <a:pt x="1665" y="20100"/>
                  <a:pt x="1560" y="19995"/>
                  <a:pt x="1560" y="19866"/>
                </a:cubicBezTo>
                <a:lnTo>
                  <a:pt x="1560" y="19554"/>
                </a:lnTo>
                <a:cubicBezTo>
                  <a:pt x="1560" y="19425"/>
                  <a:pt x="1665" y="19320"/>
                  <a:pt x="1794" y="1932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小组学习·协同</a:t>
            </a:r>
          </a:p>
        </p:txBody>
      </p:sp>
      <p:sp>
        <p:nvSpPr>
          <p:cNvPr id="79" name="TRAIN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10740"/>
                </a:moveTo>
                <a:cubicBezTo>
                  <a:pt x="7020" y="11602"/>
                  <a:pt x="6322" y="12300"/>
                  <a:pt x="5460" y="12300"/>
                </a:cubicBezTo>
                <a:cubicBezTo>
                  <a:pt x="4598" y="12300"/>
                  <a:pt x="3900" y="11602"/>
                  <a:pt x="3900" y="10740"/>
                </a:cubicBezTo>
                <a:cubicBezTo>
                  <a:pt x="3900" y="9878"/>
                  <a:pt x="4598" y="9180"/>
                  <a:pt x="5460" y="9180"/>
                </a:cubicBezTo>
                <a:cubicBezTo>
                  <a:pt x="6322" y="9180"/>
                  <a:pt x="7020" y="9878"/>
                  <a:pt x="7020" y="10740"/>
                </a:cubicBezTo>
                <a:close/>
                <a:moveTo>
                  <a:pt x="14820" y="10740"/>
                </a:moveTo>
                <a:cubicBezTo>
                  <a:pt x="14820" y="11602"/>
                  <a:pt x="14122" y="12300"/>
                  <a:pt x="13260" y="12300"/>
                </a:cubicBezTo>
                <a:cubicBezTo>
                  <a:pt x="12398" y="12300"/>
                  <a:pt x="11700" y="11602"/>
                  <a:pt x="11700" y="10740"/>
                </a:cubicBezTo>
                <a:cubicBezTo>
                  <a:pt x="11700" y="9878"/>
                  <a:pt x="12398" y="9180"/>
                  <a:pt x="13260" y="9180"/>
                </a:cubicBezTo>
                <a:cubicBezTo>
                  <a:pt x="14122" y="9180"/>
                  <a:pt x="14820" y="9878"/>
                  <a:pt x="14820" y="10740"/>
                </a:cubicBezTo>
                <a:close/>
                <a:moveTo>
                  <a:pt x="10920" y="9960"/>
                </a:moveTo>
                <a:cubicBezTo>
                  <a:pt x="10920" y="10822"/>
                  <a:pt x="10222" y="11520"/>
                  <a:pt x="9360" y="11520"/>
                </a:cubicBezTo>
                <a:cubicBezTo>
                  <a:pt x="8498" y="11520"/>
                  <a:pt x="7800" y="10822"/>
                  <a:pt x="7800" y="9960"/>
                </a:cubicBezTo>
                <a:cubicBezTo>
                  <a:pt x="7800" y="9098"/>
                  <a:pt x="8498" y="8400"/>
                  <a:pt x="9360" y="8400"/>
                </a:cubicBezTo>
                <a:cubicBezTo>
                  <a:pt x="10222" y="8400"/>
                  <a:pt x="10920" y="9098"/>
                  <a:pt x="10920" y="9960"/>
                </a:cubicBezTo>
                <a:close/>
                <a:moveTo>
                  <a:pt x="2340" y="19320"/>
                </a:moveTo>
                <a:lnTo>
                  <a:pt x="2340" y="16200"/>
                </a:lnTo>
                <a:quadBezTo>
                  <a:pt x="2340" y="14640"/>
                  <a:pt x="5460" y="14640"/>
                </a:quadBezTo>
                <a:quadBezTo>
                  <a:pt x="7800" y="14640"/>
                  <a:pt x="7800" y="16200"/>
                </a:quadBezTo>
                <a:moveTo>
                  <a:pt x="10920" y="19320"/>
                </a:moveTo>
                <a:lnTo>
                  <a:pt x="10920" y="16200"/>
                </a:lnTo>
                <a:quadBezTo>
                  <a:pt x="10920" y="14640"/>
                  <a:pt x="13260" y="14640"/>
                </a:quadBezTo>
                <a:quadBezTo>
                  <a:pt x="16380" y="14640"/>
                  <a:pt x="16380" y="16200"/>
                </a:quadBezTo>
                <a:lnTo>
                  <a:pt x="16380" y="19320"/>
                </a:lnTo>
                <a:moveTo>
                  <a:pt x="6240" y="19320"/>
                </a:moveTo>
                <a:lnTo>
                  <a:pt x="6240" y="15420"/>
                </a:lnTo>
                <a:quadBezTo>
                  <a:pt x="6240" y="14250"/>
                  <a:pt x="9360" y="14250"/>
                </a:quadBezTo>
                <a:quadBezTo>
                  <a:pt x="12480" y="14250"/>
                  <a:pt x="12480" y="15420"/>
                </a:quadBezTo>
                <a:lnTo>
                  <a:pt x="12480" y="19320"/>
                </a:lnTo>
                <a:close/>
                <a:moveTo>
                  <a:pt x="1794" y="19320"/>
                </a:moveTo>
                <a:lnTo>
                  <a:pt x="16926" y="19320"/>
                </a:lnTo>
                <a:cubicBezTo>
                  <a:pt x="17055" y="19320"/>
                  <a:pt x="17160" y="19425"/>
                  <a:pt x="17160" y="19554"/>
                </a:cubicBezTo>
                <a:lnTo>
                  <a:pt x="17160" y="19866"/>
                </a:lnTo>
                <a:cubicBezTo>
                  <a:pt x="17160" y="19995"/>
                  <a:pt x="17055" y="20100"/>
                  <a:pt x="16926" y="20100"/>
                </a:cubicBezTo>
                <a:lnTo>
                  <a:pt x="1794" y="20100"/>
                </a:lnTo>
                <a:cubicBezTo>
                  <a:pt x="1665" y="20100"/>
                  <a:pt x="1560" y="19995"/>
                  <a:pt x="1560" y="19866"/>
                </a:cubicBezTo>
                <a:lnTo>
                  <a:pt x="1560" y="19554"/>
                </a:lnTo>
                <a:cubicBezTo>
                  <a:pt x="1560" y="19425"/>
                  <a:pt x="1665" y="19320"/>
                  <a:pt x="1794" y="19320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小组学习·智能</a:t>
            </a:r>
          </a:p>
        </p:txBody>
      </p:sp>
      <p:sp>
        <p:nvSpPr>
          <p:cNvPr id="82" name="TRAIN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00" y="7000"/>
                </a:moveTo>
                <a:cubicBezTo>
                  <a:pt x="5000" y="7000"/>
                  <a:pt x="4000" y="9000"/>
                  <a:pt x="4000" y="11000"/>
                </a:cubicBezTo>
                <a:cubicBezTo>
                  <a:pt x="3000" y="11000"/>
                  <a:pt x="3000" y="14000"/>
                  <a:pt x="5000" y="14000"/>
                </a:cubicBezTo>
                <a:cubicBezTo>
                  <a:pt x="5000" y="17000"/>
                  <a:pt x="8000" y="18000"/>
                  <a:pt x="10000" y="17000"/>
                </a:cubicBezTo>
                <a:lnTo>
                  <a:pt x="10000" y="21000"/>
                </a:lnTo>
                <a:lnTo>
                  <a:pt x="14000" y="21000"/>
                </a:lnTo>
                <a:lnTo>
                  <a:pt x="14000" y="17000"/>
                </a:lnTo>
                <a:cubicBezTo>
                  <a:pt x="16000" y="18000"/>
                  <a:pt x="19000" y="17000"/>
                  <a:pt x="19000" y="14000"/>
                </a:cubicBezTo>
                <a:cubicBezTo>
                  <a:pt x="21000" y="14000"/>
                  <a:pt x="21000" y="11000"/>
                  <a:pt x="20000" y="11000"/>
                </a:cubicBezTo>
                <a:cubicBezTo>
                  <a:pt x="20000" y="9000"/>
                  <a:pt x="19000" y="7000"/>
                  <a:pt x="17000" y="7000"/>
                </a:cubicBezTo>
                <a:cubicBezTo>
                  <a:pt x="17000" y="5000"/>
                  <a:pt x="13000" y="5000"/>
                  <a:pt x="12000" y="7000"/>
                </a:cubicBezTo>
                <a:cubicBezTo>
                  <a:pt x="11000" y="5000"/>
                  <a:pt x="7000" y="5000"/>
                  <a:pt x="7000" y="7000"/>
                </a:cubicBezTo>
                <a:close/>
                <a:moveTo>
                  <a:pt x="11700" y="7000"/>
                </a:moveTo>
                <a:lnTo>
                  <a:pt x="11700" y="17000"/>
                </a:lnTo>
                <a:lnTo>
                  <a:pt x="12300" y="17000"/>
                </a:lnTo>
                <a:lnTo>
                  <a:pt x="12300" y="7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脑力</a:t>
            </a:r>
          </a:p>
        </p:txBody>
      </p:sp>
      <p:sp>
        <p:nvSpPr>
          <p:cNvPr id="85" name="TRAIN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3900" y="10740"/>
                  <a:pt x="3120" y="12300"/>
                  <a:pt x="3120" y="13860"/>
                </a:cubicBezTo>
                <a:cubicBezTo>
                  <a:pt x="2340" y="13860"/>
                  <a:pt x="2340" y="16200"/>
                  <a:pt x="3900" y="16200"/>
                </a:cubicBezTo>
                <a:cubicBezTo>
                  <a:pt x="3900" y="18540"/>
                  <a:pt x="6240" y="19320"/>
                  <a:pt x="7800" y="18540"/>
                </a:cubicBezTo>
                <a:lnTo>
                  <a:pt x="7800" y="21660"/>
                </a:lnTo>
                <a:lnTo>
                  <a:pt x="10920" y="21660"/>
                </a:lnTo>
                <a:lnTo>
                  <a:pt x="10920" y="18540"/>
                </a:lnTo>
                <a:cubicBezTo>
                  <a:pt x="12480" y="19320"/>
                  <a:pt x="14820" y="18540"/>
                  <a:pt x="14820" y="16200"/>
                </a:cubicBezTo>
                <a:cubicBezTo>
                  <a:pt x="16380" y="16200"/>
                  <a:pt x="16380" y="13860"/>
                  <a:pt x="15600" y="13860"/>
                </a:cubicBezTo>
                <a:cubicBezTo>
                  <a:pt x="15600" y="12300"/>
                  <a:pt x="14820" y="10740"/>
                  <a:pt x="13260" y="10740"/>
                </a:cubicBezTo>
                <a:cubicBezTo>
                  <a:pt x="13260" y="9180"/>
                  <a:pt x="10140" y="9180"/>
                  <a:pt x="9360" y="10740"/>
                </a:cubicBezTo>
                <a:cubicBezTo>
                  <a:pt x="8580" y="9180"/>
                  <a:pt x="5460" y="9180"/>
                  <a:pt x="5460" y="10740"/>
                </a:cubicBezTo>
                <a:close/>
                <a:moveTo>
                  <a:pt x="9126" y="10740"/>
                </a:moveTo>
                <a:lnTo>
                  <a:pt x="9126" y="18540"/>
                </a:lnTo>
                <a:lnTo>
                  <a:pt x="9594" y="18540"/>
                </a:lnTo>
                <a:lnTo>
                  <a:pt x="9594" y="1074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脑力·已验证</a:t>
            </a:r>
          </a:p>
        </p:txBody>
      </p:sp>
      <p:sp>
        <p:nvSpPr>
          <p:cNvPr id="88" name="TRAIN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3900" y="10740"/>
                  <a:pt x="3120" y="12300"/>
                  <a:pt x="3120" y="13860"/>
                </a:cubicBezTo>
                <a:cubicBezTo>
                  <a:pt x="2340" y="13860"/>
                  <a:pt x="2340" y="16200"/>
                  <a:pt x="3900" y="16200"/>
                </a:cubicBezTo>
                <a:cubicBezTo>
                  <a:pt x="3900" y="18540"/>
                  <a:pt x="6240" y="19320"/>
                  <a:pt x="7800" y="18540"/>
                </a:cubicBezTo>
                <a:lnTo>
                  <a:pt x="7800" y="21660"/>
                </a:lnTo>
                <a:lnTo>
                  <a:pt x="10920" y="21660"/>
                </a:lnTo>
                <a:lnTo>
                  <a:pt x="10920" y="18540"/>
                </a:lnTo>
                <a:cubicBezTo>
                  <a:pt x="12480" y="19320"/>
                  <a:pt x="14820" y="18540"/>
                  <a:pt x="14820" y="16200"/>
                </a:cubicBezTo>
                <a:cubicBezTo>
                  <a:pt x="16380" y="16200"/>
                  <a:pt x="16380" y="13860"/>
                  <a:pt x="15600" y="13860"/>
                </a:cubicBezTo>
                <a:cubicBezTo>
                  <a:pt x="15600" y="12300"/>
                  <a:pt x="14820" y="10740"/>
                  <a:pt x="13260" y="10740"/>
                </a:cubicBezTo>
                <a:cubicBezTo>
                  <a:pt x="13260" y="9180"/>
                  <a:pt x="10140" y="9180"/>
                  <a:pt x="9360" y="10740"/>
                </a:cubicBezTo>
                <a:cubicBezTo>
                  <a:pt x="8580" y="9180"/>
                  <a:pt x="5460" y="9180"/>
                  <a:pt x="5460" y="10740"/>
                </a:cubicBezTo>
                <a:close/>
                <a:moveTo>
                  <a:pt x="9126" y="10740"/>
                </a:moveTo>
                <a:lnTo>
                  <a:pt x="9126" y="18540"/>
                </a:lnTo>
                <a:lnTo>
                  <a:pt x="9594" y="18540"/>
                </a:lnTo>
                <a:lnTo>
                  <a:pt x="9594" y="1074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脑力·新增</a:t>
            </a:r>
          </a:p>
        </p:txBody>
      </p:sp>
      <p:sp>
        <p:nvSpPr>
          <p:cNvPr id="91" name="TRAIN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3900" y="10740"/>
                  <a:pt x="3120" y="12300"/>
                  <a:pt x="3120" y="13860"/>
                </a:cubicBezTo>
                <a:cubicBezTo>
                  <a:pt x="2340" y="13860"/>
                  <a:pt x="2340" y="16200"/>
                  <a:pt x="3900" y="16200"/>
                </a:cubicBezTo>
                <a:cubicBezTo>
                  <a:pt x="3900" y="18540"/>
                  <a:pt x="6240" y="19320"/>
                  <a:pt x="7800" y="18540"/>
                </a:cubicBezTo>
                <a:lnTo>
                  <a:pt x="7800" y="21660"/>
                </a:lnTo>
                <a:lnTo>
                  <a:pt x="10920" y="21660"/>
                </a:lnTo>
                <a:lnTo>
                  <a:pt x="10920" y="18540"/>
                </a:lnTo>
                <a:cubicBezTo>
                  <a:pt x="12480" y="19320"/>
                  <a:pt x="14820" y="18540"/>
                  <a:pt x="14820" y="16200"/>
                </a:cubicBezTo>
                <a:cubicBezTo>
                  <a:pt x="16380" y="16200"/>
                  <a:pt x="16380" y="13860"/>
                  <a:pt x="15600" y="13860"/>
                </a:cubicBezTo>
                <a:cubicBezTo>
                  <a:pt x="15600" y="12300"/>
                  <a:pt x="14820" y="10740"/>
                  <a:pt x="13260" y="10740"/>
                </a:cubicBezTo>
                <a:cubicBezTo>
                  <a:pt x="13260" y="9180"/>
                  <a:pt x="10140" y="9180"/>
                  <a:pt x="9360" y="10740"/>
                </a:cubicBezTo>
                <a:cubicBezTo>
                  <a:pt x="8580" y="9180"/>
                  <a:pt x="5460" y="9180"/>
                  <a:pt x="5460" y="10740"/>
                </a:cubicBezTo>
                <a:close/>
                <a:moveTo>
                  <a:pt x="9126" y="10740"/>
                </a:moveTo>
                <a:lnTo>
                  <a:pt x="9126" y="18540"/>
                </a:lnTo>
                <a:lnTo>
                  <a:pt x="9594" y="18540"/>
                </a:lnTo>
                <a:lnTo>
                  <a:pt x="9594" y="1074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脑力·重点</a:t>
            </a:r>
          </a:p>
        </p:txBody>
      </p:sp>
      <p:sp>
        <p:nvSpPr>
          <p:cNvPr id="94" name="TRAIN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3900" y="10740"/>
                  <a:pt x="3120" y="12300"/>
                  <a:pt x="3120" y="13860"/>
                </a:cubicBezTo>
                <a:cubicBezTo>
                  <a:pt x="2340" y="13860"/>
                  <a:pt x="2340" y="16200"/>
                  <a:pt x="3900" y="16200"/>
                </a:cubicBezTo>
                <a:cubicBezTo>
                  <a:pt x="3900" y="18540"/>
                  <a:pt x="6240" y="19320"/>
                  <a:pt x="7800" y="18540"/>
                </a:cubicBezTo>
                <a:lnTo>
                  <a:pt x="7800" y="21660"/>
                </a:lnTo>
                <a:lnTo>
                  <a:pt x="10920" y="21660"/>
                </a:lnTo>
                <a:lnTo>
                  <a:pt x="10920" y="18540"/>
                </a:lnTo>
                <a:cubicBezTo>
                  <a:pt x="12480" y="19320"/>
                  <a:pt x="14820" y="18540"/>
                  <a:pt x="14820" y="16200"/>
                </a:cubicBezTo>
                <a:cubicBezTo>
                  <a:pt x="16380" y="16200"/>
                  <a:pt x="16380" y="13860"/>
                  <a:pt x="15600" y="13860"/>
                </a:cubicBezTo>
                <a:cubicBezTo>
                  <a:pt x="15600" y="12300"/>
                  <a:pt x="14820" y="10740"/>
                  <a:pt x="13260" y="10740"/>
                </a:cubicBezTo>
                <a:cubicBezTo>
                  <a:pt x="13260" y="9180"/>
                  <a:pt x="10140" y="9180"/>
                  <a:pt x="9360" y="10740"/>
                </a:cubicBezTo>
                <a:cubicBezTo>
                  <a:pt x="8580" y="9180"/>
                  <a:pt x="5460" y="9180"/>
                  <a:pt x="5460" y="10740"/>
                </a:cubicBezTo>
                <a:close/>
                <a:moveTo>
                  <a:pt x="9126" y="10740"/>
                </a:moveTo>
                <a:lnTo>
                  <a:pt x="9126" y="18540"/>
                </a:lnTo>
                <a:lnTo>
                  <a:pt x="9594" y="18540"/>
                </a:lnTo>
                <a:lnTo>
                  <a:pt x="9594" y="1074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脑力·协同</a:t>
            </a:r>
          </a:p>
        </p:txBody>
      </p:sp>
      <p:sp>
        <p:nvSpPr>
          <p:cNvPr id="97" name="TRAIN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3900" y="10740"/>
                  <a:pt x="3120" y="12300"/>
                  <a:pt x="3120" y="13860"/>
                </a:cubicBezTo>
                <a:cubicBezTo>
                  <a:pt x="2340" y="13860"/>
                  <a:pt x="2340" y="16200"/>
                  <a:pt x="3900" y="16200"/>
                </a:cubicBezTo>
                <a:cubicBezTo>
                  <a:pt x="3900" y="18540"/>
                  <a:pt x="6240" y="19320"/>
                  <a:pt x="7800" y="18540"/>
                </a:cubicBezTo>
                <a:lnTo>
                  <a:pt x="7800" y="21660"/>
                </a:lnTo>
                <a:lnTo>
                  <a:pt x="10920" y="21660"/>
                </a:lnTo>
                <a:lnTo>
                  <a:pt x="10920" y="18540"/>
                </a:lnTo>
                <a:cubicBezTo>
                  <a:pt x="12480" y="19320"/>
                  <a:pt x="14820" y="18540"/>
                  <a:pt x="14820" y="16200"/>
                </a:cubicBezTo>
                <a:cubicBezTo>
                  <a:pt x="16380" y="16200"/>
                  <a:pt x="16380" y="13860"/>
                  <a:pt x="15600" y="13860"/>
                </a:cubicBezTo>
                <a:cubicBezTo>
                  <a:pt x="15600" y="12300"/>
                  <a:pt x="14820" y="10740"/>
                  <a:pt x="13260" y="10740"/>
                </a:cubicBezTo>
                <a:cubicBezTo>
                  <a:pt x="13260" y="9180"/>
                  <a:pt x="10140" y="9180"/>
                  <a:pt x="9360" y="10740"/>
                </a:cubicBezTo>
                <a:cubicBezTo>
                  <a:pt x="8580" y="9180"/>
                  <a:pt x="5460" y="9180"/>
                  <a:pt x="5460" y="10740"/>
                </a:cubicBezTo>
                <a:close/>
                <a:moveTo>
                  <a:pt x="9126" y="10740"/>
                </a:moveTo>
                <a:lnTo>
                  <a:pt x="9126" y="18540"/>
                </a:lnTo>
                <a:lnTo>
                  <a:pt x="9594" y="18540"/>
                </a:lnTo>
                <a:lnTo>
                  <a:pt x="9594" y="10740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脑力·智能</a:t>
            </a:r>
          </a:p>
        </p:txBody>
      </p:sp>
      <p:sp>
        <p:nvSpPr>
          <p:cNvPr id="100" name="TRAIN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400" y="14000"/>
                </a:moveTo>
                <a:lnTo>
                  <a:pt x="12600" y="14000"/>
                </a:lnTo>
                <a:cubicBezTo>
                  <a:pt x="12821" y="14000"/>
                  <a:pt x="13000" y="14179"/>
                  <a:pt x="13000" y="14400"/>
                </a:cubicBezTo>
                <a:lnTo>
                  <a:pt x="13000" y="20600"/>
                </a:lnTo>
                <a:cubicBezTo>
                  <a:pt x="13000" y="20821"/>
                  <a:pt x="12821" y="21000"/>
                  <a:pt x="12600" y="21000"/>
                </a:cubicBezTo>
                <a:lnTo>
                  <a:pt x="11400" y="21000"/>
                </a:lnTo>
                <a:cubicBezTo>
                  <a:pt x="11179" y="21000"/>
                  <a:pt x="11000" y="20821"/>
                  <a:pt x="11000" y="20600"/>
                </a:cubicBezTo>
                <a:lnTo>
                  <a:pt x="11000" y="14400"/>
                </a:lnTo>
                <a:cubicBezTo>
                  <a:pt x="11000" y="14179"/>
                  <a:pt x="11179" y="14000"/>
                  <a:pt x="11400" y="14000"/>
                </a:cubicBezTo>
                <a:close/>
                <a:moveTo>
                  <a:pt x="12000" y="14000"/>
                </a:moveTo>
                <a:cubicBezTo>
                  <a:pt x="6000" y="12000"/>
                  <a:pt x="4000" y="8000"/>
                  <a:pt x="4000" y="4000"/>
                </a:cubicBezTo>
                <a:cubicBezTo>
                  <a:pt x="9000" y="4000"/>
                  <a:pt x="12000" y="8000"/>
                  <a:pt x="12000" y="14000"/>
                </a:cubicBezTo>
                <a:close/>
                <a:moveTo>
                  <a:pt x="12000" y="14000"/>
                </a:moveTo>
                <a:cubicBezTo>
                  <a:pt x="18000" y="12000"/>
                  <a:pt x="20000" y="8000"/>
                  <a:pt x="20000" y="4000"/>
                </a:cubicBezTo>
                <a:cubicBezTo>
                  <a:pt x="15000" y="4000"/>
                  <a:pt x="12000" y="8000"/>
                  <a:pt x="12000" y="14000"/>
                </a:cubicBezTo>
                <a:close/>
                <a:moveTo>
                  <a:pt x="2300" y="21000"/>
                </a:moveTo>
                <a:lnTo>
                  <a:pt x="21700" y="21000"/>
                </a:lnTo>
                <a:cubicBezTo>
                  <a:pt x="21866" y="21000"/>
                  <a:pt x="22000" y="21134"/>
                  <a:pt x="22000" y="213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1300"/>
                </a:lnTo>
                <a:cubicBezTo>
                  <a:pt x="2000" y="21134"/>
                  <a:pt x="2134" y="21000"/>
                  <a:pt x="23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成长萌芽</a:t>
            </a:r>
          </a:p>
        </p:txBody>
      </p:sp>
      <p:sp>
        <p:nvSpPr>
          <p:cNvPr id="103" name="TRAIN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16200"/>
                </a:moveTo>
                <a:lnTo>
                  <a:pt x="9828" y="16200"/>
                </a:lnTo>
                <a:cubicBezTo>
                  <a:pt x="10000" y="16200"/>
                  <a:pt x="10140" y="16340"/>
                  <a:pt x="10140" y="165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16512"/>
                </a:lnTo>
                <a:cubicBezTo>
                  <a:pt x="8580" y="16340"/>
                  <a:pt x="8720" y="16200"/>
                  <a:pt x="8892" y="16200"/>
                </a:cubicBezTo>
                <a:close/>
                <a:moveTo>
                  <a:pt x="9360" y="16200"/>
                </a:moveTo>
                <a:cubicBezTo>
                  <a:pt x="4680" y="14640"/>
                  <a:pt x="3120" y="11520"/>
                  <a:pt x="3120" y="8400"/>
                </a:cubicBezTo>
                <a:cubicBezTo>
                  <a:pt x="7020" y="8400"/>
                  <a:pt x="9360" y="11520"/>
                  <a:pt x="9360" y="16200"/>
                </a:cubicBezTo>
                <a:close/>
                <a:moveTo>
                  <a:pt x="9360" y="16200"/>
                </a:moveTo>
                <a:cubicBezTo>
                  <a:pt x="14040" y="14640"/>
                  <a:pt x="15600" y="11520"/>
                  <a:pt x="15600" y="8400"/>
                </a:cubicBezTo>
                <a:cubicBezTo>
                  <a:pt x="11700" y="8400"/>
                  <a:pt x="9360" y="11520"/>
                  <a:pt x="9360" y="1620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成长萌芽·已验证</a:t>
            </a:r>
          </a:p>
        </p:txBody>
      </p:sp>
      <p:sp>
        <p:nvSpPr>
          <p:cNvPr id="106" name="TRAIN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16200"/>
                </a:moveTo>
                <a:lnTo>
                  <a:pt x="9828" y="16200"/>
                </a:lnTo>
                <a:cubicBezTo>
                  <a:pt x="10000" y="16200"/>
                  <a:pt x="10140" y="16340"/>
                  <a:pt x="10140" y="165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16512"/>
                </a:lnTo>
                <a:cubicBezTo>
                  <a:pt x="8580" y="16340"/>
                  <a:pt x="8720" y="16200"/>
                  <a:pt x="8892" y="16200"/>
                </a:cubicBezTo>
                <a:close/>
                <a:moveTo>
                  <a:pt x="9360" y="16200"/>
                </a:moveTo>
                <a:cubicBezTo>
                  <a:pt x="4680" y="14640"/>
                  <a:pt x="3120" y="11520"/>
                  <a:pt x="3120" y="8400"/>
                </a:cubicBezTo>
                <a:cubicBezTo>
                  <a:pt x="7020" y="8400"/>
                  <a:pt x="9360" y="11520"/>
                  <a:pt x="9360" y="16200"/>
                </a:cubicBezTo>
                <a:close/>
                <a:moveTo>
                  <a:pt x="9360" y="16200"/>
                </a:moveTo>
                <a:cubicBezTo>
                  <a:pt x="14040" y="14640"/>
                  <a:pt x="15600" y="11520"/>
                  <a:pt x="15600" y="8400"/>
                </a:cubicBezTo>
                <a:cubicBezTo>
                  <a:pt x="11700" y="8400"/>
                  <a:pt x="9360" y="11520"/>
                  <a:pt x="9360" y="1620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成长萌芽·新增</a:t>
            </a:r>
          </a:p>
        </p:txBody>
      </p:sp>
      <p:sp>
        <p:nvSpPr>
          <p:cNvPr id="109" name="TRAIN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16200"/>
                </a:moveTo>
                <a:lnTo>
                  <a:pt x="9828" y="16200"/>
                </a:lnTo>
                <a:cubicBezTo>
                  <a:pt x="10000" y="16200"/>
                  <a:pt x="10140" y="16340"/>
                  <a:pt x="10140" y="165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16512"/>
                </a:lnTo>
                <a:cubicBezTo>
                  <a:pt x="8580" y="16340"/>
                  <a:pt x="8720" y="16200"/>
                  <a:pt x="8892" y="16200"/>
                </a:cubicBezTo>
                <a:close/>
                <a:moveTo>
                  <a:pt x="9360" y="16200"/>
                </a:moveTo>
                <a:cubicBezTo>
                  <a:pt x="4680" y="14640"/>
                  <a:pt x="3120" y="11520"/>
                  <a:pt x="3120" y="8400"/>
                </a:cubicBezTo>
                <a:cubicBezTo>
                  <a:pt x="7020" y="8400"/>
                  <a:pt x="9360" y="11520"/>
                  <a:pt x="9360" y="16200"/>
                </a:cubicBezTo>
                <a:close/>
                <a:moveTo>
                  <a:pt x="9360" y="16200"/>
                </a:moveTo>
                <a:cubicBezTo>
                  <a:pt x="14040" y="14640"/>
                  <a:pt x="15600" y="11520"/>
                  <a:pt x="15600" y="8400"/>
                </a:cubicBezTo>
                <a:cubicBezTo>
                  <a:pt x="11700" y="8400"/>
                  <a:pt x="9360" y="11520"/>
                  <a:pt x="9360" y="1620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成长萌芽·重点</a:t>
            </a:r>
          </a:p>
        </p:txBody>
      </p:sp>
      <p:sp>
        <p:nvSpPr>
          <p:cNvPr id="112" name="TRAIN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16200"/>
                </a:moveTo>
                <a:lnTo>
                  <a:pt x="9828" y="16200"/>
                </a:lnTo>
                <a:cubicBezTo>
                  <a:pt x="10000" y="16200"/>
                  <a:pt x="10140" y="16340"/>
                  <a:pt x="10140" y="165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16512"/>
                </a:lnTo>
                <a:cubicBezTo>
                  <a:pt x="8580" y="16340"/>
                  <a:pt x="8720" y="16200"/>
                  <a:pt x="8892" y="16200"/>
                </a:cubicBezTo>
                <a:close/>
                <a:moveTo>
                  <a:pt x="9360" y="16200"/>
                </a:moveTo>
                <a:cubicBezTo>
                  <a:pt x="4680" y="14640"/>
                  <a:pt x="3120" y="11520"/>
                  <a:pt x="3120" y="8400"/>
                </a:cubicBezTo>
                <a:cubicBezTo>
                  <a:pt x="7020" y="8400"/>
                  <a:pt x="9360" y="11520"/>
                  <a:pt x="9360" y="16200"/>
                </a:cubicBezTo>
                <a:close/>
                <a:moveTo>
                  <a:pt x="9360" y="16200"/>
                </a:moveTo>
                <a:cubicBezTo>
                  <a:pt x="14040" y="14640"/>
                  <a:pt x="15600" y="11520"/>
                  <a:pt x="15600" y="8400"/>
                </a:cubicBezTo>
                <a:cubicBezTo>
                  <a:pt x="11700" y="8400"/>
                  <a:pt x="9360" y="11520"/>
                  <a:pt x="9360" y="1620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成长萌芽·协同</a:t>
            </a:r>
          </a:p>
        </p:txBody>
      </p:sp>
      <p:sp>
        <p:nvSpPr>
          <p:cNvPr id="115" name="TRAIN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16200"/>
                </a:moveTo>
                <a:lnTo>
                  <a:pt x="9828" y="16200"/>
                </a:lnTo>
                <a:cubicBezTo>
                  <a:pt x="10000" y="16200"/>
                  <a:pt x="10140" y="16340"/>
                  <a:pt x="10140" y="165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16512"/>
                </a:lnTo>
                <a:cubicBezTo>
                  <a:pt x="8580" y="16340"/>
                  <a:pt x="8720" y="16200"/>
                  <a:pt x="8892" y="16200"/>
                </a:cubicBezTo>
                <a:close/>
                <a:moveTo>
                  <a:pt x="9360" y="16200"/>
                </a:moveTo>
                <a:cubicBezTo>
                  <a:pt x="4680" y="14640"/>
                  <a:pt x="3120" y="11520"/>
                  <a:pt x="3120" y="8400"/>
                </a:cubicBezTo>
                <a:cubicBezTo>
                  <a:pt x="7020" y="8400"/>
                  <a:pt x="9360" y="11520"/>
                  <a:pt x="9360" y="16200"/>
                </a:cubicBezTo>
                <a:close/>
                <a:moveTo>
                  <a:pt x="9360" y="16200"/>
                </a:moveTo>
                <a:cubicBezTo>
                  <a:pt x="14040" y="14640"/>
                  <a:pt x="15600" y="11520"/>
                  <a:pt x="15600" y="8400"/>
                </a:cubicBezTo>
                <a:cubicBezTo>
                  <a:pt x="11700" y="8400"/>
                  <a:pt x="9360" y="11520"/>
                  <a:pt x="9360" y="1620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成长萌芽·智能</a:t>
            </a:r>
          </a:p>
        </p:txBody>
      </p:sp>
      <p:sp>
        <p:nvSpPr>
          <p:cNvPr id="118" name="TRAIN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500" y="8000"/>
                </a:moveTo>
                <a:cubicBezTo>
                  <a:pt x="17500" y="11038"/>
                  <a:pt x="15038" y="13500"/>
                  <a:pt x="12000" y="13500"/>
                </a:cubicBezTo>
                <a:cubicBezTo>
                  <a:pt x="8962" y="13500"/>
                  <a:pt x="6500" y="11038"/>
                  <a:pt x="6500" y="8000"/>
                </a:cubicBezTo>
                <a:cubicBezTo>
                  <a:pt x="6500" y="4962"/>
                  <a:pt x="8962" y="2500"/>
                  <a:pt x="12000" y="2500"/>
                </a:cubicBezTo>
                <a:cubicBezTo>
                  <a:pt x="15038" y="2500"/>
                  <a:pt x="17500" y="4962"/>
                  <a:pt x="17500" y="8000"/>
                </a:cubicBezTo>
                <a:close/>
                <a:moveTo>
                  <a:pt x="11000" y="11000"/>
                </a:moveTo>
                <a:cubicBezTo>
                  <a:pt x="11000" y="13209"/>
                  <a:pt x="9209" y="15000"/>
                  <a:pt x="7000" y="15000"/>
                </a:cubicBezTo>
                <a:cubicBezTo>
                  <a:pt x="4791" y="15000"/>
                  <a:pt x="3000" y="13209"/>
                  <a:pt x="3000" y="11000"/>
                </a:cubicBezTo>
                <a:cubicBezTo>
                  <a:pt x="3000" y="8791"/>
                  <a:pt x="4791" y="7000"/>
                  <a:pt x="7000" y="7000"/>
                </a:cubicBezTo>
                <a:cubicBezTo>
                  <a:pt x="9209" y="7000"/>
                  <a:pt x="11000" y="8791"/>
                  <a:pt x="11000" y="11000"/>
                </a:cubicBezTo>
                <a:close/>
                <a:moveTo>
                  <a:pt x="21000" y="11000"/>
                </a:moveTo>
                <a:cubicBezTo>
                  <a:pt x="21000" y="13209"/>
                  <a:pt x="19209" y="15000"/>
                  <a:pt x="17000" y="15000"/>
                </a:cubicBezTo>
                <a:cubicBezTo>
                  <a:pt x="14791" y="15000"/>
                  <a:pt x="13000" y="13209"/>
                  <a:pt x="13000" y="11000"/>
                </a:cubicBezTo>
                <a:cubicBezTo>
                  <a:pt x="13000" y="8791"/>
                  <a:pt x="14791" y="7000"/>
                  <a:pt x="17000" y="7000"/>
                </a:cubicBezTo>
                <a:cubicBezTo>
                  <a:pt x="19209" y="7000"/>
                  <a:pt x="21000" y="8791"/>
                  <a:pt x="21000" y="11000"/>
                </a:cubicBezTo>
                <a:close/>
                <a:moveTo>
                  <a:pt x="11400" y="14000"/>
                </a:moveTo>
                <a:lnTo>
                  <a:pt x="12600" y="14000"/>
                </a:lnTo>
                <a:cubicBezTo>
                  <a:pt x="12821" y="14000"/>
                  <a:pt x="13000" y="14179"/>
                  <a:pt x="13000" y="14400"/>
                </a:cubicBezTo>
                <a:lnTo>
                  <a:pt x="13000" y="20600"/>
                </a:lnTo>
                <a:cubicBezTo>
                  <a:pt x="13000" y="20821"/>
                  <a:pt x="12821" y="21000"/>
                  <a:pt x="12600" y="21000"/>
                </a:cubicBezTo>
                <a:lnTo>
                  <a:pt x="11400" y="21000"/>
                </a:lnTo>
                <a:cubicBezTo>
                  <a:pt x="11179" y="21000"/>
                  <a:pt x="11000" y="20821"/>
                  <a:pt x="11000" y="20600"/>
                </a:cubicBezTo>
                <a:lnTo>
                  <a:pt x="11000" y="14400"/>
                </a:lnTo>
                <a:cubicBezTo>
                  <a:pt x="11000" y="14179"/>
                  <a:pt x="11179" y="14000"/>
                  <a:pt x="11400" y="14000"/>
                </a:cubicBezTo>
                <a:close/>
                <a:moveTo>
                  <a:pt x="2300" y="21000"/>
                </a:moveTo>
                <a:lnTo>
                  <a:pt x="21700" y="21000"/>
                </a:lnTo>
                <a:cubicBezTo>
                  <a:pt x="21866" y="21000"/>
                  <a:pt x="22000" y="21134"/>
                  <a:pt x="22000" y="213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1300"/>
                </a:lnTo>
                <a:cubicBezTo>
                  <a:pt x="2000" y="21134"/>
                  <a:pt x="2134" y="21000"/>
                  <a:pt x="23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知识树</a:t>
            </a:r>
          </a:p>
        </p:txBody>
      </p:sp>
      <p:sp>
        <p:nvSpPr>
          <p:cNvPr id="121" name="TRAIN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650" y="11520"/>
                </a:moveTo>
                <a:cubicBezTo>
                  <a:pt x="13650" y="13889"/>
                  <a:pt x="11729" y="15810"/>
                  <a:pt x="9360" y="15810"/>
                </a:cubicBezTo>
                <a:cubicBezTo>
                  <a:pt x="6991" y="15810"/>
                  <a:pt x="5070" y="13889"/>
                  <a:pt x="5070" y="11520"/>
                </a:cubicBezTo>
                <a:cubicBezTo>
                  <a:pt x="5070" y="9151"/>
                  <a:pt x="6991" y="7230"/>
                  <a:pt x="9360" y="7230"/>
                </a:cubicBezTo>
                <a:cubicBezTo>
                  <a:pt x="11729" y="7230"/>
                  <a:pt x="13650" y="9151"/>
                  <a:pt x="13650" y="11520"/>
                </a:cubicBezTo>
                <a:close/>
                <a:moveTo>
                  <a:pt x="8580" y="13860"/>
                </a:moveTo>
                <a:cubicBezTo>
                  <a:pt x="8580" y="15583"/>
                  <a:pt x="7183" y="16980"/>
                  <a:pt x="5460" y="16980"/>
                </a:cubicBezTo>
                <a:cubicBezTo>
                  <a:pt x="3737" y="16980"/>
                  <a:pt x="2340" y="15583"/>
                  <a:pt x="2340" y="13860"/>
                </a:cubicBezTo>
                <a:cubicBezTo>
                  <a:pt x="2340" y="12137"/>
                  <a:pt x="3737" y="10740"/>
                  <a:pt x="5460" y="10740"/>
                </a:cubicBezTo>
                <a:cubicBezTo>
                  <a:pt x="7183" y="10740"/>
                  <a:pt x="8580" y="12137"/>
                  <a:pt x="8580" y="13860"/>
                </a:cubicBezTo>
                <a:close/>
                <a:moveTo>
                  <a:pt x="16380" y="13860"/>
                </a:moveTo>
                <a:cubicBezTo>
                  <a:pt x="16380" y="15583"/>
                  <a:pt x="14983" y="16980"/>
                  <a:pt x="13260" y="16980"/>
                </a:cubicBezTo>
                <a:cubicBezTo>
                  <a:pt x="11537" y="16980"/>
                  <a:pt x="10140" y="15583"/>
                  <a:pt x="10140" y="13860"/>
                </a:cubicBezTo>
                <a:cubicBezTo>
                  <a:pt x="10140" y="12137"/>
                  <a:pt x="11537" y="10740"/>
                  <a:pt x="13260" y="10740"/>
                </a:cubicBezTo>
                <a:cubicBezTo>
                  <a:pt x="14983" y="10740"/>
                  <a:pt x="16380" y="12137"/>
                  <a:pt x="16380" y="13860"/>
                </a:cubicBezTo>
                <a:close/>
                <a:moveTo>
                  <a:pt x="8892" y="16200"/>
                </a:moveTo>
                <a:lnTo>
                  <a:pt x="9828" y="16200"/>
                </a:lnTo>
                <a:cubicBezTo>
                  <a:pt x="10000" y="16200"/>
                  <a:pt x="10140" y="16340"/>
                  <a:pt x="10140" y="165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16512"/>
                </a:lnTo>
                <a:cubicBezTo>
                  <a:pt x="8580" y="16340"/>
                  <a:pt x="8720" y="16200"/>
                  <a:pt x="8892" y="1620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知识树·已验证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02_员工培训辅导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TRAIN · 第 3/3 页 · 共 82 个</a:t>
            </a:r>
          </a:p>
        </p:txBody>
      </p:sp>
      <p:sp>
        <p:nvSpPr>
          <p:cNvPr id="4" name="TRAIN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650" y="11520"/>
                </a:moveTo>
                <a:cubicBezTo>
                  <a:pt x="13650" y="13889"/>
                  <a:pt x="11729" y="15810"/>
                  <a:pt x="9360" y="15810"/>
                </a:cubicBezTo>
                <a:cubicBezTo>
                  <a:pt x="6991" y="15810"/>
                  <a:pt x="5070" y="13889"/>
                  <a:pt x="5070" y="11520"/>
                </a:cubicBezTo>
                <a:cubicBezTo>
                  <a:pt x="5070" y="9151"/>
                  <a:pt x="6991" y="7230"/>
                  <a:pt x="9360" y="7230"/>
                </a:cubicBezTo>
                <a:cubicBezTo>
                  <a:pt x="11729" y="7230"/>
                  <a:pt x="13650" y="9151"/>
                  <a:pt x="13650" y="11520"/>
                </a:cubicBezTo>
                <a:close/>
                <a:moveTo>
                  <a:pt x="8580" y="13860"/>
                </a:moveTo>
                <a:cubicBezTo>
                  <a:pt x="8580" y="15583"/>
                  <a:pt x="7183" y="16980"/>
                  <a:pt x="5460" y="16980"/>
                </a:cubicBezTo>
                <a:cubicBezTo>
                  <a:pt x="3737" y="16980"/>
                  <a:pt x="2340" y="15583"/>
                  <a:pt x="2340" y="13860"/>
                </a:cubicBezTo>
                <a:cubicBezTo>
                  <a:pt x="2340" y="12137"/>
                  <a:pt x="3737" y="10740"/>
                  <a:pt x="5460" y="10740"/>
                </a:cubicBezTo>
                <a:cubicBezTo>
                  <a:pt x="7183" y="10740"/>
                  <a:pt x="8580" y="12137"/>
                  <a:pt x="8580" y="13860"/>
                </a:cubicBezTo>
                <a:close/>
                <a:moveTo>
                  <a:pt x="16380" y="13860"/>
                </a:moveTo>
                <a:cubicBezTo>
                  <a:pt x="16380" y="15583"/>
                  <a:pt x="14983" y="16980"/>
                  <a:pt x="13260" y="16980"/>
                </a:cubicBezTo>
                <a:cubicBezTo>
                  <a:pt x="11537" y="16980"/>
                  <a:pt x="10140" y="15583"/>
                  <a:pt x="10140" y="13860"/>
                </a:cubicBezTo>
                <a:cubicBezTo>
                  <a:pt x="10140" y="12137"/>
                  <a:pt x="11537" y="10740"/>
                  <a:pt x="13260" y="10740"/>
                </a:cubicBezTo>
                <a:cubicBezTo>
                  <a:pt x="14983" y="10740"/>
                  <a:pt x="16380" y="12137"/>
                  <a:pt x="16380" y="13860"/>
                </a:cubicBezTo>
                <a:close/>
                <a:moveTo>
                  <a:pt x="8892" y="16200"/>
                </a:moveTo>
                <a:lnTo>
                  <a:pt x="9828" y="16200"/>
                </a:lnTo>
                <a:cubicBezTo>
                  <a:pt x="10000" y="16200"/>
                  <a:pt x="10140" y="16340"/>
                  <a:pt x="10140" y="165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16512"/>
                </a:lnTo>
                <a:cubicBezTo>
                  <a:pt x="8580" y="16340"/>
                  <a:pt x="8720" y="16200"/>
                  <a:pt x="8892" y="1620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知识树·新增</a:t>
            </a:r>
          </a:p>
        </p:txBody>
      </p:sp>
      <p:sp>
        <p:nvSpPr>
          <p:cNvPr id="7" name="TRAIN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650" y="11520"/>
                </a:moveTo>
                <a:cubicBezTo>
                  <a:pt x="13650" y="13889"/>
                  <a:pt x="11729" y="15810"/>
                  <a:pt x="9360" y="15810"/>
                </a:cubicBezTo>
                <a:cubicBezTo>
                  <a:pt x="6991" y="15810"/>
                  <a:pt x="5070" y="13889"/>
                  <a:pt x="5070" y="11520"/>
                </a:cubicBezTo>
                <a:cubicBezTo>
                  <a:pt x="5070" y="9151"/>
                  <a:pt x="6991" y="7230"/>
                  <a:pt x="9360" y="7230"/>
                </a:cubicBezTo>
                <a:cubicBezTo>
                  <a:pt x="11729" y="7230"/>
                  <a:pt x="13650" y="9151"/>
                  <a:pt x="13650" y="11520"/>
                </a:cubicBezTo>
                <a:close/>
                <a:moveTo>
                  <a:pt x="8580" y="13860"/>
                </a:moveTo>
                <a:cubicBezTo>
                  <a:pt x="8580" y="15583"/>
                  <a:pt x="7183" y="16980"/>
                  <a:pt x="5460" y="16980"/>
                </a:cubicBezTo>
                <a:cubicBezTo>
                  <a:pt x="3737" y="16980"/>
                  <a:pt x="2340" y="15583"/>
                  <a:pt x="2340" y="13860"/>
                </a:cubicBezTo>
                <a:cubicBezTo>
                  <a:pt x="2340" y="12137"/>
                  <a:pt x="3737" y="10740"/>
                  <a:pt x="5460" y="10740"/>
                </a:cubicBezTo>
                <a:cubicBezTo>
                  <a:pt x="7183" y="10740"/>
                  <a:pt x="8580" y="12137"/>
                  <a:pt x="8580" y="13860"/>
                </a:cubicBezTo>
                <a:close/>
                <a:moveTo>
                  <a:pt x="16380" y="13860"/>
                </a:moveTo>
                <a:cubicBezTo>
                  <a:pt x="16380" y="15583"/>
                  <a:pt x="14983" y="16980"/>
                  <a:pt x="13260" y="16980"/>
                </a:cubicBezTo>
                <a:cubicBezTo>
                  <a:pt x="11537" y="16980"/>
                  <a:pt x="10140" y="15583"/>
                  <a:pt x="10140" y="13860"/>
                </a:cubicBezTo>
                <a:cubicBezTo>
                  <a:pt x="10140" y="12137"/>
                  <a:pt x="11537" y="10740"/>
                  <a:pt x="13260" y="10740"/>
                </a:cubicBezTo>
                <a:cubicBezTo>
                  <a:pt x="14983" y="10740"/>
                  <a:pt x="16380" y="12137"/>
                  <a:pt x="16380" y="13860"/>
                </a:cubicBezTo>
                <a:close/>
                <a:moveTo>
                  <a:pt x="8892" y="16200"/>
                </a:moveTo>
                <a:lnTo>
                  <a:pt x="9828" y="16200"/>
                </a:lnTo>
                <a:cubicBezTo>
                  <a:pt x="10000" y="16200"/>
                  <a:pt x="10140" y="16340"/>
                  <a:pt x="10140" y="165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16512"/>
                </a:lnTo>
                <a:cubicBezTo>
                  <a:pt x="8580" y="16340"/>
                  <a:pt x="8720" y="16200"/>
                  <a:pt x="8892" y="1620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TRAIN-082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知识树·重点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03_客户沟通触达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CUST · 83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03_客户沟通触达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CUST · 第 1/3 页 · 共 83 个</a:t>
            </a:r>
          </a:p>
        </p:txBody>
      </p:sp>
      <p:sp>
        <p:nvSpPr>
          <p:cNvPr id="4" name="CUST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5000"/>
                </a:moveTo>
                <a:lnTo>
                  <a:pt x="14000" y="5000"/>
                </a:lnTo>
                <a:quadBezTo>
                  <a:pt x="16000" y="5000"/>
                  <a:pt x="16000" y="7000"/>
                </a:quadBezTo>
                <a:lnTo>
                  <a:pt x="16000" y="13000"/>
                </a:lnTo>
                <a:quadBezTo>
                  <a:pt x="16000" y="15000"/>
                  <a:pt x="14000" y="15000"/>
                </a:quadBezTo>
                <a:lnTo>
                  <a:pt x="8000" y="15000"/>
                </a:lnTo>
                <a:lnTo>
                  <a:pt x="5000" y="18000"/>
                </a:lnTo>
                <a:lnTo>
                  <a:pt x="5000" y="15000"/>
                </a:lnTo>
                <a:lnTo>
                  <a:pt x="4000" y="15000"/>
                </a:lnTo>
                <a:quadBezTo>
                  <a:pt x="2000" y="15000"/>
                  <a:pt x="2000" y="13000"/>
                </a:quadBezTo>
                <a:close/>
                <a:moveTo>
                  <a:pt x="9000" y="9000"/>
                </a:moveTo>
                <a:lnTo>
                  <a:pt x="21000" y="9000"/>
                </a:lnTo>
                <a:quadBezTo>
                  <a:pt x="22500" y="9000"/>
                  <a:pt x="22500" y="10500"/>
                </a:quadBezTo>
                <a:lnTo>
                  <a:pt x="22500" y="16000"/>
                </a:lnTo>
                <a:quadBezTo>
                  <a:pt x="22500" y="17500"/>
                  <a:pt x="21000" y="17500"/>
                </a:quadBezTo>
                <a:lnTo>
                  <a:pt x="19000" y="17500"/>
                </a:lnTo>
                <a:lnTo>
                  <a:pt x="19000" y="20000"/>
                </a:lnTo>
                <a:lnTo>
                  <a:pt x="16000" y="17500"/>
                </a:lnTo>
                <a:lnTo>
                  <a:pt x="11000" y="17500"/>
                </a:lnTo>
                <a:quadBezTo>
                  <a:pt x="9000" y="17500"/>
                  <a:pt x="9000" y="16000"/>
                </a:quadBezTo>
                <a:lnTo>
                  <a:pt x="9000" y="11000"/>
                </a:lnTo>
                <a:quadBezTo>
                  <a:pt x="9000" y="9000"/>
                  <a:pt x="11000" y="9000"/>
                </a:quad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对话双方</a:t>
            </a:r>
          </a:p>
        </p:txBody>
      </p:sp>
      <p:sp>
        <p:nvSpPr>
          <p:cNvPr id="7" name="CUST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lnTo>
                  <a:pt x="10920" y="9180"/>
                </a:lnTo>
                <a:quadBezTo>
                  <a:pt x="12480" y="9180"/>
                  <a:pt x="12480" y="10740"/>
                </a:quadBezTo>
                <a:lnTo>
                  <a:pt x="12480" y="15420"/>
                </a:lnTo>
                <a:quadBezTo>
                  <a:pt x="12480" y="16980"/>
                  <a:pt x="10920" y="16980"/>
                </a:quadBezTo>
                <a:lnTo>
                  <a:pt x="6240" y="1698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1560" y="16980"/>
                  <a:pt x="1560" y="15420"/>
                </a:quadBezTo>
                <a:close/>
                <a:moveTo>
                  <a:pt x="7020" y="12300"/>
                </a:moveTo>
                <a:lnTo>
                  <a:pt x="16380" y="12300"/>
                </a:lnTo>
                <a:quadBezTo>
                  <a:pt x="17550" y="12300"/>
                  <a:pt x="17550" y="13470"/>
                </a:quadBezTo>
                <a:lnTo>
                  <a:pt x="17550" y="17760"/>
                </a:lnTo>
                <a:quadBezTo>
                  <a:pt x="17550" y="18930"/>
                  <a:pt x="16380" y="18930"/>
                </a:quadBezTo>
                <a:lnTo>
                  <a:pt x="14820" y="18930"/>
                </a:lnTo>
                <a:lnTo>
                  <a:pt x="14820" y="20880"/>
                </a:lnTo>
                <a:lnTo>
                  <a:pt x="12480" y="18930"/>
                </a:lnTo>
                <a:lnTo>
                  <a:pt x="8580" y="18930"/>
                </a:lnTo>
                <a:quadBezTo>
                  <a:pt x="7020" y="18930"/>
                  <a:pt x="7020" y="17760"/>
                </a:quadBezTo>
                <a:lnTo>
                  <a:pt x="7020" y="13860"/>
                </a:lnTo>
                <a:quadBezTo>
                  <a:pt x="7020" y="12300"/>
                  <a:pt x="8580" y="12300"/>
                </a:quad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对话双方·已验证</a:t>
            </a:r>
          </a:p>
        </p:txBody>
      </p:sp>
      <p:sp>
        <p:nvSpPr>
          <p:cNvPr id="10" name="CUST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lnTo>
                  <a:pt x="10920" y="9180"/>
                </a:lnTo>
                <a:quadBezTo>
                  <a:pt x="12480" y="9180"/>
                  <a:pt x="12480" y="10740"/>
                </a:quadBezTo>
                <a:lnTo>
                  <a:pt x="12480" y="15420"/>
                </a:lnTo>
                <a:quadBezTo>
                  <a:pt x="12480" y="16980"/>
                  <a:pt x="10920" y="16980"/>
                </a:quadBezTo>
                <a:lnTo>
                  <a:pt x="6240" y="1698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1560" y="16980"/>
                  <a:pt x="1560" y="15420"/>
                </a:quadBezTo>
                <a:close/>
                <a:moveTo>
                  <a:pt x="7020" y="12300"/>
                </a:moveTo>
                <a:lnTo>
                  <a:pt x="16380" y="12300"/>
                </a:lnTo>
                <a:quadBezTo>
                  <a:pt x="17550" y="12300"/>
                  <a:pt x="17550" y="13470"/>
                </a:quadBezTo>
                <a:lnTo>
                  <a:pt x="17550" y="17760"/>
                </a:lnTo>
                <a:quadBezTo>
                  <a:pt x="17550" y="18930"/>
                  <a:pt x="16380" y="18930"/>
                </a:quadBezTo>
                <a:lnTo>
                  <a:pt x="14820" y="18930"/>
                </a:lnTo>
                <a:lnTo>
                  <a:pt x="14820" y="20880"/>
                </a:lnTo>
                <a:lnTo>
                  <a:pt x="12480" y="18930"/>
                </a:lnTo>
                <a:lnTo>
                  <a:pt x="8580" y="18930"/>
                </a:lnTo>
                <a:quadBezTo>
                  <a:pt x="7020" y="18930"/>
                  <a:pt x="7020" y="17760"/>
                </a:quadBezTo>
                <a:lnTo>
                  <a:pt x="7020" y="13860"/>
                </a:lnTo>
                <a:quadBezTo>
                  <a:pt x="7020" y="12300"/>
                  <a:pt x="8580" y="12300"/>
                </a:quad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对话双方·新增</a:t>
            </a:r>
          </a:p>
        </p:txBody>
      </p:sp>
      <p:sp>
        <p:nvSpPr>
          <p:cNvPr id="13" name="CUST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lnTo>
                  <a:pt x="10920" y="9180"/>
                </a:lnTo>
                <a:quadBezTo>
                  <a:pt x="12480" y="9180"/>
                  <a:pt x="12480" y="10740"/>
                </a:quadBezTo>
                <a:lnTo>
                  <a:pt x="12480" y="15420"/>
                </a:lnTo>
                <a:quadBezTo>
                  <a:pt x="12480" y="16980"/>
                  <a:pt x="10920" y="16980"/>
                </a:quadBezTo>
                <a:lnTo>
                  <a:pt x="6240" y="1698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1560" y="16980"/>
                  <a:pt x="1560" y="15420"/>
                </a:quadBezTo>
                <a:close/>
                <a:moveTo>
                  <a:pt x="7020" y="12300"/>
                </a:moveTo>
                <a:lnTo>
                  <a:pt x="16380" y="12300"/>
                </a:lnTo>
                <a:quadBezTo>
                  <a:pt x="17550" y="12300"/>
                  <a:pt x="17550" y="13470"/>
                </a:quadBezTo>
                <a:lnTo>
                  <a:pt x="17550" y="17760"/>
                </a:lnTo>
                <a:quadBezTo>
                  <a:pt x="17550" y="18930"/>
                  <a:pt x="16380" y="18930"/>
                </a:quadBezTo>
                <a:lnTo>
                  <a:pt x="14820" y="18930"/>
                </a:lnTo>
                <a:lnTo>
                  <a:pt x="14820" y="20880"/>
                </a:lnTo>
                <a:lnTo>
                  <a:pt x="12480" y="18930"/>
                </a:lnTo>
                <a:lnTo>
                  <a:pt x="8580" y="18930"/>
                </a:lnTo>
                <a:quadBezTo>
                  <a:pt x="7020" y="18930"/>
                  <a:pt x="7020" y="17760"/>
                </a:quadBezTo>
                <a:lnTo>
                  <a:pt x="7020" y="13860"/>
                </a:lnTo>
                <a:quadBezTo>
                  <a:pt x="7020" y="12300"/>
                  <a:pt x="8580" y="12300"/>
                </a:quad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对话双方·协同</a:t>
            </a:r>
          </a:p>
        </p:txBody>
      </p:sp>
      <p:sp>
        <p:nvSpPr>
          <p:cNvPr id="16" name="CUST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lnTo>
                  <a:pt x="10920" y="9180"/>
                </a:lnTo>
                <a:quadBezTo>
                  <a:pt x="12480" y="9180"/>
                  <a:pt x="12480" y="10740"/>
                </a:quadBezTo>
                <a:lnTo>
                  <a:pt x="12480" y="15420"/>
                </a:lnTo>
                <a:quadBezTo>
                  <a:pt x="12480" y="16980"/>
                  <a:pt x="10920" y="16980"/>
                </a:quadBezTo>
                <a:lnTo>
                  <a:pt x="6240" y="1698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1560" y="16980"/>
                  <a:pt x="1560" y="15420"/>
                </a:quadBezTo>
                <a:close/>
                <a:moveTo>
                  <a:pt x="7020" y="12300"/>
                </a:moveTo>
                <a:lnTo>
                  <a:pt x="16380" y="12300"/>
                </a:lnTo>
                <a:quadBezTo>
                  <a:pt x="17550" y="12300"/>
                  <a:pt x="17550" y="13470"/>
                </a:quadBezTo>
                <a:lnTo>
                  <a:pt x="17550" y="17760"/>
                </a:lnTo>
                <a:quadBezTo>
                  <a:pt x="17550" y="18930"/>
                  <a:pt x="16380" y="18930"/>
                </a:quadBezTo>
                <a:lnTo>
                  <a:pt x="14820" y="18930"/>
                </a:lnTo>
                <a:lnTo>
                  <a:pt x="14820" y="20880"/>
                </a:lnTo>
                <a:lnTo>
                  <a:pt x="12480" y="18930"/>
                </a:lnTo>
                <a:lnTo>
                  <a:pt x="8580" y="18930"/>
                </a:lnTo>
                <a:quadBezTo>
                  <a:pt x="7020" y="18930"/>
                  <a:pt x="7020" y="17760"/>
                </a:quadBezTo>
                <a:lnTo>
                  <a:pt x="7020" y="13860"/>
                </a:lnTo>
                <a:quadBezTo>
                  <a:pt x="7020" y="12300"/>
                  <a:pt x="8580" y="12300"/>
                </a:quad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对话双方·关怀</a:t>
            </a:r>
          </a:p>
        </p:txBody>
      </p:sp>
      <p:sp>
        <p:nvSpPr>
          <p:cNvPr id="19" name="CUST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lnTo>
                  <a:pt x="10920" y="9180"/>
                </a:lnTo>
                <a:quadBezTo>
                  <a:pt x="12480" y="9180"/>
                  <a:pt x="12480" y="10740"/>
                </a:quadBezTo>
                <a:lnTo>
                  <a:pt x="12480" y="15420"/>
                </a:lnTo>
                <a:quadBezTo>
                  <a:pt x="12480" y="16980"/>
                  <a:pt x="10920" y="16980"/>
                </a:quadBezTo>
                <a:lnTo>
                  <a:pt x="6240" y="1698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1560" y="16980"/>
                  <a:pt x="1560" y="15420"/>
                </a:quadBezTo>
                <a:close/>
                <a:moveTo>
                  <a:pt x="7020" y="12300"/>
                </a:moveTo>
                <a:lnTo>
                  <a:pt x="16380" y="12300"/>
                </a:lnTo>
                <a:quadBezTo>
                  <a:pt x="17550" y="12300"/>
                  <a:pt x="17550" y="13470"/>
                </a:quadBezTo>
                <a:lnTo>
                  <a:pt x="17550" y="17760"/>
                </a:lnTo>
                <a:quadBezTo>
                  <a:pt x="17550" y="18930"/>
                  <a:pt x="16380" y="18930"/>
                </a:quadBezTo>
                <a:lnTo>
                  <a:pt x="14820" y="18930"/>
                </a:lnTo>
                <a:lnTo>
                  <a:pt x="14820" y="20880"/>
                </a:lnTo>
                <a:lnTo>
                  <a:pt x="12480" y="18930"/>
                </a:lnTo>
                <a:lnTo>
                  <a:pt x="8580" y="18930"/>
                </a:lnTo>
                <a:quadBezTo>
                  <a:pt x="7020" y="18930"/>
                  <a:pt x="7020" y="17760"/>
                </a:quadBezTo>
                <a:lnTo>
                  <a:pt x="7020" y="13860"/>
                </a:lnTo>
                <a:quadBezTo>
                  <a:pt x="7020" y="12300"/>
                  <a:pt x="8580" y="12300"/>
                </a:quad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对话双方·定时</a:t>
            </a:r>
          </a:p>
        </p:txBody>
      </p:sp>
      <p:sp>
        <p:nvSpPr>
          <p:cNvPr id="22" name="CUST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000" y="3000"/>
                </a:moveTo>
                <a:lnTo>
                  <a:pt x="9000" y="3000"/>
                </a:lnTo>
                <a:lnTo>
                  <a:pt x="11000" y="8000"/>
                </a:lnTo>
                <a:lnTo>
                  <a:pt x="8500" y="10000"/>
                </a:lnTo>
                <a:cubicBezTo>
                  <a:pt x="9500" y="13000"/>
                  <a:pt x="11000" y="14500"/>
                  <a:pt x="14000" y="15500"/>
                </a:cubicBezTo>
                <a:lnTo>
                  <a:pt x="16000" y="13000"/>
                </a:lnTo>
                <a:lnTo>
                  <a:pt x="21000" y="15000"/>
                </a:lnTo>
                <a:lnTo>
                  <a:pt x="21000" y="19000"/>
                </a:lnTo>
                <a:cubicBezTo>
                  <a:pt x="21000" y="20500"/>
                  <a:pt x="20000" y="21000"/>
                  <a:pt x="18500" y="21000"/>
                </a:cubicBezTo>
                <a:cubicBezTo>
                  <a:pt x="11000" y="21000"/>
                  <a:pt x="3000" y="13000"/>
                  <a:pt x="3000" y="5500"/>
                </a:cubicBezTo>
                <a:cubicBezTo>
                  <a:pt x="3000" y="4000"/>
                  <a:pt x="3500" y="3000"/>
                  <a:pt x="5000" y="3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电话呼出</a:t>
            </a:r>
          </a:p>
        </p:txBody>
      </p:sp>
      <p:sp>
        <p:nvSpPr>
          <p:cNvPr id="25" name="CUST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900" y="7620"/>
                </a:moveTo>
                <a:lnTo>
                  <a:pt x="7020" y="7620"/>
                </a:lnTo>
                <a:lnTo>
                  <a:pt x="8580" y="11520"/>
                </a:lnTo>
                <a:lnTo>
                  <a:pt x="6630" y="13080"/>
                </a:lnTo>
                <a:cubicBezTo>
                  <a:pt x="7410" y="15420"/>
                  <a:pt x="8580" y="16590"/>
                  <a:pt x="10920" y="17370"/>
                </a:cubicBezTo>
                <a:lnTo>
                  <a:pt x="12480" y="15420"/>
                </a:lnTo>
                <a:lnTo>
                  <a:pt x="16380" y="16980"/>
                </a:lnTo>
                <a:lnTo>
                  <a:pt x="16380" y="20100"/>
                </a:lnTo>
                <a:cubicBezTo>
                  <a:pt x="16380" y="21270"/>
                  <a:pt x="15600" y="21660"/>
                  <a:pt x="14430" y="21660"/>
                </a:cubicBezTo>
                <a:cubicBezTo>
                  <a:pt x="8580" y="21660"/>
                  <a:pt x="2340" y="15420"/>
                  <a:pt x="2340" y="9570"/>
                </a:cubicBezTo>
                <a:cubicBezTo>
                  <a:pt x="2340" y="8400"/>
                  <a:pt x="2730" y="7620"/>
                  <a:pt x="3900" y="76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电话呼出·已验证</a:t>
            </a:r>
          </a:p>
        </p:txBody>
      </p:sp>
      <p:sp>
        <p:nvSpPr>
          <p:cNvPr id="28" name="CUST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900" y="7620"/>
                </a:moveTo>
                <a:lnTo>
                  <a:pt x="7020" y="7620"/>
                </a:lnTo>
                <a:lnTo>
                  <a:pt x="8580" y="11520"/>
                </a:lnTo>
                <a:lnTo>
                  <a:pt x="6630" y="13080"/>
                </a:lnTo>
                <a:cubicBezTo>
                  <a:pt x="7410" y="15420"/>
                  <a:pt x="8580" y="16590"/>
                  <a:pt x="10920" y="17370"/>
                </a:cubicBezTo>
                <a:lnTo>
                  <a:pt x="12480" y="15420"/>
                </a:lnTo>
                <a:lnTo>
                  <a:pt x="16380" y="16980"/>
                </a:lnTo>
                <a:lnTo>
                  <a:pt x="16380" y="20100"/>
                </a:lnTo>
                <a:cubicBezTo>
                  <a:pt x="16380" y="21270"/>
                  <a:pt x="15600" y="21660"/>
                  <a:pt x="14430" y="21660"/>
                </a:cubicBezTo>
                <a:cubicBezTo>
                  <a:pt x="8580" y="21660"/>
                  <a:pt x="2340" y="15420"/>
                  <a:pt x="2340" y="9570"/>
                </a:cubicBezTo>
                <a:cubicBezTo>
                  <a:pt x="2340" y="8400"/>
                  <a:pt x="2730" y="7620"/>
                  <a:pt x="3900" y="762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电话呼出·新增</a:t>
            </a:r>
          </a:p>
        </p:txBody>
      </p:sp>
      <p:sp>
        <p:nvSpPr>
          <p:cNvPr id="31" name="CUST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900" y="7620"/>
                </a:moveTo>
                <a:lnTo>
                  <a:pt x="7020" y="7620"/>
                </a:lnTo>
                <a:lnTo>
                  <a:pt x="8580" y="11520"/>
                </a:lnTo>
                <a:lnTo>
                  <a:pt x="6630" y="13080"/>
                </a:lnTo>
                <a:cubicBezTo>
                  <a:pt x="7410" y="15420"/>
                  <a:pt x="8580" y="16590"/>
                  <a:pt x="10920" y="17370"/>
                </a:cubicBezTo>
                <a:lnTo>
                  <a:pt x="12480" y="15420"/>
                </a:lnTo>
                <a:lnTo>
                  <a:pt x="16380" y="16980"/>
                </a:lnTo>
                <a:lnTo>
                  <a:pt x="16380" y="20100"/>
                </a:lnTo>
                <a:cubicBezTo>
                  <a:pt x="16380" y="21270"/>
                  <a:pt x="15600" y="21660"/>
                  <a:pt x="14430" y="21660"/>
                </a:cubicBezTo>
                <a:cubicBezTo>
                  <a:pt x="8580" y="21660"/>
                  <a:pt x="2340" y="15420"/>
                  <a:pt x="2340" y="9570"/>
                </a:cubicBezTo>
                <a:cubicBezTo>
                  <a:pt x="2340" y="8400"/>
                  <a:pt x="2730" y="7620"/>
                  <a:pt x="3900" y="762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电话呼出·协同</a:t>
            </a:r>
          </a:p>
        </p:txBody>
      </p:sp>
      <p:sp>
        <p:nvSpPr>
          <p:cNvPr id="34" name="CUST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900" y="7620"/>
                </a:moveTo>
                <a:lnTo>
                  <a:pt x="7020" y="7620"/>
                </a:lnTo>
                <a:lnTo>
                  <a:pt x="8580" y="11520"/>
                </a:lnTo>
                <a:lnTo>
                  <a:pt x="6630" y="13080"/>
                </a:lnTo>
                <a:cubicBezTo>
                  <a:pt x="7410" y="15420"/>
                  <a:pt x="8580" y="16590"/>
                  <a:pt x="10920" y="17370"/>
                </a:cubicBezTo>
                <a:lnTo>
                  <a:pt x="12480" y="15420"/>
                </a:lnTo>
                <a:lnTo>
                  <a:pt x="16380" y="16980"/>
                </a:lnTo>
                <a:lnTo>
                  <a:pt x="16380" y="20100"/>
                </a:lnTo>
                <a:cubicBezTo>
                  <a:pt x="16380" y="21270"/>
                  <a:pt x="15600" y="21660"/>
                  <a:pt x="14430" y="21660"/>
                </a:cubicBezTo>
                <a:cubicBezTo>
                  <a:pt x="8580" y="21660"/>
                  <a:pt x="2340" y="15420"/>
                  <a:pt x="2340" y="9570"/>
                </a:cubicBezTo>
                <a:cubicBezTo>
                  <a:pt x="2340" y="8400"/>
                  <a:pt x="2730" y="7620"/>
                  <a:pt x="3900" y="762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电话呼出·关怀</a:t>
            </a:r>
          </a:p>
        </p:txBody>
      </p:sp>
      <p:sp>
        <p:nvSpPr>
          <p:cNvPr id="37" name="CUST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900" y="7620"/>
                </a:moveTo>
                <a:lnTo>
                  <a:pt x="7020" y="7620"/>
                </a:lnTo>
                <a:lnTo>
                  <a:pt x="8580" y="11520"/>
                </a:lnTo>
                <a:lnTo>
                  <a:pt x="6630" y="13080"/>
                </a:lnTo>
                <a:cubicBezTo>
                  <a:pt x="7410" y="15420"/>
                  <a:pt x="8580" y="16590"/>
                  <a:pt x="10920" y="17370"/>
                </a:cubicBezTo>
                <a:lnTo>
                  <a:pt x="12480" y="15420"/>
                </a:lnTo>
                <a:lnTo>
                  <a:pt x="16380" y="16980"/>
                </a:lnTo>
                <a:lnTo>
                  <a:pt x="16380" y="20100"/>
                </a:lnTo>
                <a:cubicBezTo>
                  <a:pt x="16380" y="21270"/>
                  <a:pt x="15600" y="21660"/>
                  <a:pt x="14430" y="21660"/>
                </a:cubicBezTo>
                <a:cubicBezTo>
                  <a:pt x="8580" y="21660"/>
                  <a:pt x="2340" y="15420"/>
                  <a:pt x="2340" y="9570"/>
                </a:cubicBezTo>
                <a:cubicBezTo>
                  <a:pt x="2340" y="8400"/>
                  <a:pt x="2730" y="7620"/>
                  <a:pt x="3900" y="762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电话呼出·定时</a:t>
            </a:r>
          </a:p>
        </p:txBody>
      </p:sp>
      <p:sp>
        <p:nvSpPr>
          <p:cNvPr id="40" name="CUST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400" y="5000"/>
                </a:moveTo>
                <a:lnTo>
                  <a:pt x="20600" y="5000"/>
                </a:lnTo>
                <a:cubicBezTo>
                  <a:pt x="21373" y="5000"/>
                  <a:pt x="22000" y="5627"/>
                  <a:pt x="22000" y="6400"/>
                </a:cubicBezTo>
                <a:lnTo>
                  <a:pt x="22000" y="17600"/>
                </a:lnTo>
                <a:cubicBezTo>
                  <a:pt x="22000" y="18373"/>
                  <a:pt x="21373" y="19000"/>
                  <a:pt x="20600" y="19000"/>
                </a:cubicBezTo>
                <a:lnTo>
                  <a:pt x="3400" y="19000"/>
                </a:lnTo>
                <a:cubicBezTo>
                  <a:pt x="2627" y="19000"/>
                  <a:pt x="2000" y="18373"/>
                  <a:pt x="2000" y="17600"/>
                </a:cubicBezTo>
                <a:lnTo>
                  <a:pt x="2000" y="6400"/>
                </a:lnTo>
                <a:cubicBezTo>
                  <a:pt x="2000" y="5627"/>
                  <a:pt x="2627" y="5000"/>
                  <a:pt x="3400" y="5000"/>
                </a:cubicBezTo>
                <a:close/>
                <a:moveTo>
                  <a:pt x="2000" y="6000"/>
                </a:moveTo>
                <a:lnTo>
                  <a:pt x="12000" y="12700"/>
                </a:lnTo>
                <a:lnTo>
                  <a:pt x="22000" y="6000"/>
                </a:lnTo>
                <a:lnTo>
                  <a:pt x="22000" y="5000"/>
                </a:lnTo>
                <a:lnTo>
                  <a:pt x="20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邮件信封</a:t>
            </a:r>
          </a:p>
        </p:txBody>
      </p:sp>
      <p:sp>
        <p:nvSpPr>
          <p:cNvPr id="43" name="CUST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180"/>
                </a:moveTo>
                <a:lnTo>
                  <a:pt x="16068" y="9180"/>
                </a:lnTo>
                <a:cubicBezTo>
                  <a:pt x="16671" y="9180"/>
                  <a:pt x="17160" y="9669"/>
                  <a:pt x="17160" y="10272"/>
                </a:cubicBezTo>
                <a:lnTo>
                  <a:pt x="17160" y="19008"/>
                </a:lnTo>
                <a:cubicBezTo>
                  <a:pt x="17160" y="19611"/>
                  <a:pt x="16671" y="20100"/>
                  <a:pt x="16068" y="20100"/>
                </a:cubicBezTo>
                <a:lnTo>
                  <a:pt x="2652" y="20100"/>
                </a:lnTo>
                <a:cubicBezTo>
                  <a:pt x="2049" y="20100"/>
                  <a:pt x="1560" y="19611"/>
                  <a:pt x="1560" y="19008"/>
                </a:cubicBezTo>
                <a:lnTo>
                  <a:pt x="1560" y="10272"/>
                </a:lnTo>
                <a:cubicBezTo>
                  <a:pt x="1560" y="9669"/>
                  <a:pt x="2049" y="9180"/>
                  <a:pt x="2652" y="9180"/>
                </a:cubicBezTo>
                <a:close/>
                <a:moveTo>
                  <a:pt x="1560" y="9960"/>
                </a:moveTo>
                <a:lnTo>
                  <a:pt x="9360" y="15186"/>
                </a:lnTo>
                <a:lnTo>
                  <a:pt x="17160" y="9960"/>
                </a:lnTo>
                <a:lnTo>
                  <a:pt x="17160" y="9180"/>
                </a:lnTo>
                <a:lnTo>
                  <a:pt x="1560" y="918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邮件信封·已验证</a:t>
            </a:r>
          </a:p>
        </p:txBody>
      </p:sp>
      <p:sp>
        <p:nvSpPr>
          <p:cNvPr id="46" name="CUST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180"/>
                </a:moveTo>
                <a:lnTo>
                  <a:pt x="16068" y="9180"/>
                </a:lnTo>
                <a:cubicBezTo>
                  <a:pt x="16671" y="9180"/>
                  <a:pt x="17160" y="9669"/>
                  <a:pt x="17160" y="10272"/>
                </a:cubicBezTo>
                <a:lnTo>
                  <a:pt x="17160" y="19008"/>
                </a:lnTo>
                <a:cubicBezTo>
                  <a:pt x="17160" y="19611"/>
                  <a:pt x="16671" y="20100"/>
                  <a:pt x="16068" y="20100"/>
                </a:cubicBezTo>
                <a:lnTo>
                  <a:pt x="2652" y="20100"/>
                </a:lnTo>
                <a:cubicBezTo>
                  <a:pt x="2049" y="20100"/>
                  <a:pt x="1560" y="19611"/>
                  <a:pt x="1560" y="19008"/>
                </a:cubicBezTo>
                <a:lnTo>
                  <a:pt x="1560" y="10272"/>
                </a:lnTo>
                <a:cubicBezTo>
                  <a:pt x="1560" y="9669"/>
                  <a:pt x="2049" y="9180"/>
                  <a:pt x="2652" y="9180"/>
                </a:cubicBezTo>
                <a:close/>
                <a:moveTo>
                  <a:pt x="1560" y="9960"/>
                </a:moveTo>
                <a:lnTo>
                  <a:pt x="9360" y="15186"/>
                </a:lnTo>
                <a:lnTo>
                  <a:pt x="17160" y="9960"/>
                </a:lnTo>
                <a:lnTo>
                  <a:pt x="17160" y="9180"/>
                </a:lnTo>
                <a:lnTo>
                  <a:pt x="1560" y="918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邮件信封·新增</a:t>
            </a:r>
          </a:p>
        </p:txBody>
      </p:sp>
      <p:sp>
        <p:nvSpPr>
          <p:cNvPr id="49" name="CUST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180"/>
                </a:moveTo>
                <a:lnTo>
                  <a:pt x="16068" y="9180"/>
                </a:lnTo>
                <a:cubicBezTo>
                  <a:pt x="16671" y="9180"/>
                  <a:pt x="17160" y="9669"/>
                  <a:pt x="17160" y="10272"/>
                </a:cubicBezTo>
                <a:lnTo>
                  <a:pt x="17160" y="19008"/>
                </a:lnTo>
                <a:cubicBezTo>
                  <a:pt x="17160" y="19611"/>
                  <a:pt x="16671" y="20100"/>
                  <a:pt x="16068" y="20100"/>
                </a:cubicBezTo>
                <a:lnTo>
                  <a:pt x="2652" y="20100"/>
                </a:lnTo>
                <a:cubicBezTo>
                  <a:pt x="2049" y="20100"/>
                  <a:pt x="1560" y="19611"/>
                  <a:pt x="1560" y="19008"/>
                </a:cubicBezTo>
                <a:lnTo>
                  <a:pt x="1560" y="10272"/>
                </a:lnTo>
                <a:cubicBezTo>
                  <a:pt x="1560" y="9669"/>
                  <a:pt x="2049" y="9180"/>
                  <a:pt x="2652" y="9180"/>
                </a:cubicBezTo>
                <a:close/>
                <a:moveTo>
                  <a:pt x="1560" y="9960"/>
                </a:moveTo>
                <a:lnTo>
                  <a:pt x="9360" y="15186"/>
                </a:lnTo>
                <a:lnTo>
                  <a:pt x="17160" y="9960"/>
                </a:lnTo>
                <a:lnTo>
                  <a:pt x="17160" y="9180"/>
                </a:lnTo>
                <a:lnTo>
                  <a:pt x="1560" y="918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邮件信封·协同</a:t>
            </a:r>
          </a:p>
        </p:txBody>
      </p:sp>
      <p:sp>
        <p:nvSpPr>
          <p:cNvPr id="52" name="CUST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180"/>
                </a:moveTo>
                <a:lnTo>
                  <a:pt x="16068" y="9180"/>
                </a:lnTo>
                <a:cubicBezTo>
                  <a:pt x="16671" y="9180"/>
                  <a:pt x="17160" y="9669"/>
                  <a:pt x="17160" y="10272"/>
                </a:cubicBezTo>
                <a:lnTo>
                  <a:pt x="17160" y="19008"/>
                </a:lnTo>
                <a:cubicBezTo>
                  <a:pt x="17160" y="19611"/>
                  <a:pt x="16671" y="20100"/>
                  <a:pt x="16068" y="20100"/>
                </a:cubicBezTo>
                <a:lnTo>
                  <a:pt x="2652" y="20100"/>
                </a:lnTo>
                <a:cubicBezTo>
                  <a:pt x="2049" y="20100"/>
                  <a:pt x="1560" y="19611"/>
                  <a:pt x="1560" y="19008"/>
                </a:cubicBezTo>
                <a:lnTo>
                  <a:pt x="1560" y="10272"/>
                </a:lnTo>
                <a:cubicBezTo>
                  <a:pt x="1560" y="9669"/>
                  <a:pt x="2049" y="9180"/>
                  <a:pt x="2652" y="9180"/>
                </a:cubicBezTo>
                <a:close/>
                <a:moveTo>
                  <a:pt x="1560" y="9960"/>
                </a:moveTo>
                <a:lnTo>
                  <a:pt x="9360" y="15186"/>
                </a:lnTo>
                <a:lnTo>
                  <a:pt x="17160" y="9960"/>
                </a:lnTo>
                <a:lnTo>
                  <a:pt x="17160" y="9180"/>
                </a:lnTo>
                <a:lnTo>
                  <a:pt x="1560" y="9180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邮件信封·关怀</a:t>
            </a:r>
          </a:p>
        </p:txBody>
      </p:sp>
      <p:sp>
        <p:nvSpPr>
          <p:cNvPr id="55" name="CUST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180"/>
                </a:moveTo>
                <a:lnTo>
                  <a:pt x="16068" y="9180"/>
                </a:lnTo>
                <a:cubicBezTo>
                  <a:pt x="16671" y="9180"/>
                  <a:pt x="17160" y="9669"/>
                  <a:pt x="17160" y="10272"/>
                </a:cubicBezTo>
                <a:lnTo>
                  <a:pt x="17160" y="19008"/>
                </a:lnTo>
                <a:cubicBezTo>
                  <a:pt x="17160" y="19611"/>
                  <a:pt x="16671" y="20100"/>
                  <a:pt x="16068" y="20100"/>
                </a:cubicBezTo>
                <a:lnTo>
                  <a:pt x="2652" y="20100"/>
                </a:lnTo>
                <a:cubicBezTo>
                  <a:pt x="2049" y="20100"/>
                  <a:pt x="1560" y="19611"/>
                  <a:pt x="1560" y="19008"/>
                </a:cubicBezTo>
                <a:lnTo>
                  <a:pt x="1560" y="10272"/>
                </a:lnTo>
                <a:cubicBezTo>
                  <a:pt x="1560" y="9669"/>
                  <a:pt x="2049" y="9180"/>
                  <a:pt x="2652" y="9180"/>
                </a:cubicBezTo>
                <a:close/>
                <a:moveTo>
                  <a:pt x="1560" y="9960"/>
                </a:moveTo>
                <a:lnTo>
                  <a:pt x="9360" y="15186"/>
                </a:lnTo>
                <a:lnTo>
                  <a:pt x="17160" y="9960"/>
                </a:lnTo>
                <a:lnTo>
                  <a:pt x="17160" y="9180"/>
                </a:lnTo>
                <a:lnTo>
                  <a:pt x="1560" y="918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邮件信封·定时</a:t>
            </a:r>
          </a:p>
        </p:txBody>
      </p:sp>
      <p:sp>
        <p:nvSpPr>
          <p:cNvPr id="58" name="CUST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5000"/>
                </a:moveTo>
                <a:quadBezTo>
                  <a:pt x="2000" y="3000"/>
                  <a:pt x="4000" y="3000"/>
                </a:quadBezTo>
                <a:lnTo>
                  <a:pt x="20000" y="3000"/>
                </a:lnTo>
                <a:quadBezTo>
                  <a:pt x="22000" y="3000"/>
                  <a:pt x="22000" y="5000"/>
                </a:quadBezTo>
                <a:lnTo>
                  <a:pt x="22000" y="14000"/>
                </a:lnTo>
                <a:quadBezTo>
                  <a:pt x="22000" y="16000"/>
                  <a:pt x="20000" y="16000"/>
                </a:quadBezTo>
                <a:lnTo>
                  <a:pt x="9000" y="16000"/>
                </a:lnTo>
                <a:lnTo>
                  <a:pt x="5000" y="20000"/>
                </a:lnTo>
                <a:lnTo>
                  <a:pt x="5000" y="16000"/>
                </a:lnTo>
                <a:lnTo>
                  <a:pt x="4000" y="16000"/>
                </a:lnTo>
                <a:quadBezTo>
                  <a:pt x="2000" y="16000"/>
                  <a:pt x="2000" y="14000"/>
                </a:quadBezTo>
                <a:close/>
                <a:moveTo>
                  <a:pt x="9000" y="9500"/>
                </a:moveTo>
                <a:cubicBezTo>
                  <a:pt x="9000" y="10052"/>
                  <a:pt x="8552" y="10500"/>
                  <a:pt x="8000" y="10500"/>
                </a:cubicBezTo>
                <a:cubicBezTo>
                  <a:pt x="7448" y="10500"/>
                  <a:pt x="7000" y="10052"/>
                  <a:pt x="7000" y="9500"/>
                </a:cubicBezTo>
                <a:cubicBezTo>
                  <a:pt x="7000" y="8948"/>
                  <a:pt x="7448" y="8500"/>
                  <a:pt x="8000" y="8500"/>
                </a:cubicBezTo>
                <a:cubicBezTo>
                  <a:pt x="8552" y="8500"/>
                  <a:pt x="9000" y="8948"/>
                  <a:pt x="9000" y="9500"/>
                </a:cubicBezTo>
                <a:close/>
                <a:moveTo>
                  <a:pt x="13000" y="9500"/>
                </a:moveTo>
                <a:cubicBezTo>
                  <a:pt x="13000" y="10052"/>
                  <a:pt x="12552" y="10500"/>
                  <a:pt x="12000" y="10500"/>
                </a:cubicBezTo>
                <a:cubicBezTo>
                  <a:pt x="11448" y="10500"/>
                  <a:pt x="11000" y="10052"/>
                  <a:pt x="11000" y="9500"/>
                </a:cubicBezTo>
                <a:cubicBezTo>
                  <a:pt x="11000" y="8948"/>
                  <a:pt x="11448" y="8500"/>
                  <a:pt x="12000" y="8500"/>
                </a:cubicBezTo>
                <a:cubicBezTo>
                  <a:pt x="12552" y="8500"/>
                  <a:pt x="13000" y="8948"/>
                  <a:pt x="13000" y="9500"/>
                </a:cubicBezTo>
                <a:close/>
                <a:moveTo>
                  <a:pt x="17000" y="9500"/>
                </a:moveTo>
                <a:cubicBezTo>
                  <a:pt x="17000" y="10052"/>
                  <a:pt x="16552" y="10500"/>
                  <a:pt x="16000" y="10500"/>
                </a:cubicBezTo>
                <a:cubicBezTo>
                  <a:pt x="15448" y="10500"/>
                  <a:pt x="15000" y="10052"/>
                  <a:pt x="15000" y="9500"/>
                </a:cubicBezTo>
                <a:cubicBezTo>
                  <a:pt x="15000" y="8948"/>
                  <a:pt x="15448" y="8500"/>
                  <a:pt x="16000" y="8500"/>
                </a:cubicBezTo>
                <a:cubicBezTo>
                  <a:pt x="16552" y="8500"/>
                  <a:pt x="17000" y="8948"/>
                  <a:pt x="17000" y="9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短信</a:t>
            </a:r>
          </a:p>
        </p:txBody>
      </p:sp>
      <p:sp>
        <p:nvSpPr>
          <p:cNvPr id="61" name="CUST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quadBezTo>
                  <a:pt x="1560" y="7620"/>
                  <a:pt x="3120" y="7620"/>
                </a:quadBezTo>
                <a:lnTo>
                  <a:pt x="15600" y="7620"/>
                </a:lnTo>
                <a:quadBezTo>
                  <a:pt x="17160" y="7620"/>
                  <a:pt x="17160" y="9180"/>
                </a:quadBezTo>
                <a:lnTo>
                  <a:pt x="17160" y="16200"/>
                </a:lnTo>
                <a:quadBezTo>
                  <a:pt x="17160" y="17760"/>
                  <a:pt x="15600" y="17760"/>
                </a:quadBezTo>
                <a:lnTo>
                  <a:pt x="7020" y="17760"/>
                </a:lnTo>
                <a:lnTo>
                  <a:pt x="3900" y="20880"/>
                </a:lnTo>
                <a:lnTo>
                  <a:pt x="3900" y="17760"/>
                </a:lnTo>
                <a:lnTo>
                  <a:pt x="3120" y="17760"/>
                </a:lnTo>
                <a:quadBezTo>
                  <a:pt x="1560" y="17760"/>
                  <a:pt x="1560" y="16200"/>
                </a:quadBezTo>
                <a:close/>
                <a:moveTo>
                  <a:pt x="7020" y="12690"/>
                </a:moveTo>
                <a:cubicBezTo>
                  <a:pt x="7020" y="13121"/>
                  <a:pt x="6671" y="13470"/>
                  <a:pt x="6240" y="13470"/>
                </a:cubicBezTo>
                <a:cubicBezTo>
                  <a:pt x="5809" y="13470"/>
                  <a:pt x="5460" y="13121"/>
                  <a:pt x="5460" y="12690"/>
                </a:cubicBezTo>
                <a:cubicBezTo>
                  <a:pt x="5460" y="12259"/>
                  <a:pt x="5809" y="11910"/>
                  <a:pt x="6240" y="11910"/>
                </a:cubicBezTo>
                <a:cubicBezTo>
                  <a:pt x="6671" y="11910"/>
                  <a:pt x="7020" y="12259"/>
                  <a:pt x="7020" y="12690"/>
                </a:cubicBezTo>
                <a:close/>
                <a:moveTo>
                  <a:pt x="10140" y="12690"/>
                </a:moveTo>
                <a:cubicBezTo>
                  <a:pt x="10140" y="13121"/>
                  <a:pt x="9791" y="13470"/>
                  <a:pt x="9360" y="13470"/>
                </a:cubicBezTo>
                <a:cubicBezTo>
                  <a:pt x="8929" y="13470"/>
                  <a:pt x="8580" y="13121"/>
                  <a:pt x="8580" y="12690"/>
                </a:cubicBezTo>
                <a:cubicBezTo>
                  <a:pt x="8580" y="12259"/>
                  <a:pt x="8929" y="11910"/>
                  <a:pt x="9360" y="11910"/>
                </a:cubicBezTo>
                <a:cubicBezTo>
                  <a:pt x="9791" y="11910"/>
                  <a:pt x="10140" y="12259"/>
                  <a:pt x="10140" y="12690"/>
                </a:cubicBezTo>
                <a:close/>
                <a:moveTo>
                  <a:pt x="13260" y="12690"/>
                </a:moveTo>
                <a:cubicBezTo>
                  <a:pt x="13260" y="13121"/>
                  <a:pt x="12911" y="13470"/>
                  <a:pt x="12480" y="13470"/>
                </a:cubicBezTo>
                <a:cubicBezTo>
                  <a:pt x="12049" y="13470"/>
                  <a:pt x="11700" y="13121"/>
                  <a:pt x="11700" y="12690"/>
                </a:cubicBezTo>
                <a:cubicBezTo>
                  <a:pt x="11700" y="12259"/>
                  <a:pt x="12049" y="11910"/>
                  <a:pt x="12480" y="11910"/>
                </a:cubicBezTo>
                <a:cubicBezTo>
                  <a:pt x="12911" y="11910"/>
                  <a:pt x="13260" y="12259"/>
                  <a:pt x="13260" y="1269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短信·已验证</a:t>
            </a:r>
          </a:p>
        </p:txBody>
      </p:sp>
      <p:sp>
        <p:nvSpPr>
          <p:cNvPr id="64" name="CUST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quadBezTo>
                  <a:pt x="1560" y="7620"/>
                  <a:pt x="3120" y="7620"/>
                </a:quadBezTo>
                <a:lnTo>
                  <a:pt x="15600" y="7620"/>
                </a:lnTo>
                <a:quadBezTo>
                  <a:pt x="17160" y="7620"/>
                  <a:pt x="17160" y="9180"/>
                </a:quadBezTo>
                <a:lnTo>
                  <a:pt x="17160" y="16200"/>
                </a:lnTo>
                <a:quadBezTo>
                  <a:pt x="17160" y="17760"/>
                  <a:pt x="15600" y="17760"/>
                </a:quadBezTo>
                <a:lnTo>
                  <a:pt x="7020" y="17760"/>
                </a:lnTo>
                <a:lnTo>
                  <a:pt x="3900" y="20880"/>
                </a:lnTo>
                <a:lnTo>
                  <a:pt x="3900" y="17760"/>
                </a:lnTo>
                <a:lnTo>
                  <a:pt x="3120" y="17760"/>
                </a:lnTo>
                <a:quadBezTo>
                  <a:pt x="1560" y="17760"/>
                  <a:pt x="1560" y="16200"/>
                </a:quadBezTo>
                <a:close/>
                <a:moveTo>
                  <a:pt x="7020" y="12690"/>
                </a:moveTo>
                <a:cubicBezTo>
                  <a:pt x="7020" y="13121"/>
                  <a:pt x="6671" y="13470"/>
                  <a:pt x="6240" y="13470"/>
                </a:cubicBezTo>
                <a:cubicBezTo>
                  <a:pt x="5809" y="13470"/>
                  <a:pt x="5460" y="13121"/>
                  <a:pt x="5460" y="12690"/>
                </a:cubicBezTo>
                <a:cubicBezTo>
                  <a:pt x="5460" y="12259"/>
                  <a:pt x="5809" y="11910"/>
                  <a:pt x="6240" y="11910"/>
                </a:cubicBezTo>
                <a:cubicBezTo>
                  <a:pt x="6671" y="11910"/>
                  <a:pt x="7020" y="12259"/>
                  <a:pt x="7020" y="12690"/>
                </a:cubicBezTo>
                <a:close/>
                <a:moveTo>
                  <a:pt x="10140" y="12690"/>
                </a:moveTo>
                <a:cubicBezTo>
                  <a:pt x="10140" y="13121"/>
                  <a:pt x="9791" y="13470"/>
                  <a:pt x="9360" y="13470"/>
                </a:cubicBezTo>
                <a:cubicBezTo>
                  <a:pt x="8929" y="13470"/>
                  <a:pt x="8580" y="13121"/>
                  <a:pt x="8580" y="12690"/>
                </a:cubicBezTo>
                <a:cubicBezTo>
                  <a:pt x="8580" y="12259"/>
                  <a:pt x="8929" y="11910"/>
                  <a:pt x="9360" y="11910"/>
                </a:cubicBezTo>
                <a:cubicBezTo>
                  <a:pt x="9791" y="11910"/>
                  <a:pt x="10140" y="12259"/>
                  <a:pt x="10140" y="12690"/>
                </a:cubicBezTo>
                <a:close/>
                <a:moveTo>
                  <a:pt x="13260" y="12690"/>
                </a:moveTo>
                <a:cubicBezTo>
                  <a:pt x="13260" y="13121"/>
                  <a:pt x="12911" y="13470"/>
                  <a:pt x="12480" y="13470"/>
                </a:cubicBezTo>
                <a:cubicBezTo>
                  <a:pt x="12049" y="13470"/>
                  <a:pt x="11700" y="13121"/>
                  <a:pt x="11700" y="12690"/>
                </a:cubicBezTo>
                <a:cubicBezTo>
                  <a:pt x="11700" y="12259"/>
                  <a:pt x="12049" y="11910"/>
                  <a:pt x="12480" y="11910"/>
                </a:cubicBezTo>
                <a:cubicBezTo>
                  <a:pt x="12911" y="11910"/>
                  <a:pt x="13260" y="12259"/>
                  <a:pt x="13260" y="1269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短信·新增</a:t>
            </a:r>
          </a:p>
        </p:txBody>
      </p:sp>
      <p:sp>
        <p:nvSpPr>
          <p:cNvPr id="67" name="CUST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quadBezTo>
                  <a:pt x="1560" y="7620"/>
                  <a:pt x="3120" y="7620"/>
                </a:quadBezTo>
                <a:lnTo>
                  <a:pt x="15600" y="7620"/>
                </a:lnTo>
                <a:quadBezTo>
                  <a:pt x="17160" y="7620"/>
                  <a:pt x="17160" y="9180"/>
                </a:quadBezTo>
                <a:lnTo>
                  <a:pt x="17160" y="16200"/>
                </a:lnTo>
                <a:quadBezTo>
                  <a:pt x="17160" y="17760"/>
                  <a:pt x="15600" y="17760"/>
                </a:quadBezTo>
                <a:lnTo>
                  <a:pt x="7020" y="17760"/>
                </a:lnTo>
                <a:lnTo>
                  <a:pt x="3900" y="20880"/>
                </a:lnTo>
                <a:lnTo>
                  <a:pt x="3900" y="17760"/>
                </a:lnTo>
                <a:lnTo>
                  <a:pt x="3120" y="17760"/>
                </a:lnTo>
                <a:quadBezTo>
                  <a:pt x="1560" y="17760"/>
                  <a:pt x="1560" y="16200"/>
                </a:quadBezTo>
                <a:close/>
                <a:moveTo>
                  <a:pt x="7020" y="12690"/>
                </a:moveTo>
                <a:cubicBezTo>
                  <a:pt x="7020" y="13121"/>
                  <a:pt x="6671" y="13470"/>
                  <a:pt x="6240" y="13470"/>
                </a:cubicBezTo>
                <a:cubicBezTo>
                  <a:pt x="5809" y="13470"/>
                  <a:pt x="5460" y="13121"/>
                  <a:pt x="5460" y="12690"/>
                </a:cubicBezTo>
                <a:cubicBezTo>
                  <a:pt x="5460" y="12259"/>
                  <a:pt x="5809" y="11910"/>
                  <a:pt x="6240" y="11910"/>
                </a:cubicBezTo>
                <a:cubicBezTo>
                  <a:pt x="6671" y="11910"/>
                  <a:pt x="7020" y="12259"/>
                  <a:pt x="7020" y="12690"/>
                </a:cubicBezTo>
                <a:close/>
                <a:moveTo>
                  <a:pt x="10140" y="12690"/>
                </a:moveTo>
                <a:cubicBezTo>
                  <a:pt x="10140" y="13121"/>
                  <a:pt x="9791" y="13470"/>
                  <a:pt x="9360" y="13470"/>
                </a:cubicBezTo>
                <a:cubicBezTo>
                  <a:pt x="8929" y="13470"/>
                  <a:pt x="8580" y="13121"/>
                  <a:pt x="8580" y="12690"/>
                </a:cubicBezTo>
                <a:cubicBezTo>
                  <a:pt x="8580" y="12259"/>
                  <a:pt x="8929" y="11910"/>
                  <a:pt x="9360" y="11910"/>
                </a:cubicBezTo>
                <a:cubicBezTo>
                  <a:pt x="9791" y="11910"/>
                  <a:pt x="10140" y="12259"/>
                  <a:pt x="10140" y="12690"/>
                </a:cubicBezTo>
                <a:close/>
                <a:moveTo>
                  <a:pt x="13260" y="12690"/>
                </a:moveTo>
                <a:cubicBezTo>
                  <a:pt x="13260" y="13121"/>
                  <a:pt x="12911" y="13470"/>
                  <a:pt x="12480" y="13470"/>
                </a:cubicBezTo>
                <a:cubicBezTo>
                  <a:pt x="12049" y="13470"/>
                  <a:pt x="11700" y="13121"/>
                  <a:pt x="11700" y="12690"/>
                </a:cubicBezTo>
                <a:cubicBezTo>
                  <a:pt x="11700" y="12259"/>
                  <a:pt x="12049" y="11910"/>
                  <a:pt x="12480" y="11910"/>
                </a:cubicBezTo>
                <a:cubicBezTo>
                  <a:pt x="12911" y="11910"/>
                  <a:pt x="13260" y="12259"/>
                  <a:pt x="13260" y="1269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短信·协同</a:t>
            </a:r>
          </a:p>
        </p:txBody>
      </p:sp>
      <p:sp>
        <p:nvSpPr>
          <p:cNvPr id="70" name="CUST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quadBezTo>
                  <a:pt x="1560" y="7620"/>
                  <a:pt x="3120" y="7620"/>
                </a:quadBezTo>
                <a:lnTo>
                  <a:pt x="15600" y="7620"/>
                </a:lnTo>
                <a:quadBezTo>
                  <a:pt x="17160" y="7620"/>
                  <a:pt x="17160" y="9180"/>
                </a:quadBezTo>
                <a:lnTo>
                  <a:pt x="17160" y="16200"/>
                </a:lnTo>
                <a:quadBezTo>
                  <a:pt x="17160" y="17760"/>
                  <a:pt x="15600" y="17760"/>
                </a:quadBezTo>
                <a:lnTo>
                  <a:pt x="7020" y="17760"/>
                </a:lnTo>
                <a:lnTo>
                  <a:pt x="3900" y="20880"/>
                </a:lnTo>
                <a:lnTo>
                  <a:pt x="3900" y="17760"/>
                </a:lnTo>
                <a:lnTo>
                  <a:pt x="3120" y="17760"/>
                </a:lnTo>
                <a:quadBezTo>
                  <a:pt x="1560" y="17760"/>
                  <a:pt x="1560" y="16200"/>
                </a:quadBezTo>
                <a:close/>
                <a:moveTo>
                  <a:pt x="7020" y="12690"/>
                </a:moveTo>
                <a:cubicBezTo>
                  <a:pt x="7020" y="13121"/>
                  <a:pt x="6671" y="13470"/>
                  <a:pt x="6240" y="13470"/>
                </a:cubicBezTo>
                <a:cubicBezTo>
                  <a:pt x="5809" y="13470"/>
                  <a:pt x="5460" y="13121"/>
                  <a:pt x="5460" y="12690"/>
                </a:cubicBezTo>
                <a:cubicBezTo>
                  <a:pt x="5460" y="12259"/>
                  <a:pt x="5809" y="11910"/>
                  <a:pt x="6240" y="11910"/>
                </a:cubicBezTo>
                <a:cubicBezTo>
                  <a:pt x="6671" y="11910"/>
                  <a:pt x="7020" y="12259"/>
                  <a:pt x="7020" y="12690"/>
                </a:cubicBezTo>
                <a:close/>
                <a:moveTo>
                  <a:pt x="10140" y="12690"/>
                </a:moveTo>
                <a:cubicBezTo>
                  <a:pt x="10140" y="13121"/>
                  <a:pt x="9791" y="13470"/>
                  <a:pt x="9360" y="13470"/>
                </a:cubicBezTo>
                <a:cubicBezTo>
                  <a:pt x="8929" y="13470"/>
                  <a:pt x="8580" y="13121"/>
                  <a:pt x="8580" y="12690"/>
                </a:cubicBezTo>
                <a:cubicBezTo>
                  <a:pt x="8580" y="12259"/>
                  <a:pt x="8929" y="11910"/>
                  <a:pt x="9360" y="11910"/>
                </a:cubicBezTo>
                <a:cubicBezTo>
                  <a:pt x="9791" y="11910"/>
                  <a:pt x="10140" y="12259"/>
                  <a:pt x="10140" y="12690"/>
                </a:cubicBezTo>
                <a:close/>
                <a:moveTo>
                  <a:pt x="13260" y="12690"/>
                </a:moveTo>
                <a:cubicBezTo>
                  <a:pt x="13260" y="13121"/>
                  <a:pt x="12911" y="13470"/>
                  <a:pt x="12480" y="13470"/>
                </a:cubicBezTo>
                <a:cubicBezTo>
                  <a:pt x="12049" y="13470"/>
                  <a:pt x="11700" y="13121"/>
                  <a:pt x="11700" y="12690"/>
                </a:cubicBezTo>
                <a:cubicBezTo>
                  <a:pt x="11700" y="12259"/>
                  <a:pt x="12049" y="11910"/>
                  <a:pt x="12480" y="11910"/>
                </a:cubicBezTo>
                <a:cubicBezTo>
                  <a:pt x="12911" y="11910"/>
                  <a:pt x="13260" y="12259"/>
                  <a:pt x="13260" y="1269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短信·关怀</a:t>
            </a:r>
          </a:p>
        </p:txBody>
      </p:sp>
      <p:sp>
        <p:nvSpPr>
          <p:cNvPr id="73" name="CUST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quadBezTo>
                  <a:pt x="1560" y="7620"/>
                  <a:pt x="3120" y="7620"/>
                </a:quadBezTo>
                <a:lnTo>
                  <a:pt x="15600" y="7620"/>
                </a:lnTo>
                <a:quadBezTo>
                  <a:pt x="17160" y="7620"/>
                  <a:pt x="17160" y="9180"/>
                </a:quadBezTo>
                <a:lnTo>
                  <a:pt x="17160" y="16200"/>
                </a:lnTo>
                <a:quadBezTo>
                  <a:pt x="17160" y="17760"/>
                  <a:pt x="15600" y="17760"/>
                </a:quadBezTo>
                <a:lnTo>
                  <a:pt x="7020" y="17760"/>
                </a:lnTo>
                <a:lnTo>
                  <a:pt x="3900" y="20880"/>
                </a:lnTo>
                <a:lnTo>
                  <a:pt x="3900" y="17760"/>
                </a:lnTo>
                <a:lnTo>
                  <a:pt x="3120" y="17760"/>
                </a:lnTo>
                <a:quadBezTo>
                  <a:pt x="1560" y="17760"/>
                  <a:pt x="1560" y="16200"/>
                </a:quadBezTo>
                <a:close/>
                <a:moveTo>
                  <a:pt x="7020" y="12690"/>
                </a:moveTo>
                <a:cubicBezTo>
                  <a:pt x="7020" y="13121"/>
                  <a:pt x="6671" y="13470"/>
                  <a:pt x="6240" y="13470"/>
                </a:cubicBezTo>
                <a:cubicBezTo>
                  <a:pt x="5809" y="13470"/>
                  <a:pt x="5460" y="13121"/>
                  <a:pt x="5460" y="12690"/>
                </a:cubicBezTo>
                <a:cubicBezTo>
                  <a:pt x="5460" y="12259"/>
                  <a:pt x="5809" y="11910"/>
                  <a:pt x="6240" y="11910"/>
                </a:cubicBezTo>
                <a:cubicBezTo>
                  <a:pt x="6671" y="11910"/>
                  <a:pt x="7020" y="12259"/>
                  <a:pt x="7020" y="12690"/>
                </a:cubicBezTo>
                <a:close/>
                <a:moveTo>
                  <a:pt x="10140" y="12690"/>
                </a:moveTo>
                <a:cubicBezTo>
                  <a:pt x="10140" y="13121"/>
                  <a:pt x="9791" y="13470"/>
                  <a:pt x="9360" y="13470"/>
                </a:cubicBezTo>
                <a:cubicBezTo>
                  <a:pt x="8929" y="13470"/>
                  <a:pt x="8580" y="13121"/>
                  <a:pt x="8580" y="12690"/>
                </a:cubicBezTo>
                <a:cubicBezTo>
                  <a:pt x="8580" y="12259"/>
                  <a:pt x="8929" y="11910"/>
                  <a:pt x="9360" y="11910"/>
                </a:cubicBezTo>
                <a:cubicBezTo>
                  <a:pt x="9791" y="11910"/>
                  <a:pt x="10140" y="12259"/>
                  <a:pt x="10140" y="12690"/>
                </a:cubicBezTo>
                <a:close/>
                <a:moveTo>
                  <a:pt x="13260" y="12690"/>
                </a:moveTo>
                <a:cubicBezTo>
                  <a:pt x="13260" y="13121"/>
                  <a:pt x="12911" y="13470"/>
                  <a:pt x="12480" y="13470"/>
                </a:cubicBezTo>
                <a:cubicBezTo>
                  <a:pt x="12049" y="13470"/>
                  <a:pt x="11700" y="13121"/>
                  <a:pt x="11700" y="12690"/>
                </a:cubicBezTo>
                <a:cubicBezTo>
                  <a:pt x="11700" y="12259"/>
                  <a:pt x="12049" y="11910"/>
                  <a:pt x="12480" y="11910"/>
                </a:cubicBezTo>
                <a:cubicBezTo>
                  <a:pt x="12911" y="11910"/>
                  <a:pt x="13260" y="12259"/>
                  <a:pt x="13260" y="1269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短信·定时</a:t>
            </a:r>
          </a:p>
        </p:txBody>
      </p:sp>
      <p:sp>
        <p:nvSpPr>
          <p:cNvPr id="76" name="CUST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00" y="6000"/>
                </a:moveTo>
                <a:lnTo>
                  <a:pt x="14800" y="6000"/>
                </a:lnTo>
                <a:cubicBezTo>
                  <a:pt x="15463" y="6000"/>
                  <a:pt x="16000" y="6537"/>
                  <a:pt x="16000" y="7200"/>
                </a:cubicBezTo>
                <a:lnTo>
                  <a:pt x="16000" y="16800"/>
                </a:lnTo>
                <a:cubicBezTo>
                  <a:pt x="16000" y="17463"/>
                  <a:pt x="15463" y="18000"/>
                  <a:pt x="14800" y="18000"/>
                </a:cubicBezTo>
                <a:lnTo>
                  <a:pt x="3200" y="18000"/>
                </a:lnTo>
                <a:cubicBezTo>
                  <a:pt x="2537" y="18000"/>
                  <a:pt x="2000" y="17463"/>
                  <a:pt x="2000" y="16800"/>
                </a:cubicBezTo>
                <a:lnTo>
                  <a:pt x="2000" y="7200"/>
                </a:lnTo>
                <a:cubicBezTo>
                  <a:pt x="2000" y="6537"/>
                  <a:pt x="2537" y="6000"/>
                  <a:pt x="3200" y="6000"/>
                </a:cubicBezTo>
                <a:close/>
                <a:moveTo>
                  <a:pt x="16000" y="9000"/>
                </a:moveTo>
                <a:lnTo>
                  <a:pt x="22000" y="6000"/>
                </a:lnTo>
                <a:lnTo>
                  <a:pt x="22000" y="18000"/>
                </a:lnTo>
                <a:lnTo>
                  <a:pt x="16000" y="1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视频通话</a:t>
            </a:r>
          </a:p>
        </p:txBody>
      </p:sp>
      <p:sp>
        <p:nvSpPr>
          <p:cNvPr id="79" name="CUST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96" y="9960"/>
                </a:moveTo>
                <a:lnTo>
                  <a:pt x="11544" y="9960"/>
                </a:lnTo>
                <a:cubicBezTo>
                  <a:pt x="12061" y="9960"/>
                  <a:pt x="12480" y="10379"/>
                  <a:pt x="12480" y="10896"/>
                </a:cubicBezTo>
                <a:lnTo>
                  <a:pt x="12480" y="18384"/>
                </a:lnTo>
                <a:cubicBezTo>
                  <a:pt x="12480" y="18901"/>
                  <a:pt x="12061" y="19320"/>
                  <a:pt x="11544" y="19320"/>
                </a:cubicBezTo>
                <a:lnTo>
                  <a:pt x="2496" y="19320"/>
                </a:lnTo>
                <a:cubicBezTo>
                  <a:pt x="1979" y="19320"/>
                  <a:pt x="1560" y="18901"/>
                  <a:pt x="1560" y="18384"/>
                </a:cubicBezTo>
                <a:lnTo>
                  <a:pt x="1560" y="10896"/>
                </a:lnTo>
                <a:cubicBezTo>
                  <a:pt x="1560" y="10379"/>
                  <a:pt x="1979" y="9960"/>
                  <a:pt x="2496" y="9960"/>
                </a:cubicBezTo>
                <a:close/>
                <a:moveTo>
                  <a:pt x="12480" y="12300"/>
                </a:moveTo>
                <a:lnTo>
                  <a:pt x="17160" y="9960"/>
                </a:lnTo>
                <a:lnTo>
                  <a:pt x="17160" y="19320"/>
                </a:lnTo>
                <a:lnTo>
                  <a:pt x="12480" y="1698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视频通话·已验证</a:t>
            </a:r>
          </a:p>
        </p:txBody>
      </p:sp>
      <p:sp>
        <p:nvSpPr>
          <p:cNvPr id="82" name="CUST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96" y="9960"/>
                </a:moveTo>
                <a:lnTo>
                  <a:pt x="11544" y="9960"/>
                </a:lnTo>
                <a:cubicBezTo>
                  <a:pt x="12061" y="9960"/>
                  <a:pt x="12480" y="10379"/>
                  <a:pt x="12480" y="10896"/>
                </a:cubicBezTo>
                <a:lnTo>
                  <a:pt x="12480" y="18384"/>
                </a:lnTo>
                <a:cubicBezTo>
                  <a:pt x="12480" y="18901"/>
                  <a:pt x="12061" y="19320"/>
                  <a:pt x="11544" y="19320"/>
                </a:cubicBezTo>
                <a:lnTo>
                  <a:pt x="2496" y="19320"/>
                </a:lnTo>
                <a:cubicBezTo>
                  <a:pt x="1979" y="19320"/>
                  <a:pt x="1560" y="18901"/>
                  <a:pt x="1560" y="18384"/>
                </a:cubicBezTo>
                <a:lnTo>
                  <a:pt x="1560" y="10896"/>
                </a:lnTo>
                <a:cubicBezTo>
                  <a:pt x="1560" y="10379"/>
                  <a:pt x="1979" y="9960"/>
                  <a:pt x="2496" y="9960"/>
                </a:cubicBezTo>
                <a:close/>
                <a:moveTo>
                  <a:pt x="12480" y="12300"/>
                </a:moveTo>
                <a:lnTo>
                  <a:pt x="17160" y="9960"/>
                </a:lnTo>
                <a:lnTo>
                  <a:pt x="17160" y="19320"/>
                </a:lnTo>
                <a:lnTo>
                  <a:pt x="12480" y="1698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视频通话·新增</a:t>
            </a:r>
          </a:p>
        </p:txBody>
      </p:sp>
      <p:sp>
        <p:nvSpPr>
          <p:cNvPr id="85" name="CUST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96" y="9960"/>
                </a:moveTo>
                <a:lnTo>
                  <a:pt x="11544" y="9960"/>
                </a:lnTo>
                <a:cubicBezTo>
                  <a:pt x="12061" y="9960"/>
                  <a:pt x="12480" y="10379"/>
                  <a:pt x="12480" y="10896"/>
                </a:cubicBezTo>
                <a:lnTo>
                  <a:pt x="12480" y="18384"/>
                </a:lnTo>
                <a:cubicBezTo>
                  <a:pt x="12480" y="18901"/>
                  <a:pt x="12061" y="19320"/>
                  <a:pt x="11544" y="19320"/>
                </a:cubicBezTo>
                <a:lnTo>
                  <a:pt x="2496" y="19320"/>
                </a:lnTo>
                <a:cubicBezTo>
                  <a:pt x="1979" y="19320"/>
                  <a:pt x="1560" y="18901"/>
                  <a:pt x="1560" y="18384"/>
                </a:cubicBezTo>
                <a:lnTo>
                  <a:pt x="1560" y="10896"/>
                </a:lnTo>
                <a:cubicBezTo>
                  <a:pt x="1560" y="10379"/>
                  <a:pt x="1979" y="9960"/>
                  <a:pt x="2496" y="9960"/>
                </a:cubicBezTo>
                <a:close/>
                <a:moveTo>
                  <a:pt x="12480" y="12300"/>
                </a:moveTo>
                <a:lnTo>
                  <a:pt x="17160" y="9960"/>
                </a:lnTo>
                <a:lnTo>
                  <a:pt x="17160" y="19320"/>
                </a:lnTo>
                <a:lnTo>
                  <a:pt x="12480" y="1698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视频通话·协同</a:t>
            </a:r>
          </a:p>
        </p:txBody>
      </p:sp>
      <p:sp>
        <p:nvSpPr>
          <p:cNvPr id="88" name="CUST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96" y="9960"/>
                </a:moveTo>
                <a:lnTo>
                  <a:pt x="11544" y="9960"/>
                </a:lnTo>
                <a:cubicBezTo>
                  <a:pt x="12061" y="9960"/>
                  <a:pt x="12480" y="10379"/>
                  <a:pt x="12480" y="10896"/>
                </a:cubicBezTo>
                <a:lnTo>
                  <a:pt x="12480" y="18384"/>
                </a:lnTo>
                <a:cubicBezTo>
                  <a:pt x="12480" y="18901"/>
                  <a:pt x="12061" y="19320"/>
                  <a:pt x="11544" y="19320"/>
                </a:cubicBezTo>
                <a:lnTo>
                  <a:pt x="2496" y="19320"/>
                </a:lnTo>
                <a:cubicBezTo>
                  <a:pt x="1979" y="19320"/>
                  <a:pt x="1560" y="18901"/>
                  <a:pt x="1560" y="18384"/>
                </a:cubicBezTo>
                <a:lnTo>
                  <a:pt x="1560" y="10896"/>
                </a:lnTo>
                <a:cubicBezTo>
                  <a:pt x="1560" y="10379"/>
                  <a:pt x="1979" y="9960"/>
                  <a:pt x="2496" y="9960"/>
                </a:cubicBezTo>
                <a:close/>
                <a:moveTo>
                  <a:pt x="12480" y="12300"/>
                </a:moveTo>
                <a:lnTo>
                  <a:pt x="17160" y="9960"/>
                </a:lnTo>
                <a:lnTo>
                  <a:pt x="17160" y="19320"/>
                </a:lnTo>
                <a:lnTo>
                  <a:pt x="12480" y="16980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视频通话·关怀</a:t>
            </a:r>
          </a:p>
        </p:txBody>
      </p:sp>
      <p:sp>
        <p:nvSpPr>
          <p:cNvPr id="91" name="CUST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96" y="9960"/>
                </a:moveTo>
                <a:lnTo>
                  <a:pt x="11544" y="9960"/>
                </a:lnTo>
                <a:cubicBezTo>
                  <a:pt x="12061" y="9960"/>
                  <a:pt x="12480" y="10379"/>
                  <a:pt x="12480" y="10896"/>
                </a:cubicBezTo>
                <a:lnTo>
                  <a:pt x="12480" y="18384"/>
                </a:lnTo>
                <a:cubicBezTo>
                  <a:pt x="12480" y="18901"/>
                  <a:pt x="12061" y="19320"/>
                  <a:pt x="11544" y="19320"/>
                </a:cubicBezTo>
                <a:lnTo>
                  <a:pt x="2496" y="19320"/>
                </a:lnTo>
                <a:cubicBezTo>
                  <a:pt x="1979" y="19320"/>
                  <a:pt x="1560" y="18901"/>
                  <a:pt x="1560" y="18384"/>
                </a:cubicBezTo>
                <a:lnTo>
                  <a:pt x="1560" y="10896"/>
                </a:lnTo>
                <a:cubicBezTo>
                  <a:pt x="1560" y="10379"/>
                  <a:pt x="1979" y="9960"/>
                  <a:pt x="2496" y="9960"/>
                </a:cubicBezTo>
                <a:close/>
                <a:moveTo>
                  <a:pt x="12480" y="12300"/>
                </a:moveTo>
                <a:lnTo>
                  <a:pt x="17160" y="9960"/>
                </a:lnTo>
                <a:lnTo>
                  <a:pt x="17160" y="19320"/>
                </a:lnTo>
                <a:lnTo>
                  <a:pt x="12480" y="1698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视频通话·定时</a:t>
            </a:r>
          </a:p>
        </p:txBody>
      </p:sp>
      <p:sp>
        <p:nvSpPr>
          <p:cNvPr id="94" name="CUST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13000"/>
                </a:moveTo>
                <a:quadBezTo>
                  <a:pt x="4000" y="4000"/>
                  <a:pt x="12000" y="4000"/>
                </a:quadBezTo>
                <a:quadBezTo>
                  <a:pt x="20000" y="4000"/>
                  <a:pt x="20000" y="13000"/>
                </a:quadBezTo>
                <a:lnTo>
                  <a:pt x="20000" y="17000"/>
                </a:lnTo>
                <a:lnTo>
                  <a:pt x="17000" y="17000"/>
                </a:lnTo>
                <a:lnTo>
                  <a:pt x="17000" y="12000"/>
                </a:lnTo>
                <a:lnTo>
                  <a:pt x="19000" y="12000"/>
                </a:lnTo>
                <a:quadBezTo>
                  <a:pt x="18000" y="7000"/>
                  <a:pt x="12000" y="7000"/>
                </a:quadBezTo>
                <a:quadBezTo>
                  <a:pt x="6000" y="7000"/>
                  <a:pt x="5000" y="12000"/>
                </a:quadBezTo>
                <a:lnTo>
                  <a:pt x="7000" y="12000"/>
                </a:lnTo>
                <a:lnTo>
                  <a:pt x="7000" y="17000"/>
                </a:lnTo>
                <a:lnTo>
                  <a:pt x="4000" y="17000"/>
                </a:lnTo>
                <a:close/>
                <a:moveTo>
                  <a:pt x="4600" y="17000"/>
                </a:moveTo>
                <a:lnTo>
                  <a:pt x="7400" y="17000"/>
                </a:lnTo>
                <a:cubicBezTo>
                  <a:pt x="7731" y="17000"/>
                  <a:pt x="8000" y="17269"/>
                  <a:pt x="8000" y="17600"/>
                </a:cubicBezTo>
                <a:lnTo>
                  <a:pt x="8000" y="20400"/>
                </a:lnTo>
                <a:cubicBezTo>
                  <a:pt x="8000" y="20731"/>
                  <a:pt x="7731" y="21000"/>
                  <a:pt x="7400" y="21000"/>
                </a:cubicBezTo>
                <a:lnTo>
                  <a:pt x="4600" y="21000"/>
                </a:lnTo>
                <a:cubicBezTo>
                  <a:pt x="4269" y="21000"/>
                  <a:pt x="4000" y="20731"/>
                  <a:pt x="4000" y="20400"/>
                </a:cubicBezTo>
                <a:lnTo>
                  <a:pt x="4000" y="17600"/>
                </a:lnTo>
                <a:cubicBezTo>
                  <a:pt x="4000" y="17269"/>
                  <a:pt x="4269" y="17000"/>
                  <a:pt x="4600" y="17000"/>
                </a:cubicBezTo>
                <a:close/>
                <a:moveTo>
                  <a:pt x="16600" y="17000"/>
                </a:moveTo>
                <a:lnTo>
                  <a:pt x="19400" y="17000"/>
                </a:lnTo>
                <a:cubicBezTo>
                  <a:pt x="19731" y="17000"/>
                  <a:pt x="20000" y="17269"/>
                  <a:pt x="20000" y="17600"/>
                </a:cubicBezTo>
                <a:lnTo>
                  <a:pt x="20000" y="20400"/>
                </a:lnTo>
                <a:cubicBezTo>
                  <a:pt x="20000" y="20731"/>
                  <a:pt x="19731" y="21000"/>
                  <a:pt x="19400" y="21000"/>
                </a:cubicBezTo>
                <a:lnTo>
                  <a:pt x="16600" y="21000"/>
                </a:lnTo>
                <a:cubicBezTo>
                  <a:pt x="16269" y="21000"/>
                  <a:pt x="16000" y="20731"/>
                  <a:pt x="16000" y="20400"/>
                </a:cubicBezTo>
                <a:lnTo>
                  <a:pt x="16000" y="17600"/>
                </a:lnTo>
                <a:cubicBezTo>
                  <a:pt x="16000" y="17269"/>
                  <a:pt x="16269" y="17000"/>
                  <a:pt x="16600" y="1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客服耳机</a:t>
            </a:r>
          </a:p>
        </p:txBody>
      </p:sp>
      <p:sp>
        <p:nvSpPr>
          <p:cNvPr id="97" name="CUST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5420"/>
                </a:moveTo>
                <a:quadBezTo>
                  <a:pt x="3120" y="8400"/>
                  <a:pt x="9360" y="8400"/>
                </a:quadBezTo>
                <a:quadBezTo>
                  <a:pt x="15600" y="8400"/>
                  <a:pt x="15600" y="15420"/>
                </a:quadBezTo>
                <a:lnTo>
                  <a:pt x="15600" y="18540"/>
                </a:lnTo>
                <a:lnTo>
                  <a:pt x="13260" y="18540"/>
                </a:lnTo>
                <a:lnTo>
                  <a:pt x="13260" y="14640"/>
                </a:lnTo>
                <a:lnTo>
                  <a:pt x="14820" y="14640"/>
                </a:lnTo>
                <a:quadBezTo>
                  <a:pt x="14040" y="10740"/>
                  <a:pt x="9360" y="10740"/>
                </a:quadBezTo>
                <a:quadBezTo>
                  <a:pt x="4680" y="10740"/>
                  <a:pt x="3900" y="14640"/>
                </a:quadBezTo>
                <a:lnTo>
                  <a:pt x="5460" y="14640"/>
                </a:lnTo>
                <a:lnTo>
                  <a:pt x="5460" y="18540"/>
                </a:lnTo>
                <a:lnTo>
                  <a:pt x="3120" y="18540"/>
                </a:lnTo>
                <a:close/>
                <a:moveTo>
                  <a:pt x="3588" y="18540"/>
                </a:moveTo>
                <a:lnTo>
                  <a:pt x="5772" y="18540"/>
                </a:lnTo>
                <a:cubicBezTo>
                  <a:pt x="6030" y="18540"/>
                  <a:pt x="6240" y="18750"/>
                  <a:pt x="6240" y="19008"/>
                </a:cubicBezTo>
                <a:lnTo>
                  <a:pt x="6240" y="21192"/>
                </a:lnTo>
                <a:cubicBezTo>
                  <a:pt x="6240" y="21450"/>
                  <a:pt x="6030" y="21660"/>
                  <a:pt x="5772" y="21660"/>
                </a:cubicBezTo>
                <a:lnTo>
                  <a:pt x="3588" y="21660"/>
                </a:lnTo>
                <a:cubicBezTo>
                  <a:pt x="3330" y="21660"/>
                  <a:pt x="3120" y="21450"/>
                  <a:pt x="3120" y="21192"/>
                </a:cubicBezTo>
                <a:lnTo>
                  <a:pt x="3120" y="19008"/>
                </a:lnTo>
                <a:cubicBezTo>
                  <a:pt x="3120" y="18750"/>
                  <a:pt x="3330" y="18540"/>
                  <a:pt x="3588" y="18540"/>
                </a:cubicBezTo>
                <a:close/>
                <a:moveTo>
                  <a:pt x="12948" y="18540"/>
                </a:moveTo>
                <a:lnTo>
                  <a:pt x="15132" y="18540"/>
                </a:lnTo>
                <a:cubicBezTo>
                  <a:pt x="15390" y="18540"/>
                  <a:pt x="15600" y="18750"/>
                  <a:pt x="15600" y="19008"/>
                </a:cubicBezTo>
                <a:lnTo>
                  <a:pt x="15600" y="21192"/>
                </a:lnTo>
                <a:cubicBezTo>
                  <a:pt x="15600" y="21450"/>
                  <a:pt x="15390" y="21660"/>
                  <a:pt x="15132" y="21660"/>
                </a:cubicBezTo>
                <a:lnTo>
                  <a:pt x="12948" y="21660"/>
                </a:lnTo>
                <a:cubicBezTo>
                  <a:pt x="12690" y="21660"/>
                  <a:pt x="12480" y="21450"/>
                  <a:pt x="12480" y="21192"/>
                </a:cubicBezTo>
                <a:lnTo>
                  <a:pt x="12480" y="19008"/>
                </a:lnTo>
                <a:cubicBezTo>
                  <a:pt x="12480" y="18750"/>
                  <a:pt x="12690" y="18540"/>
                  <a:pt x="12948" y="1854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客服耳机·已验证</a:t>
            </a:r>
          </a:p>
        </p:txBody>
      </p:sp>
      <p:sp>
        <p:nvSpPr>
          <p:cNvPr id="100" name="CUST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5420"/>
                </a:moveTo>
                <a:quadBezTo>
                  <a:pt x="3120" y="8400"/>
                  <a:pt x="9360" y="8400"/>
                </a:quadBezTo>
                <a:quadBezTo>
                  <a:pt x="15600" y="8400"/>
                  <a:pt x="15600" y="15420"/>
                </a:quadBezTo>
                <a:lnTo>
                  <a:pt x="15600" y="18540"/>
                </a:lnTo>
                <a:lnTo>
                  <a:pt x="13260" y="18540"/>
                </a:lnTo>
                <a:lnTo>
                  <a:pt x="13260" y="14640"/>
                </a:lnTo>
                <a:lnTo>
                  <a:pt x="14820" y="14640"/>
                </a:lnTo>
                <a:quadBezTo>
                  <a:pt x="14040" y="10740"/>
                  <a:pt x="9360" y="10740"/>
                </a:quadBezTo>
                <a:quadBezTo>
                  <a:pt x="4680" y="10740"/>
                  <a:pt x="3900" y="14640"/>
                </a:quadBezTo>
                <a:lnTo>
                  <a:pt x="5460" y="14640"/>
                </a:lnTo>
                <a:lnTo>
                  <a:pt x="5460" y="18540"/>
                </a:lnTo>
                <a:lnTo>
                  <a:pt x="3120" y="18540"/>
                </a:lnTo>
                <a:close/>
                <a:moveTo>
                  <a:pt x="3588" y="18540"/>
                </a:moveTo>
                <a:lnTo>
                  <a:pt x="5772" y="18540"/>
                </a:lnTo>
                <a:cubicBezTo>
                  <a:pt x="6030" y="18540"/>
                  <a:pt x="6240" y="18750"/>
                  <a:pt x="6240" y="19008"/>
                </a:cubicBezTo>
                <a:lnTo>
                  <a:pt x="6240" y="21192"/>
                </a:lnTo>
                <a:cubicBezTo>
                  <a:pt x="6240" y="21450"/>
                  <a:pt x="6030" y="21660"/>
                  <a:pt x="5772" y="21660"/>
                </a:cubicBezTo>
                <a:lnTo>
                  <a:pt x="3588" y="21660"/>
                </a:lnTo>
                <a:cubicBezTo>
                  <a:pt x="3330" y="21660"/>
                  <a:pt x="3120" y="21450"/>
                  <a:pt x="3120" y="21192"/>
                </a:cubicBezTo>
                <a:lnTo>
                  <a:pt x="3120" y="19008"/>
                </a:lnTo>
                <a:cubicBezTo>
                  <a:pt x="3120" y="18750"/>
                  <a:pt x="3330" y="18540"/>
                  <a:pt x="3588" y="18540"/>
                </a:cubicBezTo>
                <a:close/>
                <a:moveTo>
                  <a:pt x="12948" y="18540"/>
                </a:moveTo>
                <a:lnTo>
                  <a:pt x="15132" y="18540"/>
                </a:lnTo>
                <a:cubicBezTo>
                  <a:pt x="15390" y="18540"/>
                  <a:pt x="15600" y="18750"/>
                  <a:pt x="15600" y="19008"/>
                </a:cubicBezTo>
                <a:lnTo>
                  <a:pt x="15600" y="21192"/>
                </a:lnTo>
                <a:cubicBezTo>
                  <a:pt x="15600" y="21450"/>
                  <a:pt x="15390" y="21660"/>
                  <a:pt x="15132" y="21660"/>
                </a:cubicBezTo>
                <a:lnTo>
                  <a:pt x="12948" y="21660"/>
                </a:lnTo>
                <a:cubicBezTo>
                  <a:pt x="12690" y="21660"/>
                  <a:pt x="12480" y="21450"/>
                  <a:pt x="12480" y="21192"/>
                </a:cubicBezTo>
                <a:lnTo>
                  <a:pt x="12480" y="19008"/>
                </a:lnTo>
                <a:cubicBezTo>
                  <a:pt x="12480" y="18750"/>
                  <a:pt x="12690" y="18540"/>
                  <a:pt x="12948" y="1854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客服耳机·新增</a:t>
            </a:r>
          </a:p>
        </p:txBody>
      </p:sp>
      <p:sp>
        <p:nvSpPr>
          <p:cNvPr id="103" name="CUST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5420"/>
                </a:moveTo>
                <a:quadBezTo>
                  <a:pt x="3120" y="8400"/>
                  <a:pt x="9360" y="8400"/>
                </a:quadBezTo>
                <a:quadBezTo>
                  <a:pt x="15600" y="8400"/>
                  <a:pt x="15600" y="15420"/>
                </a:quadBezTo>
                <a:lnTo>
                  <a:pt x="15600" y="18540"/>
                </a:lnTo>
                <a:lnTo>
                  <a:pt x="13260" y="18540"/>
                </a:lnTo>
                <a:lnTo>
                  <a:pt x="13260" y="14640"/>
                </a:lnTo>
                <a:lnTo>
                  <a:pt x="14820" y="14640"/>
                </a:lnTo>
                <a:quadBezTo>
                  <a:pt x="14040" y="10740"/>
                  <a:pt x="9360" y="10740"/>
                </a:quadBezTo>
                <a:quadBezTo>
                  <a:pt x="4680" y="10740"/>
                  <a:pt x="3900" y="14640"/>
                </a:quadBezTo>
                <a:lnTo>
                  <a:pt x="5460" y="14640"/>
                </a:lnTo>
                <a:lnTo>
                  <a:pt x="5460" y="18540"/>
                </a:lnTo>
                <a:lnTo>
                  <a:pt x="3120" y="18540"/>
                </a:lnTo>
                <a:close/>
                <a:moveTo>
                  <a:pt x="3588" y="18540"/>
                </a:moveTo>
                <a:lnTo>
                  <a:pt x="5772" y="18540"/>
                </a:lnTo>
                <a:cubicBezTo>
                  <a:pt x="6030" y="18540"/>
                  <a:pt x="6240" y="18750"/>
                  <a:pt x="6240" y="19008"/>
                </a:cubicBezTo>
                <a:lnTo>
                  <a:pt x="6240" y="21192"/>
                </a:lnTo>
                <a:cubicBezTo>
                  <a:pt x="6240" y="21450"/>
                  <a:pt x="6030" y="21660"/>
                  <a:pt x="5772" y="21660"/>
                </a:cubicBezTo>
                <a:lnTo>
                  <a:pt x="3588" y="21660"/>
                </a:lnTo>
                <a:cubicBezTo>
                  <a:pt x="3330" y="21660"/>
                  <a:pt x="3120" y="21450"/>
                  <a:pt x="3120" y="21192"/>
                </a:cubicBezTo>
                <a:lnTo>
                  <a:pt x="3120" y="19008"/>
                </a:lnTo>
                <a:cubicBezTo>
                  <a:pt x="3120" y="18750"/>
                  <a:pt x="3330" y="18540"/>
                  <a:pt x="3588" y="18540"/>
                </a:cubicBezTo>
                <a:close/>
                <a:moveTo>
                  <a:pt x="12948" y="18540"/>
                </a:moveTo>
                <a:lnTo>
                  <a:pt x="15132" y="18540"/>
                </a:lnTo>
                <a:cubicBezTo>
                  <a:pt x="15390" y="18540"/>
                  <a:pt x="15600" y="18750"/>
                  <a:pt x="15600" y="19008"/>
                </a:cubicBezTo>
                <a:lnTo>
                  <a:pt x="15600" y="21192"/>
                </a:lnTo>
                <a:cubicBezTo>
                  <a:pt x="15600" y="21450"/>
                  <a:pt x="15390" y="21660"/>
                  <a:pt x="15132" y="21660"/>
                </a:cubicBezTo>
                <a:lnTo>
                  <a:pt x="12948" y="21660"/>
                </a:lnTo>
                <a:cubicBezTo>
                  <a:pt x="12690" y="21660"/>
                  <a:pt x="12480" y="21450"/>
                  <a:pt x="12480" y="21192"/>
                </a:cubicBezTo>
                <a:lnTo>
                  <a:pt x="12480" y="19008"/>
                </a:lnTo>
                <a:cubicBezTo>
                  <a:pt x="12480" y="18750"/>
                  <a:pt x="12690" y="18540"/>
                  <a:pt x="12948" y="1854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客服耳机·协同</a:t>
            </a:r>
          </a:p>
        </p:txBody>
      </p:sp>
      <p:sp>
        <p:nvSpPr>
          <p:cNvPr id="106" name="CUST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5420"/>
                </a:moveTo>
                <a:quadBezTo>
                  <a:pt x="3120" y="8400"/>
                  <a:pt x="9360" y="8400"/>
                </a:quadBezTo>
                <a:quadBezTo>
                  <a:pt x="15600" y="8400"/>
                  <a:pt x="15600" y="15420"/>
                </a:quadBezTo>
                <a:lnTo>
                  <a:pt x="15600" y="18540"/>
                </a:lnTo>
                <a:lnTo>
                  <a:pt x="13260" y="18540"/>
                </a:lnTo>
                <a:lnTo>
                  <a:pt x="13260" y="14640"/>
                </a:lnTo>
                <a:lnTo>
                  <a:pt x="14820" y="14640"/>
                </a:lnTo>
                <a:quadBezTo>
                  <a:pt x="14040" y="10740"/>
                  <a:pt x="9360" y="10740"/>
                </a:quadBezTo>
                <a:quadBezTo>
                  <a:pt x="4680" y="10740"/>
                  <a:pt x="3900" y="14640"/>
                </a:quadBezTo>
                <a:lnTo>
                  <a:pt x="5460" y="14640"/>
                </a:lnTo>
                <a:lnTo>
                  <a:pt x="5460" y="18540"/>
                </a:lnTo>
                <a:lnTo>
                  <a:pt x="3120" y="18540"/>
                </a:lnTo>
                <a:close/>
                <a:moveTo>
                  <a:pt x="3588" y="18540"/>
                </a:moveTo>
                <a:lnTo>
                  <a:pt x="5772" y="18540"/>
                </a:lnTo>
                <a:cubicBezTo>
                  <a:pt x="6030" y="18540"/>
                  <a:pt x="6240" y="18750"/>
                  <a:pt x="6240" y="19008"/>
                </a:cubicBezTo>
                <a:lnTo>
                  <a:pt x="6240" y="21192"/>
                </a:lnTo>
                <a:cubicBezTo>
                  <a:pt x="6240" y="21450"/>
                  <a:pt x="6030" y="21660"/>
                  <a:pt x="5772" y="21660"/>
                </a:cubicBezTo>
                <a:lnTo>
                  <a:pt x="3588" y="21660"/>
                </a:lnTo>
                <a:cubicBezTo>
                  <a:pt x="3330" y="21660"/>
                  <a:pt x="3120" y="21450"/>
                  <a:pt x="3120" y="21192"/>
                </a:cubicBezTo>
                <a:lnTo>
                  <a:pt x="3120" y="19008"/>
                </a:lnTo>
                <a:cubicBezTo>
                  <a:pt x="3120" y="18750"/>
                  <a:pt x="3330" y="18540"/>
                  <a:pt x="3588" y="18540"/>
                </a:cubicBezTo>
                <a:close/>
                <a:moveTo>
                  <a:pt x="12948" y="18540"/>
                </a:moveTo>
                <a:lnTo>
                  <a:pt x="15132" y="18540"/>
                </a:lnTo>
                <a:cubicBezTo>
                  <a:pt x="15390" y="18540"/>
                  <a:pt x="15600" y="18750"/>
                  <a:pt x="15600" y="19008"/>
                </a:cubicBezTo>
                <a:lnTo>
                  <a:pt x="15600" y="21192"/>
                </a:lnTo>
                <a:cubicBezTo>
                  <a:pt x="15600" y="21450"/>
                  <a:pt x="15390" y="21660"/>
                  <a:pt x="15132" y="21660"/>
                </a:cubicBezTo>
                <a:lnTo>
                  <a:pt x="12948" y="21660"/>
                </a:lnTo>
                <a:cubicBezTo>
                  <a:pt x="12690" y="21660"/>
                  <a:pt x="12480" y="21450"/>
                  <a:pt x="12480" y="21192"/>
                </a:cubicBezTo>
                <a:lnTo>
                  <a:pt x="12480" y="19008"/>
                </a:lnTo>
                <a:cubicBezTo>
                  <a:pt x="12480" y="18750"/>
                  <a:pt x="12690" y="18540"/>
                  <a:pt x="12948" y="1854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客服耳机·关怀</a:t>
            </a:r>
          </a:p>
        </p:txBody>
      </p:sp>
      <p:sp>
        <p:nvSpPr>
          <p:cNvPr id="109" name="CUST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5420"/>
                </a:moveTo>
                <a:quadBezTo>
                  <a:pt x="3120" y="8400"/>
                  <a:pt x="9360" y="8400"/>
                </a:quadBezTo>
                <a:quadBezTo>
                  <a:pt x="15600" y="8400"/>
                  <a:pt x="15600" y="15420"/>
                </a:quadBezTo>
                <a:lnTo>
                  <a:pt x="15600" y="18540"/>
                </a:lnTo>
                <a:lnTo>
                  <a:pt x="13260" y="18540"/>
                </a:lnTo>
                <a:lnTo>
                  <a:pt x="13260" y="14640"/>
                </a:lnTo>
                <a:lnTo>
                  <a:pt x="14820" y="14640"/>
                </a:lnTo>
                <a:quadBezTo>
                  <a:pt x="14040" y="10740"/>
                  <a:pt x="9360" y="10740"/>
                </a:quadBezTo>
                <a:quadBezTo>
                  <a:pt x="4680" y="10740"/>
                  <a:pt x="3900" y="14640"/>
                </a:quadBezTo>
                <a:lnTo>
                  <a:pt x="5460" y="14640"/>
                </a:lnTo>
                <a:lnTo>
                  <a:pt x="5460" y="18540"/>
                </a:lnTo>
                <a:lnTo>
                  <a:pt x="3120" y="18540"/>
                </a:lnTo>
                <a:close/>
                <a:moveTo>
                  <a:pt x="3588" y="18540"/>
                </a:moveTo>
                <a:lnTo>
                  <a:pt x="5772" y="18540"/>
                </a:lnTo>
                <a:cubicBezTo>
                  <a:pt x="6030" y="18540"/>
                  <a:pt x="6240" y="18750"/>
                  <a:pt x="6240" y="19008"/>
                </a:cubicBezTo>
                <a:lnTo>
                  <a:pt x="6240" y="21192"/>
                </a:lnTo>
                <a:cubicBezTo>
                  <a:pt x="6240" y="21450"/>
                  <a:pt x="6030" y="21660"/>
                  <a:pt x="5772" y="21660"/>
                </a:cubicBezTo>
                <a:lnTo>
                  <a:pt x="3588" y="21660"/>
                </a:lnTo>
                <a:cubicBezTo>
                  <a:pt x="3330" y="21660"/>
                  <a:pt x="3120" y="21450"/>
                  <a:pt x="3120" y="21192"/>
                </a:cubicBezTo>
                <a:lnTo>
                  <a:pt x="3120" y="19008"/>
                </a:lnTo>
                <a:cubicBezTo>
                  <a:pt x="3120" y="18750"/>
                  <a:pt x="3330" y="18540"/>
                  <a:pt x="3588" y="18540"/>
                </a:cubicBezTo>
                <a:close/>
                <a:moveTo>
                  <a:pt x="12948" y="18540"/>
                </a:moveTo>
                <a:lnTo>
                  <a:pt x="15132" y="18540"/>
                </a:lnTo>
                <a:cubicBezTo>
                  <a:pt x="15390" y="18540"/>
                  <a:pt x="15600" y="18750"/>
                  <a:pt x="15600" y="19008"/>
                </a:cubicBezTo>
                <a:lnTo>
                  <a:pt x="15600" y="21192"/>
                </a:lnTo>
                <a:cubicBezTo>
                  <a:pt x="15600" y="21450"/>
                  <a:pt x="15390" y="21660"/>
                  <a:pt x="15132" y="21660"/>
                </a:cubicBezTo>
                <a:lnTo>
                  <a:pt x="12948" y="21660"/>
                </a:lnTo>
                <a:cubicBezTo>
                  <a:pt x="12690" y="21660"/>
                  <a:pt x="12480" y="21450"/>
                  <a:pt x="12480" y="21192"/>
                </a:cubicBezTo>
                <a:lnTo>
                  <a:pt x="12480" y="19008"/>
                </a:lnTo>
                <a:cubicBezTo>
                  <a:pt x="12480" y="18750"/>
                  <a:pt x="12690" y="18540"/>
                  <a:pt x="12948" y="1854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客服耳机·定时</a:t>
            </a:r>
          </a:p>
        </p:txBody>
      </p:sp>
      <p:sp>
        <p:nvSpPr>
          <p:cNvPr id="112" name="CUST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3000"/>
                </a:moveTo>
                <a:lnTo>
                  <a:pt x="3000" y="11000"/>
                </a:lnTo>
                <a:lnTo>
                  <a:pt x="9000" y="9000"/>
                </a:lnTo>
                <a:lnTo>
                  <a:pt x="18000" y="4000"/>
                </a:lnTo>
                <a:lnTo>
                  <a:pt x="18000" y="20000"/>
                </a:lnTo>
                <a:lnTo>
                  <a:pt x="9000" y="15000"/>
                </a:lnTo>
                <a:lnTo>
                  <a:pt x="7000" y="15000"/>
                </a:lnTo>
                <a:lnTo>
                  <a:pt x="7000" y="18000"/>
                </a:lnTo>
                <a:lnTo>
                  <a:pt x="5000" y="18000"/>
                </a:lnTo>
                <a:lnTo>
                  <a:pt x="5000" y="15000"/>
                </a:lnTo>
                <a:lnTo>
                  <a:pt x="4000" y="15000"/>
                </a:lnTo>
                <a:quadBezTo>
                  <a:pt x="3000" y="15000"/>
                  <a:pt x="3000" y="13000"/>
                </a:quadBezTo>
                <a:close/>
                <a:moveTo>
                  <a:pt x="19000" y="9000"/>
                </a:moveTo>
                <a:quadBezTo>
                  <a:pt x="22000" y="9000"/>
                  <a:pt x="22000" y="12000"/>
                </a:quadBezTo>
                <a:quadBezTo>
                  <a:pt x="22000" y="15000"/>
                  <a:pt x="19000" y="15000"/>
                </a:quadBezTo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营销喇叭</a:t>
            </a:r>
          </a:p>
        </p:txBody>
      </p:sp>
      <p:sp>
        <p:nvSpPr>
          <p:cNvPr id="115" name="CUST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5420"/>
                </a:moveTo>
                <a:lnTo>
                  <a:pt x="2340" y="13860"/>
                </a:lnTo>
                <a:lnTo>
                  <a:pt x="7020" y="12300"/>
                </a:lnTo>
                <a:lnTo>
                  <a:pt x="14040" y="8400"/>
                </a:lnTo>
                <a:lnTo>
                  <a:pt x="14040" y="20880"/>
                </a:lnTo>
                <a:lnTo>
                  <a:pt x="7020" y="16980"/>
                </a:lnTo>
                <a:lnTo>
                  <a:pt x="5460" y="16980"/>
                </a:lnTo>
                <a:lnTo>
                  <a:pt x="5460" y="1932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2340" y="16980"/>
                  <a:pt x="2340" y="15420"/>
                </a:quadBezTo>
                <a:close/>
                <a:moveTo>
                  <a:pt x="14820" y="12300"/>
                </a:moveTo>
                <a:quadBezTo>
                  <a:pt x="17160" y="12300"/>
                  <a:pt x="17160" y="14640"/>
                </a:quadBezTo>
                <a:quadBezTo>
                  <a:pt x="17160" y="16980"/>
                  <a:pt x="14820" y="16980"/>
                </a:quadBezTo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营销喇叭·已验证</a:t>
            </a:r>
          </a:p>
        </p:txBody>
      </p:sp>
      <p:sp>
        <p:nvSpPr>
          <p:cNvPr id="118" name="CUST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5420"/>
                </a:moveTo>
                <a:lnTo>
                  <a:pt x="2340" y="13860"/>
                </a:lnTo>
                <a:lnTo>
                  <a:pt x="7020" y="12300"/>
                </a:lnTo>
                <a:lnTo>
                  <a:pt x="14040" y="8400"/>
                </a:lnTo>
                <a:lnTo>
                  <a:pt x="14040" y="20880"/>
                </a:lnTo>
                <a:lnTo>
                  <a:pt x="7020" y="16980"/>
                </a:lnTo>
                <a:lnTo>
                  <a:pt x="5460" y="16980"/>
                </a:lnTo>
                <a:lnTo>
                  <a:pt x="5460" y="1932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2340" y="16980"/>
                  <a:pt x="2340" y="15420"/>
                </a:quadBezTo>
                <a:close/>
                <a:moveTo>
                  <a:pt x="14820" y="12300"/>
                </a:moveTo>
                <a:quadBezTo>
                  <a:pt x="17160" y="12300"/>
                  <a:pt x="17160" y="14640"/>
                </a:quadBezTo>
                <a:quadBezTo>
                  <a:pt x="17160" y="16980"/>
                  <a:pt x="14820" y="16980"/>
                </a:quadBezTo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营销喇叭·新增</a:t>
            </a:r>
          </a:p>
        </p:txBody>
      </p:sp>
      <p:sp>
        <p:nvSpPr>
          <p:cNvPr id="121" name="CUST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5420"/>
                </a:moveTo>
                <a:lnTo>
                  <a:pt x="2340" y="13860"/>
                </a:lnTo>
                <a:lnTo>
                  <a:pt x="7020" y="12300"/>
                </a:lnTo>
                <a:lnTo>
                  <a:pt x="14040" y="8400"/>
                </a:lnTo>
                <a:lnTo>
                  <a:pt x="14040" y="20880"/>
                </a:lnTo>
                <a:lnTo>
                  <a:pt x="7020" y="16980"/>
                </a:lnTo>
                <a:lnTo>
                  <a:pt x="5460" y="16980"/>
                </a:lnTo>
                <a:lnTo>
                  <a:pt x="5460" y="1932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2340" y="16980"/>
                  <a:pt x="2340" y="15420"/>
                </a:quadBezTo>
                <a:close/>
                <a:moveTo>
                  <a:pt x="14820" y="12300"/>
                </a:moveTo>
                <a:quadBezTo>
                  <a:pt x="17160" y="12300"/>
                  <a:pt x="17160" y="14640"/>
                </a:quadBezTo>
                <a:quadBezTo>
                  <a:pt x="17160" y="16980"/>
                  <a:pt x="14820" y="16980"/>
                </a:quadBezTo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营销喇叭·协同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03_客户沟通触达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CUST · 第 2/3 页 · 共 83 个</a:t>
            </a:r>
          </a:p>
        </p:txBody>
      </p:sp>
      <p:sp>
        <p:nvSpPr>
          <p:cNvPr id="4" name="CUST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5420"/>
                </a:moveTo>
                <a:lnTo>
                  <a:pt x="2340" y="13860"/>
                </a:lnTo>
                <a:lnTo>
                  <a:pt x="7020" y="12300"/>
                </a:lnTo>
                <a:lnTo>
                  <a:pt x="14040" y="8400"/>
                </a:lnTo>
                <a:lnTo>
                  <a:pt x="14040" y="20880"/>
                </a:lnTo>
                <a:lnTo>
                  <a:pt x="7020" y="16980"/>
                </a:lnTo>
                <a:lnTo>
                  <a:pt x="5460" y="16980"/>
                </a:lnTo>
                <a:lnTo>
                  <a:pt x="5460" y="1932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2340" y="16980"/>
                  <a:pt x="2340" y="15420"/>
                </a:quadBezTo>
                <a:close/>
                <a:moveTo>
                  <a:pt x="14820" y="12300"/>
                </a:moveTo>
                <a:quadBezTo>
                  <a:pt x="17160" y="12300"/>
                  <a:pt x="17160" y="14640"/>
                </a:quadBezTo>
                <a:quadBezTo>
                  <a:pt x="17160" y="16980"/>
                  <a:pt x="14820" y="16980"/>
                </a:quadBezTo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营销喇叭·关怀</a:t>
            </a:r>
          </a:p>
        </p:txBody>
      </p:sp>
      <p:sp>
        <p:nvSpPr>
          <p:cNvPr id="7" name="CUST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5420"/>
                </a:moveTo>
                <a:lnTo>
                  <a:pt x="2340" y="13860"/>
                </a:lnTo>
                <a:lnTo>
                  <a:pt x="7020" y="12300"/>
                </a:lnTo>
                <a:lnTo>
                  <a:pt x="14040" y="8400"/>
                </a:lnTo>
                <a:lnTo>
                  <a:pt x="14040" y="20880"/>
                </a:lnTo>
                <a:lnTo>
                  <a:pt x="7020" y="16980"/>
                </a:lnTo>
                <a:lnTo>
                  <a:pt x="5460" y="16980"/>
                </a:lnTo>
                <a:lnTo>
                  <a:pt x="5460" y="1932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2340" y="16980"/>
                  <a:pt x="2340" y="15420"/>
                </a:quadBezTo>
                <a:close/>
                <a:moveTo>
                  <a:pt x="14820" y="12300"/>
                </a:moveTo>
                <a:quadBezTo>
                  <a:pt x="17160" y="12300"/>
                  <a:pt x="17160" y="14640"/>
                </a:quadBezTo>
                <a:quadBezTo>
                  <a:pt x="17160" y="16980"/>
                  <a:pt x="14820" y="16980"/>
                </a:quadBezTo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营销喇叭·定时</a:t>
            </a:r>
          </a:p>
        </p:txBody>
      </p:sp>
      <p:sp>
        <p:nvSpPr>
          <p:cNvPr id="10" name="CUST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200" y="7000"/>
                </a:moveTo>
                <a:cubicBezTo>
                  <a:pt x="15200" y="8767"/>
                  <a:pt x="13767" y="10200"/>
                  <a:pt x="12000" y="10200"/>
                </a:cubicBezTo>
                <a:cubicBezTo>
                  <a:pt x="10233" y="10200"/>
                  <a:pt x="8800" y="8767"/>
                  <a:pt x="8800" y="7000"/>
                </a:cubicBezTo>
                <a:cubicBezTo>
                  <a:pt x="8800" y="5233"/>
                  <a:pt x="10233" y="3800"/>
                  <a:pt x="12000" y="3800"/>
                </a:cubicBezTo>
                <a:cubicBezTo>
                  <a:pt x="13767" y="3800"/>
                  <a:pt x="15200" y="5233"/>
                  <a:pt x="15200" y="7000"/>
                </a:cubicBezTo>
                <a:close/>
                <a:moveTo>
                  <a:pt x="6500" y="21000"/>
                </a:moveTo>
                <a:lnTo>
                  <a:pt x="6500" y="13500"/>
                </a:lnTo>
                <a:cubicBezTo>
                  <a:pt x="6500" y="10000"/>
                  <a:pt x="17500" y="10000"/>
                  <a:pt x="17500" y="13500"/>
                </a:cubicBezTo>
                <a:lnTo>
                  <a:pt x="175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客户头像</a:t>
            </a:r>
          </a:p>
        </p:txBody>
      </p:sp>
      <p:sp>
        <p:nvSpPr>
          <p:cNvPr id="13" name="CUST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856" y="10740"/>
                </a:moveTo>
                <a:cubicBezTo>
                  <a:pt x="11856" y="12119"/>
                  <a:pt x="10739" y="13236"/>
                  <a:pt x="9360" y="13236"/>
                </a:cubicBezTo>
                <a:cubicBezTo>
                  <a:pt x="7981" y="13236"/>
                  <a:pt x="6864" y="12119"/>
                  <a:pt x="6864" y="10740"/>
                </a:cubicBezTo>
                <a:cubicBezTo>
                  <a:pt x="6864" y="9361"/>
                  <a:pt x="7981" y="8244"/>
                  <a:pt x="9360" y="8244"/>
                </a:cubicBezTo>
                <a:cubicBezTo>
                  <a:pt x="10739" y="8244"/>
                  <a:pt x="11856" y="9361"/>
                  <a:pt x="11856" y="10740"/>
                </a:cubicBezTo>
                <a:close/>
                <a:moveTo>
                  <a:pt x="5070" y="21660"/>
                </a:moveTo>
                <a:lnTo>
                  <a:pt x="5070" y="15810"/>
                </a:lnTo>
                <a:cubicBezTo>
                  <a:pt x="5070" y="13080"/>
                  <a:pt x="13650" y="13080"/>
                  <a:pt x="13650" y="15810"/>
                </a:cubicBezTo>
                <a:lnTo>
                  <a:pt x="13650" y="2166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客户头像·已验证</a:t>
            </a:r>
          </a:p>
        </p:txBody>
      </p:sp>
      <p:sp>
        <p:nvSpPr>
          <p:cNvPr id="16" name="CUST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856" y="10740"/>
                </a:moveTo>
                <a:cubicBezTo>
                  <a:pt x="11856" y="12119"/>
                  <a:pt x="10739" y="13236"/>
                  <a:pt x="9360" y="13236"/>
                </a:cubicBezTo>
                <a:cubicBezTo>
                  <a:pt x="7981" y="13236"/>
                  <a:pt x="6864" y="12119"/>
                  <a:pt x="6864" y="10740"/>
                </a:cubicBezTo>
                <a:cubicBezTo>
                  <a:pt x="6864" y="9361"/>
                  <a:pt x="7981" y="8244"/>
                  <a:pt x="9360" y="8244"/>
                </a:cubicBezTo>
                <a:cubicBezTo>
                  <a:pt x="10739" y="8244"/>
                  <a:pt x="11856" y="9361"/>
                  <a:pt x="11856" y="10740"/>
                </a:cubicBezTo>
                <a:close/>
                <a:moveTo>
                  <a:pt x="5070" y="21660"/>
                </a:moveTo>
                <a:lnTo>
                  <a:pt x="5070" y="15810"/>
                </a:lnTo>
                <a:cubicBezTo>
                  <a:pt x="5070" y="13080"/>
                  <a:pt x="13650" y="13080"/>
                  <a:pt x="13650" y="15810"/>
                </a:cubicBezTo>
                <a:lnTo>
                  <a:pt x="13650" y="2166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客户头像·新增</a:t>
            </a:r>
          </a:p>
        </p:txBody>
      </p:sp>
      <p:sp>
        <p:nvSpPr>
          <p:cNvPr id="19" name="CUST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856" y="10740"/>
                </a:moveTo>
                <a:cubicBezTo>
                  <a:pt x="11856" y="12119"/>
                  <a:pt x="10739" y="13236"/>
                  <a:pt x="9360" y="13236"/>
                </a:cubicBezTo>
                <a:cubicBezTo>
                  <a:pt x="7981" y="13236"/>
                  <a:pt x="6864" y="12119"/>
                  <a:pt x="6864" y="10740"/>
                </a:cubicBezTo>
                <a:cubicBezTo>
                  <a:pt x="6864" y="9361"/>
                  <a:pt x="7981" y="8244"/>
                  <a:pt x="9360" y="8244"/>
                </a:cubicBezTo>
                <a:cubicBezTo>
                  <a:pt x="10739" y="8244"/>
                  <a:pt x="11856" y="9361"/>
                  <a:pt x="11856" y="10740"/>
                </a:cubicBezTo>
                <a:close/>
                <a:moveTo>
                  <a:pt x="5070" y="21660"/>
                </a:moveTo>
                <a:lnTo>
                  <a:pt x="5070" y="15810"/>
                </a:lnTo>
                <a:cubicBezTo>
                  <a:pt x="5070" y="13080"/>
                  <a:pt x="13650" y="13080"/>
                  <a:pt x="13650" y="15810"/>
                </a:cubicBezTo>
                <a:lnTo>
                  <a:pt x="13650" y="2166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客户头像·协同</a:t>
            </a:r>
          </a:p>
        </p:txBody>
      </p:sp>
      <p:sp>
        <p:nvSpPr>
          <p:cNvPr id="22" name="CUST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856" y="10740"/>
                </a:moveTo>
                <a:cubicBezTo>
                  <a:pt x="11856" y="12119"/>
                  <a:pt x="10739" y="13236"/>
                  <a:pt x="9360" y="13236"/>
                </a:cubicBezTo>
                <a:cubicBezTo>
                  <a:pt x="7981" y="13236"/>
                  <a:pt x="6864" y="12119"/>
                  <a:pt x="6864" y="10740"/>
                </a:cubicBezTo>
                <a:cubicBezTo>
                  <a:pt x="6864" y="9361"/>
                  <a:pt x="7981" y="8244"/>
                  <a:pt x="9360" y="8244"/>
                </a:cubicBezTo>
                <a:cubicBezTo>
                  <a:pt x="10739" y="8244"/>
                  <a:pt x="11856" y="9361"/>
                  <a:pt x="11856" y="10740"/>
                </a:cubicBezTo>
                <a:close/>
                <a:moveTo>
                  <a:pt x="5070" y="21660"/>
                </a:moveTo>
                <a:lnTo>
                  <a:pt x="5070" y="15810"/>
                </a:lnTo>
                <a:cubicBezTo>
                  <a:pt x="5070" y="13080"/>
                  <a:pt x="13650" y="13080"/>
                  <a:pt x="13650" y="15810"/>
                </a:cubicBezTo>
                <a:lnTo>
                  <a:pt x="13650" y="21660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客户头像·关怀</a:t>
            </a:r>
          </a:p>
        </p:txBody>
      </p:sp>
      <p:sp>
        <p:nvSpPr>
          <p:cNvPr id="25" name="CUST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856" y="10740"/>
                </a:moveTo>
                <a:cubicBezTo>
                  <a:pt x="11856" y="12119"/>
                  <a:pt x="10739" y="13236"/>
                  <a:pt x="9360" y="13236"/>
                </a:cubicBezTo>
                <a:cubicBezTo>
                  <a:pt x="7981" y="13236"/>
                  <a:pt x="6864" y="12119"/>
                  <a:pt x="6864" y="10740"/>
                </a:cubicBezTo>
                <a:cubicBezTo>
                  <a:pt x="6864" y="9361"/>
                  <a:pt x="7981" y="8244"/>
                  <a:pt x="9360" y="8244"/>
                </a:cubicBezTo>
                <a:cubicBezTo>
                  <a:pt x="10739" y="8244"/>
                  <a:pt x="11856" y="9361"/>
                  <a:pt x="11856" y="10740"/>
                </a:cubicBezTo>
                <a:close/>
                <a:moveTo>
                  <a:pt x="5070" y="21660"/>
                </a:moveTo>
                <a:lnTo>
                  <a:pt x="5070" y="15810"/>
                </a:lnTo>
                <a:cubicBezTo>
                  <a:pt x="5070" y="13080"/>
                  <a:pt x="13650" y="13080"/>
                  <a:pt x="13650" y="15810"/>
                </a:cubicBezTo>
                <a:lnTo>
                  <a:pt x="13650" y="2166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客户头像·定时</a:t>
            </a:r>
          </a:p>
        </p:txBody>
      </p:sp>
      <p:sp>
        <p:nvSpPr>
          <p:cNvPr id="28" name="CUST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200" y="3000"/>
                </a:moveTo>
                <a:lnTo>
                  <a:pt x="18800" y="3000"/>
                </a:lnTo>
                <a:cubicBezTo>
                  <a:pt x="19463" y="3000"/>
                  <a:pt x="20000" y="3537"/>
                  <a:pt x="20000" y="4200"/>
                </a:cubicBezTo>
                <a:lnTo>
                  <a:pt x="20000" y="19800"/>
                </a:lnTo>
                <a:cubicBezTo>
                  <a:pt x="20000" y="20463"/>
                  <a:pt x="19463" y="21000"/>
                  <a:pt x="18800" y="21000"/>
                </a:cubicBezTo>
                <a:lnTo>
                  <a:pt x="5200" y="21000"/>
                </a:lnTo>
                <a:cubicBezTo>
                  <a:pt x="4537" y="21000"/>
                  <a:pt x="4000" y="20463"/>
                  <a:pt x="4000" y="19800"/>
                </a:cubicBezTo>
                <a:lnTo>
                  <a:pt x="4000" y="4200"/>
                </a:lnTo>
                <a:cubicBezTo>
                  <a:pt x="4000" y="3537"/>
                  <a:pt x="4537" y="3000"/>
                  <a:pt x="5200" y="3000"/>
                </a:cubicBezTo>
                <a:close/>
                <a:moveTo>
                  <a:pt x="2000" y="6000"/>
                </a:moveTo>
                <a:lnTo>
                  <a:pt x="5000" y="6000"/>
                </a:lnTo>
                <a:lnTo>
                  <a:pt x="5000" y="7400"/>
                </a:lnTo>
                <a:lnTo>
                  <a:pt x="2000" y="7400"/>
                </a:lnTo>
                <a:close/>
                <a:moveTo>
                  <a:pt x="2000" y="11000"/>
                </a:moveTo>
                <a:lnTo>
                  <a:pt x="5000" y="11000"/>
                </a:lnTo>
                <a:lnTo>
                  <a:pt x="5000" y="12400"/>
                </a:lnTo>
                <a:lnTo>
                  <a:pt x="2000" y="12400"/>
                </a:lnTo>
                <a:close/>
                <a:moveTo>
                  <a:pt x="2000" y="16000"/>
                </a:moveTo>
                <a:lnTo>
                  <a:pt x="5000" y="16000"/>
                </a:lnTo>
                <a:lnTo>
                  <a:pt x="5000" y="17400"/>
                </a:lnTo>
                <a:lnTo>
                  <a:pt x="2000" y="17400"/>
                </a:lnTo>
                <a:close/>
                <a:moveTo>
                  <a:pt x="15000" y="9000"/>
                </a:moveTo>
                <a:cubicBezTo>
                  <a:pt x="15000" y="10105"/>
                  <a:pt x="14105" y="11000"/>
                  <a:pt x="13000" y="11000"/>
                </a:cubicBezTo>
                <a:cubicBezTo>
                  <a:pt x="11895" y="11000"/>
                  <a:pt x="11000" y="10105"/>
                  <a:pt x="11000" y="9000"/>
                </a:cubicBezTo>
                <a:cubicBezTo>
                  <a:pt x="11000" y="7895"/>
                  <a:pt x="11895" y="7000"/>
                  <a:pt x="13000" y="7000"/>
                </a:cubicBezTo>
                <a:cubicBezTo>
                  <a:pt x="14105" y="7000"/>
                  <a:pt x="15000" y="7895"/>
                  <a:pt x="15000" y="9000"/>
                </a:cubicBezTo>
                <a:close/>
                <a:moveTo>
                  <a:pt x="8000" y="18000"/>
                </a:moveTo>
                <a:quadBezTo>
                  <a:pt x="8000" y="14000"/>
                  <a:pt x="13000" y="14000"/>
                </a:quadBezTo>
                <a:quadBezTo>
                  <a:pt x="18000" y="14000"/>
                  <a:pt x="18000" y="18000"/>
                </a:quadBezTo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通讯录</a:t>
            </a:r>
          </a:p>
        </p:txBody>
      </p:sp>
      <p:sp>
        <p:nvSpPr>
          <p:cNvPr id="31" name="CUST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56" y="7620"/>
                </a:moveTo>
                <a:lnTo>
                  <a:pt x="14664" y="7620"/>
                </a:lnTo>
                <a:cubicBezTo>
                  <a:pt x="15181" y="7620"/>
                  <a:pt x="15600" y="8039"/>
                  <a:pt x="15600" y="8556"/>
                </a:cubicBezTo>
                <a:lnTo>
                  <a:pt x="15600" y="20724"/>
                </a:lnTo>
                <a:cubicBezTo>
                  <a:pt x="15600" y="21241"/>
                  <a:pt x="15181" y="21660"/>
                  <a:pt x="14664" y="21660"/>
                </a:cubicBezTo>
                <a:lnTo>
                  <a:pt x="4056" y="21660"/>
                </a:lnTo>
                <a:cubicBezTo>
                  <a:pt x="3539" y="21660"/>
                  <a:pt x="3120" y="21241"/>
                  <a:pt x="3120" y="20724"/>
                </a:cubicBezTo>
                <a:lnTo>
                  <a:pt x="3120" y="8556"/>
                </a:lnTo>
                <a:cubicBezTo>
                  <a:pt x="3120" y="8039"/>
                  <a:pt x="3539" y="7620"/>
                  <a:pt x="4056" y="7620"/>
                </a:cubicBezTo>
                <a:close/>
                <a:moveTo>
                  <a:pt x="1560" y="9960"/>
                </a:moveTo>
                <a:lnTo>
                  <a:pt x="3900" y="9960"/>
                </a:lnTo>
                <a:lnTo>
                  <a:pt x="3900" y="11052"/>
                </a:lnTo>
                <a:lnTo>
                  <a:pt x="1560" y="11052"/>
                </a:lnTo>
                <a:close/>
                <a:moveTo>
                  <a:pt x="1560" y="13860"/>
                </a:moveTo>
                <a:lnTo>
                  <a:pt x="3900" y="13860"/>
                </a:lnTo>
                <a:lnTo>
                  <a:pt x="3900" y="14952"/>
                </a:lnTo>
                <a:lnTo>
                  <a:pt x="1560" y="14952"/>
                </a:lnTo>
                <a:close/>
                <a:moveTo>
                  <a:pt x="1560" y="17760"/>
                </a:moveTo>
                <a:lnTo>
                  <a:pt x="3900" y="17760"/>
                </a:lnTo>
                <a:lnTo>
                  <a:pt x="3900" y="18852"/>
                </a:lnTo>
                <a:lnTo>
                  <a:pt x="1560" y="18852"/>
                </a:lnTo>
                <a:close/>
                <a:moveTo>
                  <a:pt x="11700" y="12300"/>
                </a:moveTo>
                <a:cubicBezTo>
                  <a:pt x="11700" y="13162"/>
                  <a:pt x="11002" y="13860"/>
                  <a:pt x="10140" y="13860"/>
                </a:cubicBezTo>
                <a:cubicBezTo>
                  <a:pt x="9278" y="13860"/>
                  <a:pt x="8580" y="13162"/>
                  <a:pt x="8580" y="12300"/>
                </a:cubicBezTo>
                <a:cubicBezTo>
                  <a:pt x="8580" y="11438"/>
                  <a:pt x="9278" y="10740"/>
                  <a:pt x="10140" y="10740"/>
                </a:cubicBezTo>
                <a:cubicBezTo>
                  <a:pt x="11002" y="10740"/>
                  <a:pt x="11700" y="11438"/>
                  <a:pt x="11700" y="12300"/>
                </a:cubicBezTo>
                <a:close/>
                <a:moveTo>
                  <a:pt x="6240" y="19320"/>
                </a:moveTo>
                <a:quadBezTo>
                  <a:pt x="6240" y="16200"/>
                  <a:pt x="10140" y="16200"/>
                </a:quadBezTo>
                <a:quadBezTo>
                  <a:pt x="14040" y="16200"/>
                  <a:pt x="14040" y="19320"/>
                </a:quadBezTo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通讯录·已验证</a:t>
            </a:r>
          </a:p>
        </p:txBody>
      </p:sp>
      <p:sp>
        <p:nvSpPr>
          <p:cNvPr id="34" name="CUST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56" y="7620"/>
                </a:moveTo>
                <a:lnTo>
                  <a:pt x="14664" y="7620"/>
                </a:lnTo>
                <a:cubicBezTo>
                  <a:pt x="15181" y="7620"/>
                  <a:pt x="15600" y="8039"/>
                  <a:pt x="15600" y="8556"/>
                </a:cubicBezTo>
                <a:lnTo>
                  <a:pt x="15600" y="20724"/>
                </a:lnTo>
                <a:cubicBezTo>
                  <a:pt x="15600" y="21241"/>
                  <a:pt x="15181" y="21660"/>
                  <a:pt x="14664" y="21660"/>
                </a:cubicBezTo>
                <a:lnTo>
                  <a:pt x="4056" y="21660"/>
                </a:lnTo>
                <a:cubicBezTo>
                  <a:pt x="3539" y="21660"/>
                  <a:pt x="3120" y="21241"/>
                  <a:pt x="3120" y="20724"/>
                </a:cubicBezTo>
                <a:lnTo>
                  <a:pt x="3120" y="8556"/>
                </a:lnTo>
                <a:cubicBezTo>
                  <a:pt x="3120" y="8039"/>
                  <a:pt x="3539" y="7620"/>
                  <a:pt x="4056" y="7620"/>
                </a:cubicBezTo>
                <a:close/>
                <a:moveTo>
                  <a:pt x="1560" y="9960"/>
                </a:moveTo>
                <a:lnTo>
                  <a:pt x="3900" y="9960"/>
                </a:lnTo>
                <a:lnTo>
                  <a:pt x="3900" y="11052"/>
                </a:lnTo>
                <a:lnTo>
                  <a:pt x="1560" y="11052"/>
                </a:lnTo>
                <a:close/>
                <a:moveTo>
                  <a:pt x="1560" y="13860"/>
                </a:moveTo>
                <a:lnTo>
                  <a:pt x="3900" y="13860"/>
                </a:lnTo>
                <a:lnTo>
                  <a:pt x="3900" y="14952"/>
                </a:lnTo>
                <a:lnTo>
                  <a:pt x="1560" y="14952"/>
                </a:lnTo>
                <a:close/>
                <a:moveTo>
                  <a:pt x="1560" y="17760"/>
                </a:moveTo>
                <a:lnTo>
                  <a:pt x="3900" y="17760"/>
                </a:lnTo>
                <a:lnTo>
                  <a:pt x="3900" y="18852"/>
                </a:lnTo>
                <a:lnTo>
                  <a:pt x="1560" y="18852"/>
                </a:lnTo>
                <a:close/>
                <a:moveTo>
                  <a:pt x="11700" y="12300"/>
                </a:moveTo>
                <a:cubicBezTo>
                  <a:pt x="11700" y="13162"/>
                  <a:pt x="11002" y="13860"/>
                  <a:pt x="10140" y="13860"/>
                </a:cubicBezTo>
                <a:cubicBezTo>
                  <a:pt x="9278" y="13860"/>
                  <a:pt x="8580" y="13162"/>
                  <a:pt x="8580" y="12300"/>
                </a:cubicBezTo>
                <a:cubicBezTo>
                  <a:pt x="8580" y="11438"/>
                  <a:pt x="9278" y="10740"/>
                  <a:pt x="10140" y="10740"/>
                </a:cubicBezTo>
                <a:cubicBezTo>
                  <a:pt x="11002" y="10740"/>
                  <a:pt x="11700" y="11438"/>
                  <a:pt x="11700" y="12300"/>
                </a:cubicBezTo>
                <a:close/>
                <a:moveTo>
                  <a:pt x="6240" y="19320"/>
                </a:moveTo>
                <a:quadBezTo>
                  <a:pt x="6240" y="16200"/>
                  <a:pt x="10140" y="16200"/>
                </a:quadBezTo>
                <a:quadBezTo>
                  <a:pt x="14040" y="16200"/>
                  <a:pt x="14040" y="19320"/>
                </a:quadBezTo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通讯录·新增</a:t>
            </a:r>
          </a:p>
        </p:txBody>
      </p:sp>
      <p:sp>
        <p:nvSpPr>
          <p:cNvPr id="37" name="CUST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56" y="7620"/>
                </a:moveTo>
                <a:lnTo>
                  <a:pt x="14664" y="7620"/>
                </a:lnTo>
                <a:cubicBezTo>
                  <a:pt x="15181" y="7620"/>
                  <a:pt x="15600" y="8039"/>
                  <a:pt x="15600" y="8556"/>
                </a:cubicBezTo>
                <a:lnTo>
                  <a:pt x="15600" y="20724"/>
                </a:lnTo>
                <a:cubicBezTo>
                  <a:pt x="15600" y="21241"/>
                  <a:pt x="15181" y="21660"/>
                  <a:pt x="14664" y="21660"/>
                </a:cubicBezTo>
                <a:lnTo>
                  <a:pt x="4056" y="21660"/>
                </a:lnTo>
                <a:cubicBezTo>
                  <a:pt x="3539" y="21660"/>
                  <a:pt x="3120" y="21241"/>
                  <a:pt x="3120" y="20724"/>
                </a:cubicBezTo>
                <a:lnTo>
                  <a:pt x="3120" y="8556"/>
                </a:lnTo>
                <a:cubicBezTo>
                  <a:pt x="3120" y="8039"/>
                  <a:pt x="3539" y="7620"/>
                  <a:pt x="4056" y="7620"/>
                </a:cubicBezTo>
                <a:close/>
                <a:moveTo>
                  <a:pt x="1560" y="9960"/>
                </a:moveTo>
                <a:lnTo>
                  <a:pt x="3900" y="9960"/>
                </a:lnTo>
                <a:lnTo>
                  <a:pt x="3900" y="11052"/>
                </a:lnTo>
                <a:lnTo>
                  <a:pt x="1560" y="11052"/>
                </a:lnTo>
                <a:close/>
                <a:moveTo>
                  <a:pt x="1560" y="13860"/>
                </a:moveTo>
                <a:lnTo>
                  <a:pt x="3900" y="13860"/>
                </a:lnTo>
                <a:lnTo>
                  <a:pt x="3900" y="14952"/>
                </a:lnTo>
                <a:lnTo>
                  <a:pt x="1560" y="14952"/>
                </a:lnTo>
                <a:close/>
                <a:moveTo>
                  <a:pt x="1560" y="17760"/>
                </a:moveTo>
                <a:lnTo>
                  <a:pt x="3900" y="17760"/>
                </a:lnTo>
                <a:lnTo>
                  <a:pt x="3900" y="18852"/>
                </a:lnTo>
                <a:lnTo>
                  <a:pt x="1560" y="18852"/>
                </a:lnTo>
                <a:close/>
                <a:moveTo>
                  <a:pt x="11700" y="12300"/>
                </a:moveTo>
                <a:cubicBezTo>
                  <a:pt x="11700" y="13162"/>
                  <a:pt x="11002" y="13860"/>
                  <a:pt x="10140" y="13860"/>
                </a:cubicBezTo>
                <a:cubicBezTo>
                  <a:pt x="9278" y="13860"/>
                  <a:pt x="8580" y="13162"/>
                  <a:pt x="8580" y="12300"/>
                </a:cubicBezTo>
                <a:cubicBezTo>
                  <a:pt x="8580" y="11438"/>
                  <a:pt x="9278" y="10740"/>
                  <a:pt x="10140" y="10740"/>
                </a:cubicBezTo>
                <a:cubicBezTo>
                  <a:pt x="11002" y="10740"/>
                  <a:pt x="11700" y="11438"/>
                  <a:pt x="11700" y="12300"/>
                </a:cubicBezTo>
                <a:close/>
                <a:moveTo>
                  <a:pt x="6240" y="19320"/>
                </a:moveTo>
                <a:quadBezTo>
                  <a:pt x="6240" y="16200"/>
                  <a:pt x="10140" y="16200"/>
                </a:quadBezTo>
                <a:quadBezTo>
                  <a:pt x="14040" y="16200"/>
                  <a:pt x="14040" y="19320"/>
                </a:quadBezTo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通讯录·协同</a:t>
            </a:r>
          </a:p>
        </p:txBody>
      </p:sp>
      <p:sp>
        <p:nvSpPr>
          <p:cNvPr id="40" name="CUST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56" y="7620"/>
                </a:moveTo>
                <a:lnTo>
                  <a:pt x="14664" y="7620"/>
                </a:lnTo>
                <a:cubicBezTo>
                  <a:pt x="15181" y="7620"/>
                  <a:pt x="15600" y="8039"/>
                  <a:pt x="15600" y="8556"/>
                </a:cubicBezTo>
                <a:lnTo>
                  <a:pt x="15600" y="20724"/>
                </a:lnTo>
                <a:cubicBezTo>
                  <a:pt x="15600" y="21241"/>
                  <a:pt x="15181" y="21660"/>
                  <a:pt x="14664" y="21660"/>
                </a:cubicBezTo>
                <a:lnTo>
                  <a:pt x="4056" y="21660"/>
                </a:lnTo>
                <a:cubicBezTo>
                  <a:pt x="3539" y="21660"/>
                  <a:pt x="3120" y="21241"/>
                  <a:pt x="3120" y="20724"/>
                </a:cubicBezTo>
                <a:lnTo>
                  <a:pt x="3120" y="8556"/>
                </a:lnTo>
                <a:cubicBezTo>
                  <a:pt x="3120" y="8039"/>
                  <a:pt x="3539" y="7620"/>
                  <a:pt x="4056" y="7620"/>
                </a:cubicBezTo>
                <a:close/>
                <a:moveTo>
                  <a:pt x="1560" y="9960"/>
                </a:moveTo>
                <a:lnTo>
                  <a:pt x="3900" y="9960"/>
                </a:lnTo>
                <a:lnTo>
                  <a:pt x="3900" y="11052"/>
                </a:lnTo>
                <a:lnTo>
                  <a:pt x="1560" y="11052"/>
                </a:lnTo>
                <a:close/>
                <a:moveTo>
                  <a:pt x="1560" y="13860"/>
                </a:moveTo>
                <a:lnTo>
                  <a:pt x="3900" y="13860"/>
                </a:lnTo>
                <a:lnTo>
                  <a:pt x="3900" y="14952"/>
                </a:lnTo>
                <a:lnTo>
                  <a:pt x="1560" y="14952"/>
                </a:lnTo>
                <a:close/>
                <a:moveTo>
                  <a:pt x="1560" y="17760"/>
                </a:moveTo>
                <a:lnTo>
                  <a:pt x="3900" y="17760"/>
                </a:lnTo>
                <a:lnTo>
                  <a:pt x="3900" y="18852"/>
                </a:lnTo>
                <a:lnTo>
                  <a:pt x="1560" y="18852"/>
                </a:lnTo>
                <a:close/>
                <a:moveTo>
                  <a:pt x="11700" y="12300"/>
                </a:moveTo>
                <a:cubicBezTo>
                  <a:pt x="11700" y="13162"/>
                  <a:pt x="11002" y="13860"/>
                  <a:pt x="10140" y="13860"/>
                </a:cubicBezTo>
                <a:cubicBezTo>
                  <a:pt x="9278" y="13860"/>
                  <a:pt x="8580" y="13162"/>
                  <a:pt x="8580" y="12300"/>
                </a:cubicBezTo>
                <a:cubicBezTo>
                  <a:pt x="8580" y="11438"/>
                  <a:pt x="9278" y="10740"/>
                  <a:pt x="10140" y="10740"/>
                </a:cubicBezTo>
                <a:cubicBezTo>
                  <a:pt x="11002" y="10740"/>
                  <a:pt x="11700" y="11438"/>
                  <a:pt x="11700" y="12300"/>
                </a:cubicBezTo>
                <a:close/>
                <a:moveTo>
                  <a:pt x="6240" y="19320"/>
                </a:moveTo>
                <a:quadBezTo>
                  <a:pt x="6240" y="16200"/>
                  <a:pt x="10140" y="16200"/>
                </a:quadBezTo>
                <a:quadBezTo>
                  <a:pt x="14040" y="16200"/>
                  <a:pt x="14040" y="19320"/>
                </a:quadBezTo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通讯录·关怀</a:t>
            </a:r>
          </a:p>
        </p:txBody>
      </p:sp>
      <p:sp>
        <p:nvSpPr>
          <p:cNvPr id="43" name="CUST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56" y="7620"/>
                </a:moveTo>
                <a:lnTo>
                  <a:pt x="14664" y="7620"/>
                </a:lnTo>
                <a:cubicBezTo>
                  <a:pt x="15181" y="7620"/>
                  <a:pt x="15600" y="8039"/>
                  <a:pt x="15600" y="8556"/>
                </a:cubicBezTo>
                <a:lnTo>
                  <a:pt x="15600" y="20724"/>
                </a:lnTo>
                <a:cubicBezTo>
                  <a:pt x="15600" y="21241"/>
                  <a:pt x="15181" y="21660"/>
                  <a:pt x="14664" y="21660"/>
                </a:cubicBezTo>
                <a:lnTo>
                  <a:pt x="4056" y="21660"/>
                </a:lnTo>
                <a:cubicBezTo>
                  <a:pt x="3539" y="21660"/>
                  <a:pt x="3120" y="21241"/>
                  <a:pt x="3120" y="20724"/>
                </a:cubicBezTo>
                <a:lnTo>
                  <a:pt x="3120" y="8556"/>
                </a:lnTo>
                <a:cubicBezTo>
                  <a:pt x="3120" y="8039"/>
                  <a:pt x="3539" y="7620"/>
                  <a:pt x="4056" y="7620"/>
                </a:cubicBezTo>
                <a:close/>
                <a:moveTo>
                  <a:pt x="1560" y="9960"/>
                </a:moveTo>
                <a:lnTo>
                  <a:pt x="3900" y="9960"/>
                </a:lnTo>
                <a:lnTo>
                  <a:pt x="3900" y="11052"/>
                </a:lnTo>
                <a:lnTo>
                  <a:pt x="1560" y="11052"/>
                </a:lnTo>
                <a:close/>
                <a:moveTo>
                  <a:pt x="1560" y="13860"/>
                </a:moveTo>
                <a:lnTo>
                  <a:pt x="3900" y="13860"/>
                </a:lnTo>
                <a:lnTo>
                  <a:pt x="3900" y="14952"/>
                </a:lnTo>
                <a:lnTo>
                  <a:pt x="1560" y="14952"/>
                </a:lnTo>
                <a:close/>
                <a:moveTo>
                  <a:pt x="1560" y="17760"/>
                </a:moveTo>
                <a:lnTo>
                  <a:pt x="3900" y="17760"/>
                </a:lnTo>
                <a:lnTo>
                  <a:pt x="3900" y="18852"/>
                </a:lnTo>
                <a:lnTo>
                  <a:pt x="1560" y="18852"/>
                </a:lnTo>
                <a:close/>
                <a:moveTo>
                  <a:pt x="11700" y="12300"/>
                </a:moveTo>
                <a:cubicBezTo>
                  <a:pt x="11700" y="13162"/>
                  <a:pt x="11002" y="13860"/>
                  <a:pt x="10140" y="13860"/>
                </a:cubicBezTo>
                <a:cubicBezTo>
                  <a:pt x="9278" y="13860"/>
                  <a:pt x="8580" y="13162"/>
                  <a:pt x="8580" y="12300"/>
                </a:cubicBezTo>
                <a:cubicBezTo>
                  <a:pt x="8580" y="11438"/>
                  <a:pt x="9278" y="10740"/>
                  <a:pt x="10140" y="10740"/>
                </a:cubicBezTo>
                <a:cubicBezTo>
                  <a:pt x="11002" y="10740"/>
                  <a:pt x="11700" y="11438"/>
                  <a:pt x="11700" y="12300"/>
                </a:cubicBezTo>
                <a:close/>
                <a:moveTo>
                  <a:pt x="6240" y="19320"/>
                </a:moveTo>
                <a:quadBezTo>
                  <a:pt x="6240" y="16200"/>
                  <a:pt x="10140" y="16200"/>
                </a:quadBezTo>
                <a:quadBezTo>
                  <a:pt x="14040" y="16200"/>
                  <a:pt x="14040" y="19320"/>
                </a:quadBezTo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通讯录·定时</a:t>
            </a:r>
          </a:p>
        </p:txBody>
      </p:sp>
      <p:sp>
        <p:nvSpPr>
          <p:cNvPr id="46" name="CUST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200" y="5000"/>
                </a:moveTo>
                <a:lnTo>
                  <a:pt x="19800" y="5000"/>
                </a:lnTo>
                <a:cubicBezTo>
                  <a:pt x="20463" y="5000"/>
                  <a:pt x="21000" y="5537"/>
                  <a:pt x="21000" y="6200"/>
                </a:cubicBezTo>
                <a:lnTo>
                  <a:pt x="21000" y="19800"/>
                </a:lnTo>
                <a:cubicBezTo>
                  <a:pt x="21000" y="20463"/>
                  <a:pt x="20463" y="21000"/>
                  <a:pt x="19800" y="21000"/>
                </a:cubicBezTo>
                <a:lnTo>
                  <a:pt x="4200" y="21000"/>
                </a:lnTo>
                <a:cubicBezTo>
                  <a:pt x="3537" y="21000"/>
                  <a:pt x="3000" y="20463"/>
                  <a:pt x="3000" y="19800"/>
                </a:cubicBezTo>
                <a:lnTo>
                  <a:pt x="3000" y="6200"/>
                </a:lnTo>
                <a:cubicBezTo>
                  <a:pt x="3000" y="5537"/>
                  <a:pt x="3537" y="5000"/>
                  <a:pt x="4200" y="5000"/>
                </a:cubicBezTo>
                <a:close/>
                <a:moveTo>
                  <a:pt x="3000" y="5000"/>
                </a:moveTo>
                <a:lnTo>
                  <a:pt x="21000" y="5000"/>
                </a:lnTo>
                <a:lnTo>
                  <a:pt x="21000" y="9000"/>
                </a:lnTo>
                <a:lnTo>
                  <a:pt x="3000" y="9000"/>
                </a:lnTo>
                <a:close/>
                <a:moveTo>
                  <a:pt x="7500" y="2500"/>
                </a:moveTo>
                <a:lnTo>
                  <a:pt x="8100" y="2500"/>
                </a:lnTo>
                <a:cubicBezTo>
                  <a:pt x="8376" y="2500"/>
                  <a:pt x="8600" y="2724"/>
                  <a:pt x="8600" y="3000"/>
                </a:cubicBezTo>
                <a:lnTo>
                  <a:pt x="8600" y="6000"/>
                </a:lnTo>
                <a:cubicBezTo>
                  <a:pt x="8600" y="6276"/>
                  <a:pt x="8376" y="6500"/>
                  <a:pt x="8100" y="6500"/>
                </a:cubicBezTo>
                <a:lnTo>
                  <a:pt x="7500" y="6500"/>
                </a:lnTo>
                <a:cubicBezTo>
                  <a:pt x="7224" y="6500"/>
                  <a:pt x="7000" y="6276"/>
                  <a:pt x="7000" y="6000"/>
                </a:cubicBezTo>
                <a:lnTo>
                  <a:pt x="7000" y="3000"/>
                </a:lnTo>
                <a:cubicBezTo>
                  <a:pt x="7000" y="2724"/>
                  <a:pt x="7224" y="2500"/>
                  <a:pt x="7500" y="2500"/>
                </a:cubicBezTo>
                <a:close/>
                <a:moveTo>
                  <a:pt x="15900" y="2500"/>
                </a:moveTo>
                <a:lnTo>
                  <a:pt x="16500" y="2500"/>
                </a:lnTo>
                <a:cubicBezTo>
                  <a:pt x="16776" y="2500"/>
                  <a:pt x="17000" y="2724"/>
                  <a:pt x="17000" y="3000"/>
                </a:cubicBezTo>
                <a:lnTo>
                  <a:pt x="17000" y="6000"/>
                </a:lnTo>
                <a:cubicBezTo>
                  <a:pt x="17000" y="6276"/>
                  <a:pt x="16776" y="6500"/>
                  <a:pt x="16500" y="6500"/>
                </a:cubicBezTo>
                <a:lnTo>
                  <a:pt x="15900" y="6500"/>
                </a:lnTo>
                <a:cubicBezTo>
                  <a:pt x="15624" y="6500"/>
                  <a:pt x="15400" y="6276"/>
                  <a:pt x="15400" y="6000"/>
                </a:cubicBezTo>
                <a:lnTo>
                  <a:pt x="15400" y="3000"/>
                </a:lnTo>
                <a:cubicBezTo>
                  <a:pt x="15400" y="2724"/>
                  <a:pt x="15624" y="2500"/>
                  <a:pt x="15900" y="2500"/>
                </a:cubicBezTo>
                <a:close/>
                <a:moveTo>
                  <a:pt x="9400" y="14000"/>
                </a:moveTo>
                <a:cubicBezTo>
                  <a:pt x="9400" y="14773"/>
                  <a:pt x="8773" y="15400"/>
                  <a:pt x="8000" y="15400"/>
                </a:cubicBezTo>
                <a:cubicBezTo>
                  <a:pt x="7227" y="15400"/>
                  <a:pt x="6600" y="14773"/>
                  <a:pt x="6600" y="14000"/>
                </a:cubicBezTo>
                <a:cubicBezTo>
                  <a:pt x="6600" y="13227"/>
                  <a:pt x="7227" y="12600"/>
                  <a:pt x="8000" y="12600"/>
                </a:cubicBezTo>
                <a:cubicBezTo>
                  <a:pt x="8773" y="12600"/>
                  <a:pt x="9400" y="13227"/>
                  <a:pt x="9400" y="14000"/>
                </a:cubicBezTo>
                <a:close/>
                <a:moveTo>
                  <a:pt x="13400" y="14000"/>
                </a:moveTo>
                <a:cubicBezTo>
                  <a:pt x="13400" y="14773"/>
                  <a:pt x="12773" y="15400"/>
                  <a:pt x="12000" y="15400"/>
                </a:cubicBezTo>
                <a:cubicBezTo>
                  <a:pt x="11227" y="15400"/>
                  <a:pt x="10600" y="14773"/>
                  <a:pt x="10600" y="14000"/>
                </a:cubicBezTo>
                <a:cubicBezTo>
                  <a:pt x="10600" y="13227"/>
                  <a:pt x="11227" y="12600"/>
                  <a:pt x="12000" y="12600"/>
                </a:cubicBezTo>
                <a:cubicBezTo>
                  <a:pt x="12773" y="12600"/>
                  <a:pt x="13400" y="13227"/>
                  <a:pt x="13400" y="14000"/>
                </a:cubicBezTo>
                <a:close/>
                <a:moveTo>
                  <a:pt x="17400" y="14000"/>
                </a:moveTo>
                <a:cubicBezTo>
                  <a:pt x="17400" y="14773"/>
                  <a:pt x="16773" y="15400"/>
                  <a:pt x="16000" y="15400"/>
                </a:cubicBezTo>
                <a:cubicBezTo>
                  <a:pt x="15227" y="15400"/>
                  <a:pt x="14600" y="14773"/>
                  <a:pt x="14600" y="14000"/>
                </a:cubicBezTo>
                <a:cubicBezTo>
                  <a:pt x="14600" y="13227"/>
                  <a:pt x="15227" y="12600"/>
                  <a:pt x="16000" y="12600"/>
                </a:cubicBezTo>
                <a:cubicBezTo>
                  <a:pt x="16773" y="12600"/>
                  <a:pt x="17400" y="13227"/>
                  <a:pt x="17400" y="14000"/>
                </a:cubicBezTo>
                <a:close/>
                <a:moveTo>
                  <a:pt x="7300" y="17000"/>
                </a:moveTo>
                <a:lnTo>
                  <a:pt x="16700" y="17000"/>
                </a:lnTo>
                <a:cubicBezTo>
                  <a:pt x="16866" y="17000"/>
                  <a:pt x="17000" y="17134"/>
                  <a:pt x="17000" y="17300"/>
                </a:cubicBezTo>
                <a:lnTo>
                  <a:pt x="17000" y="17700"/>
                </a:lnTo>
                <a:cubicBezTo>
                  <a:pt x="17000" y="17866"/>
                  <a:pt x="16866" y="18000"/>
                  <a:pt x="16700" y="18000"/>
                </a:cubicBezTo>
                <a:lnTo>
                  <a:pt x="7300" y="18000"/>
                </a:lnTo>
                <a:cubicBezTo>
                  <a:pt x="7134" y="18000"/>
                  <a:pt x="7000" y="17866"/>
                  <a:pt x="7000" y="17700"/>
                </a:cubicBezTo>
                <a:lnTo>
                  <a:pt x="7000" y="17300"/>
                </a:lnTo>
                <a:cubicBezTo>
                  <a:pt x="7000" y="17134"/>
                  <a:pt x="7134" y="17000"/>
                  <a:pt x="7300" y="1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会议安排</a:t>
            </a:r>
          </a:p>
        </p:txBody>
      </p:sp>
      <p:sp>
        <p:nvSpPr>
          <p:cNvPr id="49" name="CUST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7332" y="16200"/>
                </a:moveTo>
                <a:cubicBezTo>
                  <a:pt x="7332" y="16803"/>
                  <a:pt x="6843" y="17292"/>
                  <a:pt x="6240" y="17292"/>
                </a:cubicBezTo>
                <a:cubicBezTo>
                  <a:pt x="5637" y="17292"/>
                  <a:pt x="5148" y="16803"/>
                  <a:pt x="5148" y="16200"/>
                </a:cubicBezTo>
                <a:cubicBezTo>
                  <a:pt x="5148" y="15597"/>
                  <a:pt x="5637" y="15108"/>
                  <a:pt x="6240" y="15108"/>
                </a:cubicBezTo>
                <a:cubicBezTo>
                  <a:pt x="6843" y="15108"/>
                  <a:pt x="7332" y="15597"/>
                  <a:pt x="7332" y="16200"/>
                </a:cubicBez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3572" y="16200"/>
                </a:moveTo>
                <a:cubicBezTo>
                  <a:pt x="13572" y="16803"/>
                  <a:pt x="13083" y="17292"/>
                  <a:pt x="12480" y="17292"/>
                </a:cubicBezTo>
                <a:cubicBezTo>
                  <a:pt x="11877" y="17292"/>
                  <a:pt x="11388" y="16803"/>
                  <a:pt x="11388" y="16200"/>
                </a:cubicBezTo>
                <a:cubicBezTo>
                  <a:pt x="11388" y="15597"/>
                  <a:pt x="11877" y="15108"/>
                  <a:pt x="12480" y="15108"/>
                </a:cubicBezTo>
                <a:cubicBezTo>
                  <a:pt x="13083" y="15108"/>
                  <a:pt x="13572" y="15597"/>
                  <a:pt x="13572" y="16200"/>
                </a:cubicBezTo>
                <a:close/>
                <a:moveTo>
                  <a:pt x="5694" y="18540"/>
                </a:moveTo>
                <a:lnTo>
                  <a:pt x="13026" y="18540"/>
                </a:lnTo>
                <a:cubicBezTo>
                  <a:pt x="13155" y="18540"/>
                  <a:pt x="13260" y="18645"/>
                  <a:pt x="13260" y="18774"/>
                </a:cubicBezTo>
                <a:lnTo>
                  <a:pt x="13260" y="19086"/>
                </a:lnTo>
                <a:cubicBezTo>
                  <a:pt x="13260" y="19215"/>
                  <a:pt x="13155" y="19320"/>
                  <a:pt x="13026" y="19320"/>
                </a:cubicBezTo>
                <a:lnTo>
                  <a:pt x="5694" y="19320"/>
                </a:lnTo>
                <a:cubicBezTo>
                  <a:pt x="5565" y="19320"/>
                  <a:pt x="5460" y="19215"/>
                  <a:pt x="5460" y="19086"/>
                </a:cubicBezTo>
                <a:lnTo>
                  <a:pt x="5460" y="18774"/>
                </a:lnTo>
                <a:cubicBezTo>
                  <a:pt x="5460" y="18645"/>
                  <a:pt x="5565" y="18540"/>
                  <a:pt x="5694" y="1854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会议安排·已验证</a:t>
            </a:r>
          </a:p>
        </p:txBody>
      </p:sp>
      <p:sp>
        <p:nvSpPr>
          <p:cNvPr id="52" name="CUST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7332" y="16200"/>
                </a:moveTo>
                <a:cubicBezTo>
                  <a:pt x="7332" y="16803"/>
                  <a:pt x="6843" y="17292"/>
                  <a:pt x="6240" y="17292"/>
                </a:cubicBezTo>
                <a:cubicBezTo>
                  <a:pt x="5637" y="17292"/>
                  <a:pt x="5148" y="16803"/>
                  <a:pt x="5148" y="16200"/>
                </a:cubicBezTo>
                <a:cubicBezTo>
                  <a:pt x="5148" y="15597"/>
                  <a:pt x="5637" y="15108"/>
                  <a:pt x="6240" y="15108"/>
                </a:cubicBezTo>
                <a:cubicBezTo>
                  <a:pt x="6843" y="15108"/>
                  <a:pt x="7332" y="15597"/>
                  <a:pt x="7332" y="16200"/>
                </a:cubicBez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3572" y="16200"/>
                </a:moveTo>
                <a:cubicBezTo>
                  <a:pt x="13572" y="16803"/>
                  <a:pt x="13083" y="17292"/>
                  <a:pt x="12480" y="17292"/>
                </a:cubicBezTo>
                <a:cubicBezTo>
                  <a:pt x="11877" y="17292"/>
                  <a:pt x="11388" y="16803"/>
                  <a:pt x="11388" y="16200"/>
                </a:cubicBezTo>
                <a:cubicBezTo>
                  <a:pt x="11388" y="15597"/>
                  <a:pt x="11877" y="15108"/>
                  <a:pt x="12480" y="15108"/>
                </a:cubicBezTo>
                <a:cubicBezTo>
                  <a:pt x="13083" y="15108"/>
                  <a:pt x="13572" y="15597"/>
                  <a:pt x="13572" y="16200"/>
                </a:cubicBezTo>
                <a:close/>
                <a:moveTo>
                  <a:pt x="5694" y="18540"/>
                </a:moveTo>
                <a:lnTo>
                  <a:pt x="13026" y="18540"/>
                </a:lnTo>
                <a:cubicBezTo>
                  <a:pt x="13155" y="18540"/>
                  <a:pt x="13260" y="18645"/>
                  <a:pt x="13260" y="18774"/>
                </a:cubicBezTo>
                <a:lnTo>
                  <a:pt x="13260" y="19086"/>
                </a:lnTo>
                <a:cubicBezTo>
                  <a:pt x="13260" y="19215"/>
                  <a:pt x="13155" y="19320"/>
                  <a:pt x="13026" y="19320"/>
                </a:cubicBezTo>
                <a:lnTo>
                  <a:pt x="5694" y="19320"/>
                </a:lnTo>
                <a:cubicBezTo>
                  <a:pt x="5565" y="19320"/>
                  <a:pt x="5460" y="19215"/>
                  <a:pt x="5460" y="19086"/>
                </a:cubicBezTo>
                <a:lnTo>
                  <a:pt x="5460" y="18774"/>
                </a:lnTo>
                <a:cubicBezTo>
                  <a:pt x="5460" y="18645"/>
                  <a:pt x="5565" y="18540"/>
                  <a:pt x="5694" y="1854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会议安排·新增</a:t>
            </a:r>
          </a:p>
        </p:txBody>
      </p:sp>
      <p:sp>
        <p:nvSpPr>
          <p:cNvPr id="55" name="CUST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7332" y="16200"/>
                </a:moveTo>
                <a:cubicBezTo>
                  <a:pt x="7332" y="16803"/>
                  <a:pt x="6843" y="17292"/>
                  <a:pt x="6240" y="17292"/>
                </a:cubicBezTo>
                <a:cubicBezTo>
                  <a:pt x="5637" y="17292"/>
                  <a:pt x="5148" y="16803"/>
                  <a:pt x="5148" y="16200"/>
                </a:cubicBezTo>
                <a:cubicBezTo>
                  <a:pt x="5148" y="15597"/>
                  <a:pt x="5637" y="15108"/>
                  <a:pt x="6240" y="15108"/>
                </a:cubicBezTo>
                <a:cubicBezTo>
                  <a:pt x="6843" y="15108"/>
                  <a:pt x="7332" y="15597"/>
                  <a:pt x="7332" y="16200"/>
                </a:cubicBez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3572" y="16200"/>
                </a:moveTo>
                <a:cubicBezTo>
                  <a:pt x="13572" y="16803"/>
                  <a:pt x="13083" y="17292"/>
                  <a:pt x="12480" y="17292"/>
                </a:cubicBezTo>
                <a:cubicBezTo>
                  <a:pt x="11877" y="17292"/>
                  <a:pt x="11388" y="16803"/>
                  <a:pt x="11388" y="16200"/>
                </a:cubicBezTo>
                <a:cubicBezTo>
                  <a:pt x="11388" y="15597"/>
                  <a:pt x="11877" y="15108"/>
                  <a:pt x="12480" y="15108"/>
                </a:cubicBezTo>
                <a:cubicBezTo>
                  <a:pt x="13083" y="15108"/>
                  <a:pt x="13572" y="15597"/>
                  <a:pt x="13572" y="16200"/>
                </a:cubicBezTo>
                <a:close/>
                <a:moveTo>
                  <a:pt x="5694" y="18540"/>
                </a:moveTo>
                <a:lnTo>
                  <a:pt x="13026" y="18540"/>
                </a:lnTo>
                <a:cubicBezTo>
                  <a:pt x="13155" y="18540"/>
                  <a:pt x="13260" y="18645"/>
                  <a:pt x="13260" y="18774"/>
                </a:cubicBezTo>
                <a:lnTo>
                  <a:pt x="13260" y="19086"/>
                </a:lnTo>
                <a:cubicBezTo>
                  <a:pt x="13260" y="19215"/>
                  <a:pt x="13155" y="19320"/>
                  <a:pt x="13026" y="19320"/>
                </a:cubicBezTo>
                <a:lnTo>
                  <a:pt x="5694" y="19320"/>
                </a:lnTo>
                <a:cubicBezTo>
                  <a:pt x="5565" y="19320"/>
                  <a:pt x="5460" y="19215"/>
                  <a:pt x="5460" y="19086"/>
                </a:cubicBezTo>
                <a:lnTo>
                  <a:pt x="5460" y="18774"/>
                </a:lnTo>
                <a:cubicBezTo>
                  <a:pt x="5460" y="18645"/>
                  <a:pt x="5565" y="18540"/>
                  <a:pt x="5694" y="1854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会议安排·协同</a:t>
            </a:r>
          </a:p>
        </p:txBody>
      </p:sp>
      <p:sp>
        <p:nvSpPr>
          <p:cNvPr id="58" name="CUST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7332" y="16200"/>
                </a:moveTo>
                <a:cubicBezTo>
                  <a:pt x="7332" y="16803"/>
                  <a:pt x="6843" y="17292"/>
                  <a:pt x="6240" y="17292"/>
                </a:cubicBezTo>
                <a:cubicBezTo>
                  <a:pt x="5637" y="17292"/>
                  <a:pt x="5148" y="16803"/>
                  <a:pt x="5148" y="16200"/>
                </a:cubicBezTo>
                <a:cubicBezTo>
                  <a:pt x="5148" y="15597"/>
                  <a:pt x="5637" y="15108"/>
                  <a:pt x="6240" y="15108"/>
                </a:cubicBezTo>
                <a:cubicBezTo>
                  <a:pt x="6843" y="15108"/>
                  <a:pt x="7332" y="15597"/>
                  <a:pt x="7332" y="16200"/>
                </a:cubicBez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3572" y="16200"/>
                </a:moveTo>
                <a:cubicBezTo>
                  <a:pt x="13572" y="16803"/>
                  <a:pt x="13083" y="17292"/>
                  <a:pt x="12480" y="17292"/>
                </a:cubicBezTo>
                <a:cubicBezTo>
                  <a:pt x="11877" y="17292"/>
                  <a:pt x="11388" y="16803"/>
                  <a:pt x="11388" y="16200"/>
                </a:cubicBezTo>
                <a:cubicBezTo>
                  <a:pt x="11388" y="15597"/>
                  <a:pt x="11877" y="15108"/>
                  <a:pt x="12480" y="15108"/>
                </a:cubicBezTo>
                <a:cubicBezTo>
                  <a:pt x="13083" y="15108"/>
                  <a:pt x="13572" y="15597"/>
                  <a:pt x="13572" y="16200"/>
                </a:cubicBezTo>
                <a:close/>
                <a:moveTo>
                  <a:pt x="5694" y="18540"/>
                </a:moveTo>
                <a:lnTo>
                  <a:pt x="13026" y="18540"/>
                </a:lnTo>
                <a:cubicBezTo>
                  <a:pt x="13155" y="18540"/>
                  <a:pt x="13260" y="18645"/>
                  <a:pt x="13260" y="18774"/>
                </a:cubicBezTo>
                <a:lnTo>
                  <a:pt x="13260" y="19086"/>
                </a:lnTo>
                <a:cubicBezTo>
                  <a:pt x="13260" y="19215"/>
                  <a:pt x="13155" y="19320"/>
                  <a:pt x="13026" y="19320"/>
                </a:cubicBezTo>
                <a:lnTo>
                  <a:pt x="5694" y="19320"/>
                </a:lnTo>
                <a:cubicBezTo>
                  <a:pt x="5565" y="19320"/>
                  <a:pt x="5460" y="19215"/>
                  <a:pt x="5460" y="19086"/>
                </a:cubicBezTo>
                <a:lnTo>
                  <a:pt x="5460" y="18774"/>
                </a:lnTo>
                <a:cubicBezTo>
                  <a:pt x="5460" y="18645"/>
                  <a:pt x="5565" y="18540"/>
                  <a:pt x="5694" y="1854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会议安排·关怀</a:t>
            </a:r>
          </a:p>
        </p:txBody>
      </p:sp>
      <p:sp>
        <p:nvSpPr>
          <p:cNvPr id="61" name="CUST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7332" y="16200"/>
                </a:moveTo>
                <a:cubicBezTo>
                  <a:pt x="7332" y="16803"/>
                  <a:pt x="6843" y="17292"/>
                  <a:pt x="6240" y="17292"/>
                </a:cubicBezTo>
                <a:cubicBezTo>
                  <a:pt x="5637" y="17292"/>
                  <a:pt x="5148" y="16803"/>
                  <a:pt x="5148" y="16200"/>
                </a:cubicBezTo>
                <a:cubicBezTo>
                  <a:pt x="5148" y="15597"/>
                  <a:pt x="5637" y="15108"/>
                  <a:pt x="6240" y="15108"/>
                </a:cubicBezTo>
                <a:cubicBezTo>
                  <a:pt x="6843" y="15108"/>
                  <a:pt x="7332" y="15597"/>
                  <a:pt x="7332" y="16200"/>
                </a:cubicBez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3572" y="16200"/>
                </a:moveTo>
                <a:cubicBezTo>
                  <a:pt x="13572" y="16803"/>
                  <a:pt x="13083" y="17292"/>
                  <a:pt x="12480" y="17292"/>
                </a:cubicBezTo>
                <a:cubicBezTo>
                  <a:pt x="11877" y="17292"/>
                  <a:pt x="11388" y="16803"/>
                  <a:pt x="11388" y="16200"/>
                </a:cubicBezTo>
                <a:cubicBezTo>
                  <a:pt x="11388" y="15597"/>
                  <a:pt x="11877" y="15108"/>
                  <a:pt x="12480" y="15108"/>
                </a:cubicBezTo>
                <a:cubicBezTo>
                  <a:pt x="13083" y="15108"/>
                  <a:pt x="13572" y="15597"/>
                  <a:pt x="13572" y="16200"/>
                </a:cubicBezTo>
                <a:close/>
                <a:moveTo>
                  <a:pt x="5694" y="18540"/>
                </a:moveTo>
                <a:lnTo>
                  <a:pt x="13026" y="18540"/>
                </a:lnTo>
                <a:cubicBezTo>
                  <a:pt x="13155" y="18540"/>
                  <a:pt x="13260" y="18645"/>
                  <a:pt x="13260" y="18774"/>
                </a:cubicBezTo>
                <a:lnTo>
                  <a:pt x="13260" y="19086"/>
                </a:lnTo>
                <a:cubicBezTo>
                  <a:pt x="13260" y="19215"/>
                  <a:pt x="13155" y="19320"/>
                  <a:pt x="13026" y="19320"/>
                </a:cubicBezTo>
                <a:lnTo>
                  <a:pt x="5694" y="19320"/>
                </a:lnTo>
                <a:cubicBezTo>
                  <a:pt x="5565" y="19320"/>
                  <a:pt x="5460" y="19215"/>
                  <a:pt x="5460" y="19086"/>
                </a:cubicBezTo>
                <a:lnTo>
                  <a:pt x="5460" y="18774"/>
                </a:lnTo>
                <a:cubicBezTo>
                  <a:pt x="5460" y="18645"/>
                  <a:pt x="5565" y="18540"/>
                  <a:pt x="5694" y="1854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会议安排·定时</a:t>
            </a:r>
          </a:p>
        </p:txBody>
      </p:sp>
      <p:sp>
        <p:nvSpPr>
          <p:cNvPr id="64" name="CUST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00" y="13000"/>
                </a:moveTo>
                <a:cubicBezTo>
                  <a:pt x="14400" y="14325"/>
                  <a:pt x="13325" y="15400"/>
                  <a:pt x="12000" y="15400"/>
                </a:cubicBezTo>
                <a:cubicBezTo>
                  <a:pt x="10675" y="15400"/>
                  <a:pt x="9600" y="14325"/>
                  <a:pt x="9600" y="13000"/>
                </a:cubicBezTo>
                <a:cubicBezTo>
                  <a:pt x="9600" y="11675"/>
                  <a:pt x="10675" y="10600"/>
                  <a:pt x="12000" y="10600"/>
                </a:cubicBezTo>
                <a:cubicBezTo>
                  <a:pt x="13325" y="10600"/>
                  <a:pt x="14400" y="11675"/>
                  <a:pt x="14400" y="13000"/>
                </a:cubicBezTo>
                <a:close/>
                <a:moveTo>
                  <a:pt x="7000" y="16000"/>
                </a:moveTo>
                <a:quadBezTo>
                  <a:pt x="5000" y="13000"/>
                  <a:pt x="7000" y="10000"/>
                </a:quadBezTo>
                <a:moveTo>
                  <a:pt x="17000" y="16000"/>
                </a:moveTo>
                <a:quadBezTo>
                  <a:pt x="19000" y="13000"/>
                  <a:pt x="17000" y="10000"/>
                </a:quadBezTo>
                <a:moveTo>
                  <a:pt x="4000" y="18000"/>
                </a:moveTo>
                <a:quadBezTo>
                  <a:pt x="1000" y="13000"/>
                  <a:pt x="4000" y="8000"/>
                </a:quadBezTo>
                <a:moveTo>
                  <a:pt x="20000" y="18000"/>
                </a:moveTo>
                <a:quadBezTo>
                  <a:pt x="23000" y="13000"/>
                  <a:pt x="20000" y="8000"/>
                </a:quadBezTo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广播信号</a:t>
            </a:r>
          </a:p>
        </p:txBody>
      </p:sp>
      <p:sp>
        <p:nvSpPr>
          <p:cNvPr id="67" name="CUST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232" y="15420"/>
                </a:moveTo>
                <a:cubicBezTo>
                  <a:pt x="11232" y="16454"/>
                  <a:pt x="10394" y="17292"/>
                  <a:pt x="9360" y="17292"/>
                </a:cubicBezTo>
                <a:cubicBezTo>
                  <a:pt x="8326" y="17292"/>
                  <a:pt x="7488" y="16454"/>
                  <a:pt x="7488" y="15420"/>
                </a:cubicBezTo>
                <a:cubicBezTo>
                  <a:pt x="7488" y="14386"/>
                  <a:pt x="8326" y="13548"/>
                  <a:pt x="9360" y="13548"/>
                </a:cubicBezTo>
                <a:cubicBezTo>
                  <a:pt x="10394" y="13548"/>
                  <a:pt x="11232" y="14386"/>
                  <a:pt x="11232" y="15420"/>
                </a:cubicBezTo>
                <a:close/>
                <a:moveTo>
                  <a:pt x="5460" y="17760"/>
                </a:moveTo>
                <a:quadBezTo>
                  <a:pt x="3900" y="15420"/>
                  <a:pt x="5460" y="13080"/>
                </a:quadBezTo>
                <a:moveTo>
                  <a:pt x="13260" y="17760"/>
                </a:moveTo>
                <a:quadBezTo>
                  <a:pt x="14820" y="15420"/>
                  <a:pt x="13260" y="13080"/>
                </a:quadBezTo>
                <a:moveTo>
                  <a:pt x="3120" y="19320"/>
                </a:moveTo>
                <a:quadBezTo>
                  <a:pt x="780" y="15420"/>
                  <a:pt x="3120" y="11520"/>
                </a:quadBezTo>
                <a:moveTo>
                  <a:pt x="15600" y="19320"/>
                </a:moveTo>
                <a:quadBezTo>
                  <a:pt x="17940" y="15420"/>
                  <a:pt x="15600" y="11520"/>
                </a:quadBezTo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广播信号·已验证</a:t>
            </a:r>
          </a:p>
        </p:txBody>
      </p:sp>
      <p:sp>
        <p:nvSpPr>
          <p:cNvPr id="70" name="CUST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232" y="15420"/>
                </a:moveTo>
                <a:cubicBezTo>
                  <a:pt x="11232" y="16454"/>
                  <a:pt x="10394" y="17292"/>
                  <a:pt x="9360" y="17292"/>
                </a:cubicBezTo>
                <a:cubicBezTo>
                  <a:pt x="8326" y="17292"/>
                  <a:pt x="7488" y="16454"/>
                  <a:pt x="7488" y="15420"/>
                </a:cubicBezTo>
                <a:cubicBezTo>
                  <a:pt x="7488" y="14386"/>
                  <a:pt x="8326" y="13548"/>
                  <a:pt x="9360" y="13548"/>
                </a:cubicBezTo>
                <a:cubicBezTo>
                  <a:pt x="10394" y="13548"/>
                  <a:pt x="11232" y="14386"/>
                  <a:pt x="11232" y="15420"/>
                </a:cubicBezTo>
                <a:close/>
                <a:moveTo>
                  <a:pt x="5460" y="17760"/>
                </a:moveTo>
                <a:quadBezTo>
                  <a:pt x="3900" y="15420"/>
                  <a:pt x="5460" y="13080"/>
                </a:quadBezTo>
                <a:moveTo>
                  <a:pt x="13260" y="17760"/>
                </a:moveTo>
                <a:quadBezTo>
                  <a:pt x="14820" y="15420"/>
                  <a:pt x="13260" y="13080"/>
                </a:quadBezTo>
                <a:moveTo>
                  <a:pt x="3120" y="19320"/>
                </a:moveTo>
                <a:quadBezTo>
                  <a:pt x="780" y="15420"/>
                  <a:pt x="3120" y="11520"/>
                </a:quadBezTo>
                <a:moveTo>
                  <a:pt x="15600" y="19320"/>
                </a:moveTo>
                <a:quadBezTo>
                  <a:pt x="17940" y="15420"/>
                  <a:pt x="15600" y="11520"/>
                </a:quadBezTo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广播信号·新增</a:t>
            </a:r>
          </a:p>
        </p:txBody>
      </p:sp>
      <p:sp>
        <p:nvSpPr>
          <p:cNvPr id="73" name="CUST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232" y="15420"/>
                </a:moveTo>
                <a:cubicBezTo>
                  <a:pt x="11232" y="16454"/>
                  <a:pt x="10394" y="17292"/>
                  <a:pt x="9360" y="17292"/>
                </a:cubicBezTo>
                <a:cubicBezTo>
                  <a:pt x="8326" y="17292"/>
                  <a:pt x="7488" y="16454"/>
                  <a:pt x="7488" y="15420"/>
                </a:cubicBezTo>
                <a:cubicBezTo>
                  <a:pt x="7488" y="14386"/>
                  <a:pt x="8326" y="13548"/>
                  <a:pt x="9360" y="13548"/>
                </a:cubicBezTo>
                <a:cubicBezTo>
                  <a:pt x="10394" y="13548"/>
                  <a:pt x="11232" y="14386"/>
                  <a:pt x="11232" y="15420"/>
                </a:cubicBezTo>
                <a:close/>
                <a:moveTo>
                  <a:pt x="5460" y="17760"/>
                </a:moveTo>
                <a:quadBezTo>
                  <a:pt x="3900" y="15420"/>
                  <a:pt x="5460" y="13080"/>
                </a:quadBezTo>
                <a:moveTo>
                  <a:pt x="13260" y="17760"/>
                </a:moveTo>
                <a:quadBezTo>
                  <a:pt x="14820" y="15420"/>
                  <a:pt x="13260" y="13080"/>
                </a:quadBezTo>
                <a:moveTo>
                  <a:pt x="3120" y="19320"/>
                </a:moveTo>
                <a:quadBezTo>
                  <a:pt x="780" y="15420"/>
                  <a:pt x="3120" y="11520"/>
                </a:quadBezTo>
                <a:moveTo>
                  <a:pt x="15600" y="19320"/>
                </a:moveTo>
                <a:quadBezTo>
                  <a:pt x="17940" y="15420"/>
                  <a:pt x="15600" y="11520"/>
                </a:quadBezTo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广播信号·协同</a:t>
            </a:r>
          </a:p>
        </p:txBody>
      </p:sp>
      <p:sp>
        <p:nvSpPr>
          <p:cNvPr id="76" name="CUST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232" y="15420"/>
                </a:moveTo>
                <a:cubicBezTo>
                  <a:pt x="11232" y="16454"/>
                  <a:pt x="10394" y="17292"/>
                  <a:pt x="9360" y="17292"/>
                </a:cubicBezTo>
                <a:cubicBezTo>
                  <a:pt x="8326" y="17292"/>
                  <a:pt x="7488" y="16454"/>
                  <a:pt x="7488" y="15420"/>
                </a:cubicBezTo>
                <a:cubicBezTo>
                  <a:pt x="7488" y="14386"/>
                  <a:pt x="8326" y="13548"/>
                  <a:pt x="9360" y="13548"/>
                </a:cubicBezTo>
                <a:cubicBezTo>
                  <a:pt x="10394" y="13548"/>
                  <a:pt x="11232" y="14386"/>
                  <a:pt x="11232" y="15420"/>
                </a:cubicBezTo>
                <a:close/>
                <a:moveTo>
                  <a:pt x="5460" y="17760"/>
                </a:moveTo>
                <a:quadBezTo>
                  <a:pt x="3900" y="15420"/>
                  <a:pt x="5460" y="13080"/>
                </a:quadBezTo>
                <a:moveTo>
                  <a:pt x="13260" y="17760"/>
                </a:moveTo>
                <a:quadBezTo>
                  <a:pt x="14820" y="15420"/>
                  <a:pt x="13260" y="13080"/>
                </a:quadBezTo>
                <a:moveTo>
                  <a:pt x="3120" y="19320"/>
                </a:moveTo>
                <a:quadBezTo>
                  <a:pt x="780" y="15420"/>
                  <a:pt x="3120" y="11520"/>
                </a:quadBezTo>
                <a:moveTo>
                  <a:pt x="15600" y="19320"/>
                </a:moveTo>
                <a:quadBezTo>
                  <a:pt x="17940" y="15420"/>
                  <a:pt x="15600" y="11520"/>
                </a:quadBezTo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广播信号·关怀</a:t>
            </a:r>
          </a:p>
        </p:txBody>
      </p:sp>
      <p:sp>
        <p:nvSpPr>
          <p:cNvPr id="79" name="CUST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232" y="15420"/>
                </a:moveTo>
                <a:cubicBezTo>
                  <a:pt x="11232" y="16454"/>
                  <a:pt x="10394" y="17292"/>
                  <a:pt x="9360" y="17292"/>
                </a:cubicBezTo>
                <a:cubicBezTo>
                  <a:pt x="8326" y="17292"/>
                  <a:pt x="7488" y="16454"/>
                  <a:pt x="7488" y="15420"/>
                </a:cubicBezTo>
                <a:cubicBezTo>
                  <a:pt x="7488" y="14386"/>
                  <a:pt x="8326" y="13548"/>
                  <a:pt x="9360" y="13548"/>
                </a:cubicBezTo>
                <a:cubicBezTo>
                  <a:pt x="10394" y="13548"/>
                  <a:pt x="11232" y="14386"/>
                  <a:pt x="11232" y="15420"/>
                </a:cubicBezTo>
                <a:close/>
                <a:moveTo>
                  <a:pt x="5460" y="17760"/>
                </a:moveTo>
                <a:quadBezTo>
                  <a:pt x="3900" y="15420"/>
                  <a:pt x="5460" y="13080"/>
                </a:quadBezTo>
                <a:moveTo>
                  <a:pt x="13260" y="17760"/>
                </a:moveTo>
                <a:quadBezTo>
                  <a:pt x="14820" y="15420"/>
                  <a:pt x="13260" y="13080"/>
                </a:quadBezTo>
                <a:moveTo>
                  <a:pt x="3120" y="19320"/>
                </a:moveTo>
                <a:quadBezTo>
                  <a:pt x="780" y="15420"/>
                  <a:pt x="3120" y="11520"/>
                </a:quadBezTo>
                <a:moveTo>
                  <a:pt x="15600" y="19320"/>
                </a:moveTo>
                <a:quadBezTo>
                  <a:pt x="17940" y="15420"/>
                  <a:pt x="15600" y="11520"/>
                </a:quadBezTo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广播信号·定时</a:t>
            </a:r>
          </a:p>
        </p:txBody>
      </p:sp>
      <p:sp>
        <p:nvSpPr>
          <p:cNvPr id="82" name="CUST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3000"/>
                </a:moveTo>
                <a:cubicBezTo>
                  <a:pt x="8000" y="3000"/>
                  <a:pt x="6000" y="6000"/>
                  <a:pt x="6000" y="10000"/>
                </a:cubicBezTo>
                <a:lnTo>
                  <a:pt x="6000" y="14000"/>
                </a:lnTo>
                <a:lnTo>
                  <a:pt x="4000" y="17000"/>
                </a:lnTo>
                <a:lnTo>
                  <a:pt x="20000" y="17000"/>
                </a:lnTo>
                <a:lnTo>
                  <a:pt x="18000" y="14000"/>
                </a:lnTo>
                <a:lnTo>
                  <a:pt x="18000" y="10000"/>
                </a:lnTo>
                <a:cubicBezTo>
                  <a:pt x="18000" y="6000"/>
                  <a:pt x="16000" y="3000"/>
                  <a:pt x="12000" y="3000"/>
                </a:cubicBezTo>
                <a:close/>
                <a:moveTo>
                  <a:pt x="14200" y="19000"/>
                </a:moveTo>
                <a:cubicBezTo>
                  <a:pt x="14200" y="19884"/>
                  <a:pt x="13215" y="20600"/>
                  <a:pt x="12000" y="20600"/>
                </a:cubicBezTo>
                <a:cubicBezTo>
                  <a:pt x="10785" y="20600"/>
                  <a:pt x="9800" y="19884"/>
                  <a:pt x="9800" y="19000"/>
                </a:cubicBezTo>
                <a:cubicBezTo>
                  <a:pt x="9800" y="18116"/>
                  <a:pt x="10785" y="17400"/>
                  <a:pt x="12000" y="17400"/>
                </a:cubicBezTo>
                <a:cubicBezTo>
                  <a:pt x="13215" y="17400"/>
                  <a:pt x="14200" y="18116"/>
                  <a:pt x="142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提醒通知</a:t>
            </a:r>
          </a:p>
        </p:txBody>
      </p:sp>
      <p:sp>
        <p:nvSpPr>
          <p:cNvPr id="85" name="CUST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cubicBezTo>
                  <a:pt x="6240" y="7620"/>
                  <a:pt x="4680" y="9960"/>
                  <a:pt x="4680" y="13080"/>
                </a:cubicBezTo>
                <a:lnTo>
                  <a:pt x="4680" y="16200"/>
                </a:lnTo>
                <a:lnTo>
                  <a:pt x="3120" y="18540"/>
                </a:lnTo>
                <a:lnTo>
                  <a:pt x="15600" y="18540"/>
                </a:lnTo>
                <a:lnTo>
                  <a:pt x="14040" y="16200"/>
                </a:lnTo>
                <a:lnTo>
                  <a:pt x="14040" y="13080"/>
                </a:lnTo>
                <a:cubicBezTo>
                  <a:pt x="14040" y="9960"/>
                  <a:pt x="12480" y="7620"/>
                  <a:pt x="9360" y="7620"/>
                </a:cubicBezTo>
                <a:close/>
                <a:moveTo>
                  <a:pt x="11076" y="20100"/>
                </a:moveTo>
                <a:cubicBezTo>
                  <a:pt x="11076" y="20789"/>
                  <a:pt x="10308" y="21348"/>
                  <a:pt x="9360" y="21348"/>
                </a:cubicBezTo>
                <a:cubicBezTo>
                  <a:pt x="8412" y="21348"/>
                  <a:pt x="7644" y="20789"/>
                  <a:pt x="7644" y="20100"/>
                </a:cubicBezTo>
                <a:cubicBezTo>
                  <a:pt x="7644" y="19411"/>
                  <a:pt x="8412" y="18852"/>
                  <a:pt x="9360" y="18852"/>
                </a:cubicBezTo>
                <a:cubicBezTo>
                  <a:pt x="10308" y="18852"/>
                  <a:pt x="11076" y="19411"/>
                  <a:pt x="11076" y="201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提醒通知·已验证</a:t>
            </a:r>
          </a:p>
        </p:txBody>
      </p:sp>
      <p:sp>
        <p:nvSpPr>
          <p:cNvPr id="88" name="CUST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cubicBezTo>
                  <a:pt x="6240" y="7620"/>
                  <a:pt x="4680" y="9960"/>
                  <a:pt x="4680" y="13080"/>
                </a:cubicBezTo>
                <a:lnTo>
                  <a:pt x="4680" y="16200"/>
                </a:lnTo>
                <a:lnTo>
                  <a:pt x="3120" y="18540"/>
                </a:lnTo>
                <a:lnTo>
                  <a:pt x="15600" y="18540"/>
                </a:lnTo>
                <a:lnTo>
                  <a:pt x="14040" y="16200"/>
                </a:lnTo>
                <a:lnTo>
                  <a:pt x="14040" y="13080"/>
                </a:lnTo>
                <a:cubicBezTo>
                  <a:pt x="14040" y="9960"/>
                  <a:pt x="12480" y="7620"/>
                  <a:pt x="9360" y="7620"/>
                </a:cubicBezTo>
                <a:close/>
                <a:moveTo>
                  <a:pt x="11076" y="20100"/>
                </a:moveTo>
                <a:cubicBezTo>
                  <a:pt x="11076" y="20789"/>
                  <a:pt x="10308" y="21348"/>
                  <a:pt x="9360" y="21348"/>
                </a:cubicBezTo>
                <a:cubicBezTo>
                  <a:pt x="8412" y="21348"/>
                  <a:pt x="7644" y="20789"/>
                  <a:pt x="7644" y="20100"/>
                </a:cubicBezTo>
                <a:cubicBezTo>
                  <a:pt x="7644" y="19411"/>
                  <a:pt x="8412" y="18852"/>
                  <a:pt x="9360" y="18852"/>
                </a:cubicBezTo>
                <a:cubicBezTo>
                  <a:pt x="10308" y="18852"/>
                  <a:pt x="11076" y="19411"/>
                  <a:pt x="11076" y="2010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提醒通知·新增</a:t>
            </a:r>
          </a:p>
        </p:txBody>
      </p:sp>
      <p:sp>
        <p:nvSpPr>
          <p:cNvPr id="91" name="CUST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cubicBezTo>
                  <a:pt x="6240" y="7620"/>
                  <a:pt x="4680" y="9960"/>
                  <a:pt x="4680" y="13080"/>
                </a:cubicBezTo>
                <a:lnTo>
                  <a:pt x="4680" y="16200"/>
                </a:lnTo>
                <a:lnTo>
                  <a:pt x="3120" y="18540"/>
                </a:lnTo>
                <a:lnTo>
                  <a:pt x="15600" y="18540"/>
                </a:lnTo>
                <a:lnTo>
                  <a:pt x="14040" y="16200"/>
                </a:lnTo>
                <a:lnTo>
                  <a:pt x="14040" y="13080"/>
                </a:lnTo>
                <a:cubicBezTo>
                  <a:pt x="14040" y="9960"/>
                  <a:pt x="12480" y="7620"/>
                  <a:pt x="9360" y="7620"/>
                </a:cubicBezTo>
                <a:close/>
                <a:moveTo>
                  <a:pt x="11076" y="20100"/>
                </a:moveTo>
                <a:cubicBezTo>
                  <a:pt x="11076" y="20789"/>
                  <a:pt x="10308" y="21348"/>
                  <a:pt x="9360" y="21348"/>
                </a:cubicBezTo>
                <a:cubicBezTo>
                  <a:pt x="8412" y="21348"/>
                  <a:pt x="7644" y="20789"/>
                  <a:pt x="7644" y="20100"/>
                </a:cubicBezTo>
                <a:cubicBezTo>
                  <a:pt x="7644" y="19411"/>
                  <a:pt x="8412" y="18852"/>
                  <a:pt x="9360" y="18852"/>
                </a:cubicBezTo>
                <a:cubicBezTo>
                  <a:pt x="10308" y="18852"/>
                  <a:pt x="11076" y="19411"/>
                  <a:pt x="11076" y="2010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提醒通知·协同</a:t>
            </a:r>
          </a:p>
        </p:txBody>
      </p:sp>
      <p:sp>
        <p:nvSpPr>
          <p:cNvPr id="94" name="CUST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cubicBezTo>
                  <a:pt x="6240" y="7620"/>
                  <a:pt x="4680" y="9960"/>
                  <a:pt x="4680" y="13080"/>
                </a:cubicBezTo>
                <a:lnTo>
                  <a:pt x="4680" y="16200"/>
                </a:lnTo>
                <a:lnTo>
                  <a:pt x="3120" y="18540"/>
                </a:lnTo>
                <a:lnTo>
                  <a:pt x="15600" y="18540"/>
                </a:lnTo>
                <a:lnTo>
                  <a:pt x="14040" y="16200"/>
                </a:lnTo>
                <a:lnTo>
                  <a:pt x="14040" y="13080"/>
                </a:lnTo>
                <a:cubicBezTo>
                  <a:pt x="14040" y="9960"/>
                  <a:pt x="12480" y="7620"/>
                  <a:pt x="9360" y="7620"/>
                </a:cubicBezTo>
                <a:close/>
                <a:moveTo>
                  <a:pt x="11076" y="20100"/>
                </a:moveTo>
                <a:cubicBezTo>
                  <a:pt x="11076" y="20789"/>
                  <a:pt x="10308" y="21348"/>
                  <a:pt x="9360" y="21348"/>
                </a:cubicBezTo>
                <a:cubicBezTo>
                  <a:pt x="8412" y="21348"/>
                  <a:pt x="7644" y="20789"/>
                  <a:pt x="7644" y="20100"/>
                </a:cubicBezTo>
                <a:cubicBezTo>
                  <a:pt x="7644" y="19411"/>
                  <a:pt x="8412" y="18852"/>
                  <a:pt x="9360" y="18852"/>
                </a:cubicBezTo>
                <a:cubicBezTo>
                  <a:pt x="10308" y="18852"/>
                  <a:pt x="11076" y="19411"/>
                  <a:pt x="11076" y="2010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提醒通知·关怀</a:t>
            </a:r>
          </a:p>
        </p:txBody>
      </p:sp>
      <p:sp>
        <p:nvSpPr>
          <p:cNvPr id="97" name="CUST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cubicBezTo>
                  <a:pt x="6240" y="7620"/>
                  <a:pt x="4680" y="9960"/>
                  <a:pt x="4680" y="13080"/>
                </a:cubicBezTo>
                <a:lnTo>
                  <a:pt x="4680" y="16200"/>
                </a:lnTo>
                <a:lnTo>
                  <a:pt x="3120" y="18540"/>
                </a:lnTo>
                <a:lnTo>
                  <a:pt x="15600" y="18540"/>
                </a:lnTo>
                <a:lnTo>
                  <a:pt x="14040" y="16200"/>
                </a:lnTo>
                <a:lnTo>
                  <a:pt x="14040" y="13080"/>
                </a:lnTo>
                <a:cubicBezTo>
                  <a:pt x="14040" y="9960"/>
                  <a:pt x="12480" y="7620"/>
                  <a:pt x="9360" y="7620"/>
                </a:cubicBezTo>
                <a:close/>
                <a:moveTo>
                  <a:pt x="11076" y="20100"/>
                </a:moveTo>
                <a:cubicBezTo>
                  <a:pt x="11076" y="20789"/>
                  <a:pt x="10308" y="21348"/>
                  <a:pt x="9360" y="21348"/>
                </a:cubicBezTo>
                <a:cubicBezTo>
                  <a:pt x="8412" y="21348"/>
                  <a:pt x="7644" y="20789"/>
                  <a:pt x="7644" y="20100"/>
                </a:cubicBezTo>
                <a:cubicBezTo>
                  <a:pt x="7644" y="19411"/>
                  <a:pt x="8412" y="18852"/>
                  <a:pt x="9360" y="18852"/>
                </a:cubicBezTo>
                <a:cubicBezTo>
                  <a:pt x="10308" y="18852"/>
                  <a:pt x="11076" y="19411"/>
                  <a:pt x="11076" y="201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提醒通知·定时</a:t>
            </a:r>
          </a:p>
        </p:txBody>
      </p:sp>
      <p:sp>
        <p:nvSpPr>
          <p:cNvPr id="100" name="CUST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1000"/>
                </a:moveTo>
                <a:lnTo>
                  <a:pt x="7000" y="5000"/>
                </a:lnTo>
                <a:lnTo>
                  <a:pt x="17000" y="5000"/>
                </a:lnTo>
                <a:lnTo>
                  <a:pt x="21000" y="11000"/>
                </a:lnTo>
                <a:lnTo>
                  <a:pt x="21000" y="19000"/>
                </a:lnTo>
                <a:lnTo>
                  <a:pt x="3000" y="19000"/>
                </a:lnTo>
                <a:close/>
                <a:moveTo>
                  <a:pt x="6700" y="5000"/>
                </a:moveTo>
                <a:lnTo>
                  <a:pt x="6700" y="11000"/>
                </a:lnTo>
                <a:lnTo>
                  <a:pt x="7300" y="11000"/>
                </a:lnTo>
                <a:lnTo>
                  <a:pt x="7300" y="5000"/>
                </a:lnTo>
                <a:close/>
                <a:moveTo>
                  <a:pt x="16700" y="5000"/>
                </a:moveTo>
                <a:lnTo>
                  <a:pt x="16700" y="11000"/>
                </a:lnTo>
                <a:lnTo>
                  <a:pt x="17300" y="11000"/>
                </a:lnTo>
                <a:lnTo>
                  <a:pt x="17300" y="5000"/>
                </a:lnTo>
                <a:close/>
                <a:moveTo>
                  <a:pt x="3200" y="11000"/>
                </a:moveTo>
                <a:lnTo>
                  <a:pt x="6800" y="11000"/>
                </a:lnTo>
                <a:cubicBezTo>
                  <a:pt x="6910" y="11000"/>
                  <a:pt x="7000" y="11090"/>
                  <a:pt x="7000" y="11200"/>
                </a:cubicBezTo>
                <a:lnTo>
                  <a:pt x="7000" y="12800"/>
                </a:lnTo>
                <a:cubicBezTo>
                  <a:pt x="7000" y="12910"/>
                  <a:pt x="6910" y="13000"/>
                  <a:pt x="6800" y="13000"/>
                </a:cubicBezTo>
                <a:lnTo>
                  <a:pt x="3200" y="13000"/>
                </a:lnTo>
                <a:cubicBezTo>
                  <a:pt x="3090" y="13000"/>
                  <a:pt x="3000" y="12910"/>
                  <a:pt x="3000" y="12800"/>
                </a:cubicBezTo>
                <a:lnTo>
                  <a:pt x="3000" y="11200"/>
                </a:lnTo>
                <a:cubicBezTo>
                  <a:pt x="3000" y="11090"/>
                  <a:pt x="3090" y="11000"/>
                  <a:pt x="3200" y="11000"/>
                </a:cubicBezTo>
                <a:close/>
                <a:moveTo>
                  <a:pt x="17200" y="11000"/>
                </a:moveTo>
                <a:lnTo>
                  <a:pt x="20800" y="11000"/>
                </a:lnTo>
                <a:cubicBezTo>
                  <a:pt x="20910" y="11000"/>
                  <a:pt x="21000" y="11090"/>
                  <a:pt x="21000" y="11200"/>
                </a:cubicBezTo>
                <a:lnTo>
                  <a:pt x="21000" y="12800"/>
                </a:lnTo>
                <a:cubicBezTo>
                  <a:pt x="21000" y="12910"/>
                  <a:pt x="20910" y="13000"/>
                  <a:pt x="20800" y="13000"/>
                </a:cubicBezTo>
                <a:lnTo>
                  <a:pt x="17200" y="13000"/>
                </a:lnTo>
                <a:cubicBezTo>
                  <a:pt x="17090" y="13000"/>
                  <a:pt x="17000" y="12910"/>
                  <a:pt x="17000" y="12800"/>
                </a:cubicBezTo>
                <a:lnTo>
                  <a:pt x="17000" y="11200"/>
                </a:lnTo>
                <a:cubicBezTo>
                  <a:pt x="17000" y="11090"/>
                  <a:pt x="17090" y="11000"/>
                  <a:pt x="17200" y="1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收件箱</a:t>
            </a:r>
          </a:p>
        </p:txBody>
      </p:sp>
      <p:sp>
        <p:nvSpPr>
          <p:cNvPr id="103" name="CUST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5460" y="9180"/>
                </a:lnTo>
                <a:lnTo>
                  <a:pt x="13260" y="9180"/>
                </a:lnTo>
                <a:lnTo>
                  <a:pt x="16380" y="13860"/>
                </a:lnTo>
                <a:lnTo>
                  <a:pt x="16380" y="20100"/>
                </a:lnTo>
                <a:lnTo>
                  <a:pt x="2340" y="20100"/>
                </a:lnTo>
                <a:close/>
                <a:moveTo>
                  <a:pt x="5226" y="9180"/>
                </a:moveTo>
                <a:lnTo>
                  <a:pt x="5226" y="13860"/>
                </a:lnTo>
                <a:lnTo>
                  <a:pt x="5694" y="13860"/>
                </a:lnTo>
                <a:lnTo>
                  <a:pt x="5694" y="9180"/>
                </a:lnTo>
                <a:close/>
                <a:moveTo>
                  <a:pt x="13026" y="9180"/>
                </a:moveTo>
                <a:lnTo>
                  <a:pt x="13026" y="13860"/>
                </a:lnTo>
                <a:lnTo>
                  <a:pt x="13494" y="13860"/>
                </a:lnTo>
                <a:lnTo>
                  <a:pt x="13494" y="9180"/>
                </a:lnTo>
                <a:close/>
                <a:moveTo>
                  <a:pt x="2496" y="13860"/>
                </a:moveTo>
                <a:lnTo>
                  <a:pt x="5304" y="13860"/>
                </a:lnTo>
                <a:cubicBezTo>
                  <a:pt x="5390" y="13860"/>
                  <a:pt x="5460" y="13930"/>
                  <a:pt x="5460" y="14016"/>
                </a:cubicBezTo>
                <a:lnTo>
                  <a:pt x="5460" y="15264"/>
                </a:lnTo>
                <a:cubicBezTo>
                  <a:pt x="5460" y="15350"/>
                  <a:pt x="5390" y="15420"/>
                  <a:pt x="5304" y="15420"/>
                </a:cubicBezTo>
                <a:lnTo>
                  <a:pt x="2496" y="15420"/>
                </a:lnTo>
                <a:cubicBezTo>
                  <a:pt x="2410" y="15420"/>
                  <a:pt x="2340" y="15350"/>
                  <a:pt x="2340" y="15264"/>
                </a:cubicBezTo>
                <a:lnTo>
                  <a:pt x="2340" y="14016"/>
                </a:lnTo>
                <a:cubicBezTo>
                  <a:pt x="2340" y="13930"/>
                  <a:pt x="2410" y="13860"/>
                  <a:pt x="2496" y="13860"/>
                </a:cubicBezTo>
                <a:close/>
                <a:moveTo>
                  <a:pt x="13416" y="13860"/>
                </a:moveTo>
                <a:lnTo>
                  <a:pt x="16224" y="13860"/>
                </a:lnTo>
                <a:cubicBezTo>
                  <a:pt x="16310" y="13860"/>
                  <a:pt x="16380" y="13930"/>
                  <a:pt x="16380" y="14016"/>
                </a:cubicBezTo>
                <a:lnTo>
                  <a:pt x="16380" y="15264"/>
                </a:lnTo>
                <a:cubicBezTo>
                  <a:pt x="16380" y="15350"/>
                  <a:pt x="16310" y="15420"/>
                  <a:pt x="16224" y="15420"/>
                </a:cubicBezTo>
                <a:lnTo>
                  <a:pt x="13416" y="15420"/>
                </a:lnTo>
                <a:cubicBezTo>
                  <a:pt x="13330" y="15420"/>
                  <a:pt x="13260" y="15350"/>
                  <a:pt x="13260" y="15264"/>
                </a:cubicBezTo>
                <a:lnTo>
                  <a:pt x="13260" y="14016"/>
                </a:lnTo>
                <a:cubicBezTo>
                  <a:pt x="13260" y="13930"/>
                  <a:pt x="13330" y="13860"/>
                  <a:pt x="13416" y="138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收件箱·已验证</a:t>
            </a:r>
          </a:p>
        </p:txBody>
      </p:sp>
      <p:sp>
        <p:nvSpPr>
          <p:cNvPr id="106" name="CUST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5460" y="9180"/>
                </a:lnTo>
                <a:lnTo>
                  <a:pt x="13260" y="9180"/>
                </a:lnTo>
                <a:lnTo>
                  <a:pt x="16380" y="13860"/>
                </a:lnTo>
                <a:lnTo>
                  <a:pt x="16380" y="20100"/>
                </a:lnTo>
                <a:lnTo>
                  <a:pt x="2340" y="20100"/>
                </a:lnTo>
                <a:close/>
                <a:moveTo>
                  <a:pt x="5226" y="9180"/>
                </a:moveTo>
                <a:lnTo>
                  <a:pt x="5226" y="13860"/>
                </a:lnTo>
                <a:lnTo>
                  <a:pt x="5694" y="13860"/>
                </a:lnTo>
                <a:lnTo>
                  <a:pt x="5694" y="9180"/>
                </a:lnTo>
                <a:close/>
                <a:moveTo>
                  <a:pt x="13026" y="9180"/>
                </a:moveTo>
                <a:lnTo>
                  <a:pt x="13026" y="13860"/>
                </a:lnTo>
                <a:lnTo>
                  <a:pt x="13494" y="13860"/>
                </a:lnTo>
                <a:lnTo>
                  <a:pt x="13494" y="9180"/>
                </a:lnTo>
                <a:close/>
                <a:moveTo>
                  <a:pt x="2496" y="13860"/>
                </a:moveTo>
                <a:lnTo>
                  <a:pt x="5304" y="13860"/>
                </a:lnTo>
                <a:cubicBezTo>
                  <a:pt x="5390" y="13860"/>
                  <a:pt x="5460" y="13930"/>
                  <a:pt x="5460" y="14016"/>
                </a:cubicBezTo>
                <a:lnTo>
                  <a:pt x="5460" y="15264"/>
                </a:lnTo>
                <a:cubicBezTo>
                  <a:pt x="5460" y="15350"/>
                  <a:pt x="5390" y="15420"/>
                  <a:pt x="5304" y="15420"/>
                </a:cubicBezTo>
                <a:lnTo>
                  <a:pt x="2496" y="15420"/>
                </a:lnTo>
                <a:cubicBezTo>
                  <a:pt x="2410" y="15420"/>
                  <a:pt x="2340" y="15350"/>
                  <a:pt x="2340" y="15264"/>
                </a:cubicBezTo>
                <a:lnTo>
                  <a:pt x="2340" y="14016"/>
                </a:lnTo>
                <a:cubicBezTo>
                  <a:pt x="2340" y="13930"/>
                  <a:pt x="2410" y="13860"/>
                  <a:pt x="2496" y="13860"/>
                </a:cubicBezTo>
                <a:close/>
                <a:moveTo>
                  <a:pt x="13416" y="13860"/>
                </a:moveTo>
                <a:lnTo>
                  <a:pt x="16224" y="13860"/>
                </a:lnTo>
                <a:cubicBezTo>
                  <a:pt x="16310" y="13860"/>
                  <a:pt x="16380" y="13930"/>
                  <a:pt x="16380" y="14016"/>
                </a:cubicBezTo>
                <a:lnTo>
                  <a:pt x="16380" y="15264"/>
                </a:lnTo>
                <a:cubicBezTo>
                  <a:pt x="16380" y="15350"/>
                  <a:pt x="16310" y="15420"/>
                  <a:pt x="16224" y="15420"/>
                </a:cubicBezTo>
                <a:lnTo>
                  <a:pt x="13416" y="15420"/>
                </a:lnTo>
                <a:cubicBezTo>
                  <a:pt x="13330" y="15420"/>
                  <a:pt x="13260" y="15350"/>
                  <a:pt x="13260" y="15264"/>
                </a:cubicBezTo>
                <a:lnTo>
                  <a:pt x="13260" y="14016"/>
                </a:lnTo>
                <a:cubicBezTo>
                  <a:pt x="13260" y="13930"/>
                  <a:pt x="13330" y="13860"/>
                  <a:pt x="13416" y="138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收件箱·新增</a:t>
            </a:r>
          </a:p>
        </p:txBody>
      </p:sp>
      <p:sp>
        <p:nvSpPr>
          <p:cNvPr id="109" name="CUST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5460" y="9180"/>
                </a:lnTo>
                <a:lnTo>
                  <a:pt x="13260" y="9180"/>
                </a:lnTo>
                <a:lnTo>
                  <a:pt x="16380" y="13860"/>
                </a:lnTo>
                <a:lnTo>
                  <a:pt x="16380" y="20100"/>
                </a:lnTo>
                <a:lnTo>
                  <a:pt x="2340" y="20100"/>
                </a:lnTo>
                <a:close/>
                <a:moveTo>
                  <a:pt x="5226" y="9180"/>
                </a:moveTo>
                <a:lnTo>
                  <a:pt x="5226" y="13860"/>
                </a:lnTo>
                <a:lnTo>
                  <a:pt x="5694" y="13860"/>
                </a:lnTo>
                <a:lnTo>
                  <a:pt x="5694" y="9180"/>
                </a:lnTo>
                <a:close/>
                <a:moveTo>
                  <a:pt x="13026" y="9180"/>
                </a:moveTo>
                <a:lnTo>
                  <a:pt x="13026" y="13860"/>
                </a:lnTo>
                <a:lnTo>
                  <a:pt x="13494" y="13860"/>
                </a:lnTo>
                <a:lnTo>
                  <a:pt x="13494" y="9180"/>
                </a:lnTo>
                <a:close/>
                <a:moveTo>
                  <a:pt x="2496" y="13860"/>
                </a:moveTo>
                <a:lnTo>
                  <a:pt x="5304" y="13860"/>
                </a:lnTo>
                <a:cubicBezTo>
                  <a:pt x="5390" y="13860"/>
                  <a:pt x="5460" y="13930"/>
                  <a:pt x="5460" y="14016"/>
                </a:cubicBezTo>
                <a:lnTo>
                  <a:pt x="5460" y="15264"/>
                </a:lnTo>
                <a:cubicBezTo>
                  <a:pt x="5460" y="15350"/>
                  <a:pt x="5390" y="15420"/>
                  <a:pt x="5304" y="15420"/>
                </a:cubicBezTo>
                <a:lnTo>
                  <a:pt x="2496" y="15420"/>
                </a:lnTo>
                <a:cubicBezTo>
                  <a:pt x="2410" y="15420"/>
                  <a:pt x="2340" y="15350"/>
                  <a:pt x="2340" y="15264"/>
                </a:cubicBezTo>
                <a:lnTo>
                  <a:pt x="2340" y="14016"/>
                </a:lnTo>
                <a:cubicBezTo>
                  <a:pt x="2340" y="13930"/>
                  <a:pt x="2410" y="13860"/>
                  <a:pt x="2496" y="13860"/>
                </a:cubicBezTo>
                <a:close/>
                <a:moveTo>
                  <a:pt x="13416" y="13860"/>
                </a:moveTo>
                <a:lnTo>
                  <a:pt x="16224" y="13860"/>
                </a:lnTo>
                <a:cubicBezTo>
                  <a:pt x="16310" y="13860"/>
                  <a:pt x="16380" y="13930"/>
                  <a:pt x="16380" y="14016"/>
                </a:cubicBezTo>
                <a:lnTo>
                  <a:pt x="16380" y="15264"/>
                </a:lnTo>
                <a:cubicBezTo>
                  <a:pt x="16380" y="15350"/>
                  <a:pt x="16310" y="15420"/>
                  <a:pt x="16224" y="15420"/>
                </a:cubicBezTo>
                <a:lnTo>
                  <a:pt x="13416" y="15420"/>
                </a:lnTo>
                <a:cubicBezTo>
                  <a:pt x="13330" y="15420"/>
                  <a:pt x="13260" y="15350"/>
                  <a:pt x="13260" y="15264"/>
                </a:cubicBezTo>
                <a:lnTo>
                  <a:pt x="13260" y="14016"/>
                </a:lnTo>
                <a:cubicBezTo>
                  <a:pt x="13260" y="13930"/>
                  <a:pt x="13330" y="13860"/>
                  <a:pt x="13416" y="1386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收件箱·协同</a:t>
            </a:r>
          </a:p>
        </p:txBody>
      </p:sp>
      <p:sp>
        <p:nvSpPr>
          <p:cNvPr id="112" name="CUST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5460" y="9180"/>
                </a:lnTo>
                <a:lnTo>
                  <a:pt x="13260" y="9180"/>
                </a:lnTo>
                <a:lnTo>
                  <a:pt x="16380" y="13860"/>
                </a:lnTo>
                <a:lnTo>
                  <a:pt x="16380" y="20100"/>
                </a:lnTo>
                <a:lnTo>
                  <a:pt x="2340" y="20100"/>
                </a:lnTo>
                <a:close/>
                <a:moveTo>
                  <a:pt x="5226" y="9180"/>
                </a:moveTo>
                <a:lnTo>
                  <a:pt x="5226" y="13860"/>
                </a:lnTo>
                <a:lnTo>
                  <a:pt x="5694" y="13860"/>
                </a:lnTo>
                <a:lnTo>
                  <a:pt x="5694" y="9180"/>
                </a:lnTo>
                <a:close/>
                <a:moveTo>
                  <a:pt x="13026" y="9180"/>
                </a:moveTo>
                <a:lnTo>
                  <a:pt x="13026" y="13860"/>
                </a:lnTo>
                <a:lnTo>
                  <a:pt x="13494" y="13860"/>
                </a:lnTo>
                <a:lnTo>
                  <a:pt x="13494" y="9180"/>
                </a:lnTo>
                <a:close/>
                <a:moveTo>
                  <a:pt x="2496" y="13860"/>
                </a:moveTo>
                <a:lnTo>
                  <a:pt x="5304" y="13860"/>
                </a:lnTo>
                <a:cubicBezTo>
                  <a:pt x="5390" y="13860"/>
                  <a:pt x="5460" y="13930"/>
                  <a:pt x="5460" y="14016"/>
                </a:cubicBezTo>
                <a:lnTo>
                  <a:pt x="5460" y="15264"/>
                </a:lnTo>
                <a:cubicBezTo>
                  <a:pt x="5460" y="15350"/>
                  <a:pt x="5390" y="15420"/>
                  <a:pt x="5304" y="15420"/>
                </a:cubicBezTo>
                <a:lnTo>
                  <a:pt x="2496" y="15420"/>
                </a:lnTo>
                <a:cubicBezTo>
                  <a:pt x="2410" y="15420"/>
                  <a:pt x="2340" y="15350"/>
                  <a:pt x="2340" y="15264"/>
                </a:cubicBezTo>
                <a:lnTo>
                  <a:pt x="2340" y="14016"/>
                </a:lnTo>
                <a:cubicBezTo>
                  <a:pt x="2340" y="13930"/>
                  <a:pt x="2410" y="13860"/>
                  <a:pt x="2496" y="13860"/>
                </a:cubicBezTo>
                <a:close/>
                <a:moveTo>
                  <a:pt x="13416" y="13860"/>
                </a:moveTo>
                <a:lnTo>
                  <a:pt x="16224" y="13860"/>
                </a:lnTo>
                <a:cubicBezTo>
                  <a:pt x="16310" y="13860"/>
                  <a:pt x="16380" y="13930"/>
                  <a:pt x="16380" y="14016"/>
                </a:cubicBezTo>
                <a:lnTo>
                  <a:pt x="16380" y="15264"/>
                </a:lnTo>
                <a:cubicBezTo>
                  <a:pt x="16380" y="15350"/>
                  <a:pt x="16310" y="15420"/>
                  <a:pt x="16224" y="15420"/>
                </a:cubicBezTo>
                <a:lnTo>
                  <a:pt x="13416" y="15420"/>
                </a:lnTo>
                <a:cubicBezTo>
                  <a:pt x="13330" y="15420"/>
                  <a:pt x="13260" y="15350"/>
                  <a:pt x="13260" y="15264"/>
                </a:cubicBezTo>
                <a:lnTo>
                  <a:pt x="13260" y="14016"/>
                </a:lnTo>
                <a:cubicBezTo>
                  <a:pt x="13260" y="13930"/>
                  <a:pt x="13330" y="13860"/>
                  <a:pt x="13416" y="1386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收件箱·关怀</a:t>
            </a:r>
          </a:p>
        </p:txBody>
      </p:sp>
      <p:sp>
        <p:nvSpPr>
          <p:cNvPr id="115" name="CUST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5460" y="9180"/>
                </a:lnTo>
                <a:lnTo>
                  <a:pt x="13260" y="9180"/>
                </a:lnTo>
                <a:lnTo>
                  <a:pt x="16380" y="13860"/>
                </a:lnTo>
                <a:lnTo>
                  <a:pt x="16380" y="20100"/>
                </a:lnTo>
                <a:lnTo>
                  <a:pt x="2340" y="20100"/>
                </a:lnTo>
                <a:close/>
                <a:moveTo>
                  <a:pt x="5226" y="9180"/>
                </a:moveTo>
                <a:lnTo>
                  <a:pt x="5226" y="13860"/>
                </a:lnTo>
                <a:lnTo>
                  <a:pt x="5694" y="13860"/>
                </a:lnTo>
                <a:lnTo>
                  <a:pt x="5694" y="9180"/>
                </a:lnTo>
                <a:close/>
                <a:moveTo>
                  <a:pt x="13026" y="9180"/>
                </a:moveTo>
                <a:lnTo>
                  <a:pt x="13026" y="13860"/>
                </a:lnTo>
                <a:lnTo>
                  <a:pt x="13494" y="13860"/>
                </a:lnTo>
                <a:lnTo>
                  <a:pt x="13494" y="9180"/>
                </a:lnTo>
                <a:close/>
                <a:moveTo>
                  <a:pt x="2496" y="13860"/>
                </a:moveTo>
                <a:lnTo>
                  <a:pt x="5304" y="13860"/>
                </a:lnTo>
                <a:cubicBezTo>
                  <a:pt x="5390" y="13860"/>
                  <a:pt x="5460" y="13930"/>
                  <a:pt x="5460" y="14016"/>
                </a:cubicBezTo>
                <a:lnTo>
                  <a:pt x="5460" y="15264"/>
                </a:lnTo>
                <a:cubicBezTo>
                  <a:pt x="5460" y="15350"/>
                  <a:pt x="5390" y="15420"/>
                  <a:pt x="5304" y="15420"/>
                </a:cubicBezTo>
                <a:lnTo>
                  <a:pt x="2496" y="15420"/>
                </a:lnTo>
                <a:cubicBezTo>
                  <a:pt x="2410" y="15420"/>
                  <a:pt x="2340" y="15350"/>
                  <a:pt x="2340" y="15264"/>
                </a:cubicBezTo>
                <a:lnTo>
                  <a:pt x="2340" y="14016"/>
                </a:lnTo>
                <a:cubicBezTo>
                  <a:pt x="2340" y="13930"/>
                  <a:pt x="2410" y="13860"/>
                  <a:pt x="2496" y="13860"/>
                </a:cubicBezTo>
                <a:close/>
                <a:moveTo>
                  <a:pt x="13416" y="13860"/>
                </a:moveTo>
                <a:lnTo>
                  <a:pt x="16224" y="13860"/>
                </a:lnTo>
                <a:cubicBezTo>
                  <a:pt x="16310" y="13860"/>
                  <a:pt x="16380" y="13930"/>
                  <a:pt x="16380" y="14016"/>
                </a:cubicBezTo>
                <a:lnTo>
                  <a:pt x="16380" y="15264"/>
                </a:lnTo>
                <a:cubicBezTo>
                  <a:pt x="16380" y="15350"/>
                  <a:pt x="16310" y="15420"/>
                  <a:pt x="16224" y="15420"/>
                </a:cubicBezTo>
                <a:lnTo>
                  <a:pt x="13416" y="15420"/>
                </a:lnTo>
                <a:cubicBezTo>
                  <a:pt x="13330" y="15420"/>
                  <a:pt x="13260" y="15350"/>
                  <a:pt x="13260" y="15264"/>
                </a:cubicBezTo>
                <a:lnTo>
                  <a:pt x="13260" y="14016"/>
                </a:lnTo>
                <a:cubicBezTo>
                  <a:pt x="13260" y="13930"/>
                  <a:pt x="13330" y="13860"/>
                  <a:pt x="13416" y="138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收件箱·定时</a:t>
            </a:r>
          </a:p>
        </p:txBody>
      </p:sp>
      <p:sp>
        <p:nvSpPr>
          <p:cNvPr id="118" name="CUST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600" y="12000"/>
                </a:moveTo>
                <a:cubicBezTo>
                  <a:pt x="14600" y="13436"/>
                  <a:pt x="13436" y="14600"/>
                  <a:pt x="12000" y="14600"/>
                </a:cubicBezTo>
                <a:cubicBezTo>
                  <a:pt x="10564" y="14600"/>
                  <a:pt x="9400" y="13436"/>
                  <a:pt x="9400" y="12000"/>
                </a:cubicBezTo>
                <a:cubicBezTo>
                  <a:pt x="9400" y="10564"/>
                  <a:pt x="10564" y="9400"/>
                  <a:pt x="12000" y="9400"/>
                </a:cubicBezTo>
                <a:cubicBezTo>
                  <a:pt x="13436" y="9400"/>
                  <a:pt x="14600" y="10564"/>
                  <a:pt x="14600" y="12000"/>
                </a:cubicBezTo>
                <a:close/>
                <a:moveTo>
                  <a:pt x="17500" y="12000"/>
                </a:moveTo>
                <a:cubicBezTo>
                  <a:pt x="17500" y="15038"/>
                  <a:pt x="15038" y="17500"/>
                  <a:pt x="12000" y="17500"/>
                </a:cubicBezTo>
                <a:cubicBezTo>
                  <a:pt x="8962" y="17500"/>
                  <a:pt x="6500" y="15038"/>
                  <a:pt x="6500" y="12000"/>
                </a:cubicBezTo>
                <a:cubicBezTo>
                  <a:pt x="6500" y="8962"/>
                  <a:pt x="8962" y="6500"/>
                  <a:pt x="12000" y="6500"/>
                </a:cubicBezTo>
                <a:cubicBezTo>
                  <a:pt x="15038" y="6500"/>
                  <a:pt x="17500" y="8962"/>
                  <a:pt x="17500" y="12000"/>
                </a:cubicBezTo>
                <a:close/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7029" y="21000"/>
                  <a:pt x="3000" y="16971"/>
                  <a:pt x="3000" y="12000"/>
                </a:cubicBez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close/>
                <a:moveTo>
                  <a:pt x="11800" y="12000"/>
                </a:moveTo>
                <a:lnTo>
                  <a:pt x="11800" y="12100"/>
                </a:lnTo>
                <a:lnTo>
                  <a:pt x="12200" y="12100"/>
                </a:lnTo>
                <a:lnTo>
                  <a:pt x="12200" y="1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客户触点</a:t>
            </a:r>
          </a:p>
        </p:txBody>
      </p:sp>
      <p:sp>
        <p:nvSpPr>
          <p:cNvPr id="121" name="CUST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388" y="14640"/>
                </a:moveTo>
                <a:cubicBezTo>
                  <a:pt x="11388" y="15760"/>
                  <a:pt x="10480" y="16668"/>
                  <a:pt x="9360" y="16668"/>
                </a:cubicBezTo>
                <a:cubicBezTo>
                  <a:pt x="8240" y="16668"/>
                  <a:pt x="7332" y="15760"/>
                  <a:pt x="7332" y="14640"/>
                </a:cubicBezTo>
                <a:cubicBezTo>
                  <a:pt x="7332" y="13520"/>
                  <a:pt x="8240" y="12612"/>
                  <a:pt x="9360" y="12612"/>
                </a:cubicBezTo>
                <a:cubicBezTo>
                  <a:pt x="10480" y="12612"/>
                  <a:pt x="11388" y="13520"/>
                  <a:pt x="11388" y="14640"/>
                </a:cubicBezTo>
                <a:close/>
                <a:moveTo>
                  <a:pt x="13650" y="14640"/>
                </a:moveTo>
                <a:cubicBezTo>
                  <a:pt x="13650" y="17009"/>
                  <a:pt x="11729" y="18930"/>
                  <a:pt x="9360" y="18930"/>
                </a:cubicBezTo>
                <a:cubicBezTo>
                  <a:pt x="6991" y="18930"/>
                  <a:pt x="5070" y="17009"/>
                  <a:pt x="5070" y="14640"/>
                </a:cubicBezTo>
                <a:cubicBezTo>
                  <a:pt x="5070" y="12271"/>
                  <a:pt x="6991" y="10350"/>
                  <a:pt x="9360" y="10350"/>
                </a:cubicBezTo>
                <a:cubicBezTo>
                  <a:pt x="11729" y="10350"/>
                  <a:pt x="13650" y="12271"/>
                  <a:pt x="13650" y="14640"/>
                </a:cubicBezTo>
                <a:close/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204" y="14640"/>
                </a:moveTo>
                <a:lnTo>
                  <a:pt x="9204" y="14718"/>
                </a:lnTo>
                <a:lnTo>
                  <a:pt x="9516" y="14718"/>
                </a:lnTo>
                <a:lnTo>
                  <a:pt x="9516" y="1464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客户触点·已验证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03_客户沟通触达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CUST · 第 3/3 页 · 共 83 个</a:t>
            </a:r>
          </a:p>
        </p:txBody>
      </p:sp>
      <p:sp>
        <p:nvSpPr>
          <p:cNvPr id="4" name="CUST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388" y="14640"/>
                </a:moveTo>
                <a:cubicBezTo>
                  <a:pt x="11388" y="15760"/>
                  <a:pt x="10480" y="16668"/>
                  <a:pt x="9360" y="16668"/>
                </a:cubicBezTo>
                <a:cubicBezTo>
                  <a:pt x="8240" y="16668"/>
                  <a:pt x="7332" y="15760"/>
                  <a:pt x="7332" y="14640"/>
                </a:cubicBezTo>
                <a:cubicBezTo>
                  <a:pt x="7332" y="13520"/>
                  <a:pt x="8240" y="12612"/>
                  <a:pt x="9360" y="12612"/>
                </a:cubicBezTo>
                <a:cubicBezTo>
                  <a:pt x="10480" y="12612"/>
                  <a:pt x="11388" y="13520"/>
                  <a:pt x="11388" y="14640"/>
                </a:cubicBezTo>
                <a:close/>
                <a:moveTo>
                  <a:pt x="13650" y="14640"/>
                </a:moveTo>
                <a:cubicBezTo>
                  <a:pt x="13650" y="17009"/>
                  <a:pt x="11729" y="18930"/>
                  <a:pt x="9360" y="18930"/>
                </a:cubicBezTo>
                <a:cubicBezTo>
                  <a:pt x="6991" y="18930"/>
                  <a:pt x="5070" y="17009"/>
                  <a:pt x="5070" y="14640"/>
                </a:cubicBezTo>
                <a:cubicBezTo>
                  <a:pt x="5070" y="12271"/>
                  <a:pt x="6991" y="10350"/>
                  <a:pt x="9360" y="10350"/>
                </a:cubicBezTo>
                <a:cubicBezTo>
                  <a:pt x="11729" y="10350"/>
                  <a:pt x="13650" y="12271"/>
                  <a:pt x="13650" y="14640"/>
                </a:cubicBezTo>
                <a:close/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204" y="14640"/>
                </a:moveTo>
                <a:lnTo>
                  <a:pt x="9204" y="14718"/>
                </a:lnTo>
                <a:lnTo>
                  <a:pt x="9516" y="14718"/>
                </a:lnTo>
                <a:lnTo>
                  <a:pt x="9516" y="1464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客户触点·新增</a:t>
            </a:r>
          </a:p>
        </p:txBody>
      </p:sp>
      <p:sp>
        <p:nvSpPr>
          <p:cNvPr id="7" name="CUST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388" y="14640"/>
                </a:moveTo>
                <a:cubicBezTo>
                  <a:pt x="11388" y="15760"/>
                  <a:pt x="10480" y="16668"/>
                  <a:pt x="9360" y="16668"/>
                </a:cubicBezTo>
                <a:cubicBezTo>
                  <a:pt x="8240" y="16668"/>
                  <a:pt x="7332" y="15760"/>
                  <a:pt x="7332" y="14640"/>
                </a:cubicBezTo>
                <a:cubicBezTo>
                  <a:pt x="7332" y="13520"/>
                  <a:pt x="8240" y="12612"/>
                  <a:pt x="9360" y="12612"/>
                </a:cubicBezTo>
                <a:cubicBezTo>
                  <a:pt x="10480" y="12612"/>
                  <a:pt x="11388" y="13520"/>
                  <a:pt x="11388" y="14640"/>
                </a:cubicBezTo>
                <a:close/>
                <a:moveTo>
                  <a:pt x="13650" y="14640"/>
                </a:moveTo>
                <a:cubicBezTo>
                  <a:pt x="13650" y="17009"/>
                  <a:pt x="11729" y="18930"/>
                  <a:pt x="9360" y="18930"/>
                </a:cubicBezTo>
                <a:cubicBezTo>
                  <a:pt x="6991" y="18930"/>
                  <a:pt x="5070" y="17009"/>
                  <a:pt x="5070" y="14640"/>
                </a:cubicBezTo>
                <a:cubicBezTo>
                  <a:pt x="5070" y="12271"/>
                  <a:pt x="6991" y="10350"/>
                  <a:pt x="9360" y="10350"/>
                </a:cubicBezTo>
                <a:cubicBezTo>
                  <a:pt x="11729" y="10350"/>
                  <a:pt x="13650" y="12271"/>
                  <a:pt x="13650" y="14640"/>
                </a:cubicBezTo>
                <a:close/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204" y="14640"/>
                </a:moveTo>
                <a:lnTo>
                  <a:pt x="9204" y="14718"/>
                </a:lnTo>
                <a:lnTo>
                  <a:pt x="9516" y="14718"/>
                </a:lnTo>
                <a:lnTo>
                  <a:pt x="9516" y="1464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客户触点·协同</a:t>
            </a:r>
          </a:p>
        </p:txBody>
      </p:sp>
      <p:sp>
        <p:nvSpPr>
          <p:cNvPr id="10" name="CUST-08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388" y="14640"/>
                </a:moveTo>
                <a:cubicBezTo>
                  <a:pt x="11388" y="15760"/>
                  <a:pt x="10480" y="16668"/>
                  <a:pt x="9360" y="16668"/>
                </a:cubicBezTo>
                <a:cubicBezTo>
                  <a:pt x="8240" y="16668"/>
                  <a:pt x="7332" y="15760"/>
                  <a:pt x="7332" y="14640"/>
                </a:cubicBezTo>
                <a:cubicBezTo>
                  <a:pt x="7332" y="13520"/>
                  <a:pt x="8240" y="12612"/>
                  <a:pt x="9360" y="12612"/>
                </a:cubicBezTo>
                <a:cubicBezTo>
                  <a:pt x="10480" y="12612"/>
                  <a:pt x="11388" y="13520"/>
                  <a:pt x="11388" y="14640"/>
                </a:cubicBezTo>
                <a:close/>
                <a:moveTo>
                  <a:pt x="13650" y="14640"/>
                </a:moveTo>
                <a:cubicBezTo>
                  <a:pt x="13650" y="17009"/>
                  <a:pt x="11729" y="18930"/>
                  <a:pt x="9360" y="18930"/>
                </a:cubicBezTo>
                <a:cubicBezTo>
                  <a:pt x="6991" y="18930"/>
                  <a:pt x="5070" y="17009"/>
                  <a:pt x="5070" y="14640"/>
                </a:cubicBezTo>
                <a:cubicBezTo>
                  <a:pt x="5070" y="12271"/>
                  <a:pt x="6991" y="10350"/>
                  <a:pt x="9360" y="10350"/>
                </a:cubicBezTo>
                <a:cubicBezTo>
                  <a:pt x="11729" y="10350"/>
                  <a:pt x="13650" y="12271"/>
                  <a:pt x="13650" y="14640"/>
                </a:cubicBezTo>
                <a:close/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204" y="14640"/>
                </a:moveTo>
                <a:lnTo>
                  <a:pt x="9204" y="14718"/>
                </a:lnTo>
                <a:lnTo>
                  <a:pt x="9516" y="14718"/>
                </a:lnTo>
                <a:lnTo>
                  <a:pt x="9516" y="14640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CUST-083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客户触点·关怀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04_服销增长转化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SALE · 83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04_服销增长转化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SALE · 第 1/3 页 · 共 83 个</a:t>
            </a:r>
          </a:p>
        </p:txBody>
      </p:sp>
      <p:sp>
        <p:nvSpPr>
          <p:cNvPr id="4" name="SALE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5000"/>
                </a:moveTo>
                <a:lnTo>
                  <a:pt x="6000" y="5000"/>
                </a:lnTo>
                <a:lnTo>
                  <a:pt x="7000" y="8000"/>
                </a:lnTo>
                <a:lnTo>
                  <a:pt x="21000" y="8000"/>
                </a:lnTo>
                <a:lnTo>
                  <a:pt x="19000" y="16000"/>
                </a:lnTo>
                <a:lnTo>
                  <a:pt x="8000" y="16000"/>
                </a:lnTo>
                <a:lnTo>
                  <a:pt x="7000" y="13000"/>
                </a:lnTo>
                <a:moveTo>
                  <a:pt x="10600" y="19000"/>
                </a:moveTo>
                <a:cubicBezTo>
                  <a:pt x="10600" y="19884"/>
                  <a:pt x="9884" y="20600"/>
                  <a:pt x="9000" y="20600"/>
                </a:cubicBezTo>
                <a:cubicBezTo>
                  <a:pt x="8116" y="20600"/>
                  <a:pt x="7400" y="19884"/>
                  <a:pt x="7400" y="19000"/>
                </a:cubicBezTo>
                <a:cubicBezTo>
                  <a:pt x="7400" y="18116"/>
                  <a:pt x="8116" y="17400"/>
                  <a:pt x="9000" y="17400"/>
                </a:cubicBezTo>
                <a:cubicBezTo>
                  <a:pt x="9884" y="17400"/>
                  <a:pt x="10600" y="18116"/>
                  <a:pt x="10600" y="19000"/>
                </a:cubicBezTo>
                <a:close/>
                <a:moveTo>
                  <a:pt x="18600" y="19000"/>
                </a:moveTo>
                <a:cubicBezTo>
                  <a:pt x="18600" y="19884"/>
                  <a:pt x="17884" y="20600"/>
                  <a:pt x="17000" y="20600"/>
                </a:cubicBezTo>
                <a:cubicBezTo>
                  <a:pt x="16116" y="20600"/>
                  <a:pt x="15400" y="19884"/>
                  <a:pt x="15400" y="19000"/>
                </a:cubicBezTo>
                <a:cubicBezTo>
                  <a:pt x="15400" y="18116"/>
                  <a:pt x="16116" y="17400"/>
                  <a:pt x="17000" y="17400"/>
                </a:cubicBezTo>
                <a:cubicBezTo>
                  <a:pt x="17884" y="17400"/>
                  <a:pt x="18600" y="18116"/>
                  <a:pt x="186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购物车</a:t>
            </a:r>
          </a:p>
        </p:txBody>
      </p:sp>
      <p:sp>
        <p:nvSpPr>
          <p:cNvPr id="7" name="SALE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4680" y="9180"/>
                </a:lnTo>
                <a:lnTo>
                  <a:pt x="5460" y="11520"/>
                </a:lnTo>
                <a:lnTo>
                  <a:pt x="16380" y="11520"/>
                </a:lnTo>
                <a:lnTo>
                  <a:pt x="14820" y="17760"/>
                </a:lnTo>
                <a:lnTo>
                  <a:pt x="6240" y="17760"/>
                </a:lnTo>
                <a:lnTo>
                  <a:pt x="5460" y="15420"/>
                </a:lnTo>
                <a:moveTo>
                  <a:pt x="8268" y="20100"/>
                </a:moveTo>
                <a:cubicBezTo>
                  <a:pt x="8268" y="20789"/>
                  <a:pt x="7709" y="21348"/>
                  <a:pt x="7020" y="21348"/>
                </a:cubicBezTo>
                <a:cubicBezTo>
                  <a:pt x="6331" y="21348"/>
                  <a:pt x="5772" y="20789"/>
                  <a:pt x="5772" y="20100"/>
                </a:cubicBezTo>
                <a:cubicBezTo>
                  <a:pt x="5772" y="19411"/>
                  <a:pt x="6331" y="18852"/>
                  <a:pt x="7020" y="18852"/>
                </a:cubicBezTo>
                <a:cubicBezTo>
                  <a:pt x="7709" y="18852"/>
                  <a:pt x="8268" y="19411"/>
                  <a:pt x="8268" y="20100"/>
                </a:cubicBezTo>
                <a:close/>
                <a:moveTo>
                  <a:pt x="14508" y="20100"/>
                </a:moveTo>
                <a:cubicBezTo>
                  <a:pt x="14508" y="20789"/>
                  <a:pt x="13949" y="21348"/>
                  <a:pt x="13260" y="21348"/>
                </a:cubicBezTo>
                <a:cubicBezTo>
                  <a:pt x="12571" y="21348"/>
                  <a:pt x="12012" y="20789"/>
                  <a:pt x="12012" y="20100"/>
                </a:cubicBezTo>
                <a:cubicBezTo>
                  <a:pt x="12012" y="19411"/>
                  <a:pt x="12571" y="18852"/>
                  <a:pt x="13260" y="18852"/>
                </a:cubicBezTo>
                <a:cubicBezTo>
                  <a:pt x="13949" y="18852"/>
                  <a:pt x="14508" y="19411"/>
                  <a:pt x="14508" y="201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购物车·已验证</a:t>
            </a:r>
          </a:p>
        </p:txBody>
      </p:sp>
      <p:sp>
        <p:nvSpPr>
          <p:cNvPr id="10" name="SALE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4680" y="9180"/>
                </a:lnTo>
                <a:lnTo>
                  <a:pt x="5460" y="11520"/>
                </a:lnTo>
                <a:lnTo>
                  <a:pt x="16380" y="11520"/>
                </a:lnTo>
                <a:lnTo>
                  <a:pt x="14820" y="17760"/>
                </a:lnTo>
                <a:lnTo>
                  <a:pt x="6240" y="17760"/>
                </a:lnTo>
                <a:lnTo>
                  <a:pt x="5460" y="15420"/>
                </a:lnTo>
                <a:moveTo>
                  <a:pt x="8268" y="20100"/>
                </a:moveTo>
                <a:cubicBezTo>
                  <a:pt x="8268" y="20789"/>
                  <a:pt x="7709" y="21348"/>
                  <a:pt x="7020" y="21348"/>
                </a:cubicBezTo>
                <a:cubicBezTo>
                  <a:pt x="6331" y="21348"/>
                  <a:pt x="5772" y="20789"/>
                  <a:pt x="5772" y="20100"/>
                </a:cubicBezTo>
                <a:cubicBezTo>
                  <a:pt x="5772" y="19411"/>
                  <a:pt x="6331" y="18852"/>
                  <a:pt x="7020" y="18852"/>
                </a:cubicBezTo>
                <a:cubicBezTo>
                  <a:pt x="7709" y="18852"/>
                  <a:pt x="8268" y="19411"/>
                  <a:pt x="8268" y="20100"/>
                </a:cubicBezTo>
                <a:close/>
                <a:moveTo>
                  <a:pt x="14508" y="20100"/>
                </a:moveTo>
                <a:cubicBezTo>
                  <a:pt x="14508" y="20789"/>
                  <a:pt x="13949" y="21348"/>
                  <a:pt x="13260" y="21348"/>
                </a:cubicBezTo>
                <a:cubicBezTo>
                  <a:pt x="12571" y="21348"/>
                  <a:pt x="12012" y="20789"/>
                  <a:pt x="12012" y="20100"/>
                </a:cubicBezTo>
                <a:cubicBezTo>
                  <a:pt x="12012" y="19411"/>
                  <a:pt x="12571" y="18852"/>
                  <a:pt x="13260" y="18852"/>
                </a:cubicBezTo>
                <a:cubicBezTo>
                  <a:pt x="13949" y="18852"/>
                  <a:pt x="14508" y="19411"/>
                  <a:pt x="14508" y="2010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购物车·新增</a:t>
            </a:r>
          </a:p>
        </p:txBody>
      </p:sp>
      <p:sp>
        <p:nvSpPr>
          <p:cNvPr id="13" name="SALE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4680" y="9180"/>
                </a:lnTo>
                <a:lnTo>
                  <a:pt x="5460" y="11520"/>
                </a:lnTo>
                <a:lnTo>
                  <a:pt x="16380" y="11520"/>
                </a:lnTo>
                <a:lnTo>
                  <a:pt x="14820" y="17760"/>
                </a:lnTo>
                <a:lnTo>
                  <a:pt x="6240" y="17760"/>
                </a:lnTo>
                <a:lnTo>
                  <a:pt x="5460" y="15420"/>
                </a:lnTo>
                <a:moveTo>
                  <a:pt x="8268" y="20100"/>
                </a:moveTo>
                <a:cubicBezTo>
                  <a:pt x="8268" y="20789"/>
                  <a:pt x="7709" y="21348"/>
                  <a:pt x="7020" y="21348"/>
                </a:cubicBezTo>
                <a:cubicBezTo>
                  <a:pt x="6331" y="21348"/>
                  <a:pt x="5772" y="20789"/>
                  <a:pt x="5772" y="20100"/>
                </a:cubicBezTo>
                <a:cubicBezTo>
                  <a:pt x="5772" y="19411"/>
                  <a:pt x="6331" y="18852"/>
                  <a:pt x="7020" y="18852"/>
                </a:cubicBezTo>
                <a:cubicBezTo>
                  <a:pt x="7709" y="18852"/>
                  <a:pt x="8268" y="19411"/>
                  <a:pt x="8268" y="20100"/>
                </a:cubicBezTo>
                <a:close/>
                <a:moveTo>
                  <a:pt x="14508" y="20100"/>
                </a:moveTo>
                <a:cubicBezTo>
                  <a:pt x="14508" y="20789"/>
                  <a:pt x="13949" y="21348"/>
                  <a:pt x="13260" y="21348"/>
                </a:cubicBezTo>
                <a:cubicBezTo>
                  <a:pt x="12571" y="21348"/>
                  <a:pt x="12012" y="20789"/>
                  <a:pt x="12012" y="20100"/>
                </a:cubicBezTo>
                <a:cubicBezTo>
                  <a:pt x="12012" y="19411"/>
                  <a:pt x="12571" y="18852"/>
                  <a:pt x="13260" y="18852"/>
                </a:cubicBezTo>
                <a:cubicBezTo>
                  <a:pt x="13949" y="18852"/>
                  <a:pt x="14508" y="19411"/>
                  <a:pt x="14508" y="2010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购物车·上升</a:t>
            </a:r>
          </a:p>
        </p:txBody>
      </p:sp>
      <p:sp>
        <p:nvSpPr>
          <p:cNvPr id="16" name="SALE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4680" y="9180"/>
                </a:lnTo>
                <a:lnTo>
                  <a:pt x="5460" y="11520"/>
                </a:lnTo>
                <a:lnTo>
                  <a:pt x="16380" y="11520"/>
                </a:lnTo>
                <a:lnTo>
                  <a:pt x="14820" y="17760"/>
                </a:lnTo>
                <a:lnTo>
                  <a:pt x="6240" y="17760"/>
                </a:lnTo>
                <a:lnTo>
                  <a:pt x="5460" y="15420"/>
                </a:lnTo>
                <a:moveTo>
                  <a:pt x="8268" y="20100"/>
                </a:moveTo>
                <a:cubicBezTo>
                  <a:pt x="8268" y="20789"/>
                  <a:pt x="7709" y="21348"/>
                  <a:pt x="7020" y="21348"/>
                </a:cubicBezTo>
                <a:cubicBezTo>
                  <a:pt x="6331" y="21348"/>
                  <a:pt x="5772" y="20789"/>
                  <a:pt x="5772" y="20100"/>
                </a:cubicBezTo>
                <a:cubicBezTo>
                  <a:pt x="5772" y="19411"/>
                  <a:pt x="6331" y="18852"/>
                  <a:pt x="7020" y="18852"/>
                </a:cubicBezTo>
                <a:cubicBezTo>
                  <a:pt x="7709" y="18852"/>
                  <a:pt x="8268" y="19411"/>
                  <a:pt x="8268" y="20100"/>
                </a:cubicBezTo>
                <a:close/>
                <a:moveTo>
                  <a:pt x="14508" y="20100"/>
                </a:moveTo>
                <a:cubicBezTo>
                  <a:pt x="14508" y="20789"/>
                  <a:pt x="13949" y="21348"/>
                  <a:pt x="13260" y="21348"/>
                </a:cubicBezTo>
                <a:cubicBezTo>
                  <a:pt x="12571" y="21348"/>
                  <a:pt x="12012" y="20789"/>
                  <a:pt x="12012" y="20100"/>
                </a:cubicBezTo>
                <a:cubicBezTo>
                  <a:pt x="12012" y="19411"/>
                  <a:pt x="12571" y="18852"/>
                  <a:pt x="13260" y="18852"/>
                </a:cubicBezTo>
                <a:cubicBezTo>
                  <a:pt x="13949" y="18852"/>
                  <a:pt x="14508" y="19411"/>
                  <a:pt x="14508" y="2010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购物车·下降</a:t>
            </a:r>
          </a:p>
        </p:txBody>
      </p:sp>
      <p:sp>
        <p:nvSpPr>
          <p:cNvPr id="19" name="SALE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4680" y="9180"/>
                </a:lnTo>
                <a:lnTo>
                  <a:pt x="5460" y="11520"/>
                </a:lnTo>
                <a:lnTo>
                  <a:pt x="16380" y="11520"/>
                </a:lnTo>
                <a:lnTo>
                  <a:pt x="14820" y="17760"/>
                </a:lnTo>
                <a:lnTo>
                  <a:pt x="6240" y="17760"/>
                </a:lnTo>
                <a:lnTo>
                  <a:pt x="5460" y="15420"/>
                </a:lnTo>
                <a:moveTo>
                  <a:pt x="8268" y="20100"/>
                </a:moveTo>
                <a:cubicBezTo>
                  <a:pt x="8268" y="20789"/>
                  <a:pt x="7709" y="21348"/>
                  <a:pt x="7020" y="21348"/>
                </a:cubicBezTo>
                <a:cubicBezTo>
                  <a:pt x="6331" y="21348"/>
                  <a:pt x="5772" y="20789"/>
                  <a:pt x="5772" y="20100"/>
                </a:cubicBezTo>
                <a:cubicBezTo>
                  <a:pt x="5772" y="19411"/>
                  <a:pt x="6331" y="18852"/>
                  <a:pt x="7020" y="18852"/>
                </a:cubicBezTo>
                <a:cubicBezTo>
                  <a:pt x="7709" y="18852"/>
                  <a:pt x="8268" y="19411"/>
                  <a:pt x="8268" y="20100"/>
                </a:cubicBezTo>
                <a:close/>
                <a:moveTo>
                  <a:pt x="14508" y="20100"/>
                </a:moveTo>
                <a:cubicBezTo>
                  <a:pt x="14508" y="20789"/>
                  <a:pt x="13949" y="21348"/>
                  <a:pt x="13260" y="21348"/>
                </a:cubicBezTo>
                <a:cubicBezTo>
                  <a:pt x="12571" y="21348"/>
                  <a:pt x="12012" y="20789"/>
                  <a:pt x="12012" y="20100"/>
                </a:cubicBezTo>
                <a:cubicBezTo>
                  <a:pt x="12012" y="19411"/>
                  <a:pt x="12571" y="18852"/>
                  <a:pt x="13260" y="18852"/>
                </a:cubicBezTo>
                <a:cubicBezTo>
                  <a:pt x="13949" y="18852"/>
                  <a:pt x="14508" y="19411"/>
                  <a:pt x="14508" y="2010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购物车·重点</a:t>
            </a:r>
          </a:p>
        </p:txBody>
      </p:sp>
      <p:sp>
        <p:nvSpPr>
          <p:cNvPr id="22" name="SALE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000" y="5000"/>
                </a:moveTo>
                <a:lnTo>
                  <a:pt x="8000" y="7000"/>
                </a:lnTo>
                <a:quadBezTo>
                  <a:pt x="4000" y="9000"/>
                  <a:pt x="4000" y="14000"/>
                </a:quadBezTo>
                <a:quadBezTo>
                  <a:pt x="4000" y="21000"/>
                  <a:pt x="12000" y="21000"/>
                </a:quadBezTo>
                <a:quadBezTo>
                  <a:pt x="20000" y="21000"/>
                  <a:pt x="20000" y="14000"/>
                </a:quadBezTo>
                <a:quadBezTo>
                  <a:pt x="20000" y="9000"/>
                  <a:pt x="16000" y="7000"/>
                </a:quadBezTo>
                <a:lnTo>
                  <a:pt x="16000" y="5000"/>
                </a:lnTo>
                <a:close/>
                <a:moveTo>
                  <a:pt x="7400" y="4000"/>
                </a:moveTo>
                <a:lnTo>
                  <a:pt x="16600" y="4000"/>
                </a:lnTo>
                <a:cubicBezTo>
                  <a:pt x="16821" y="4000"/>
                  <a:pt x="17000" y="4179"/>
                  <a:pt x="17000" y="4400"/>
                </a:cubicBezTo>
                <a:lnTo>
                  <a:pt x="17000" y="5600"/>
                </a:lnTo>
                <a:cubicBezTo>
                  <a:pt x="17000" y="5821"/>
                  <a:pt x="16821" y="6000"/>
                  <a:pt x="16600" y="6000"/>
                </a:cubicBezTo>
                <a:lnTo>
                  <a:pt x="7400" y="6000"/>
                </a:lnTo>
                <a:cubicBezTo>
                  <a:pt x="7179" y="6000"/>
                  <a:pt x="7000" y="5821"/>
                  <a:pt x="7000" y="5600"/>
                </a:cubicBezTo>
                <a:lnTo>
                  <a:pt x="7000" y="4400"/>
                </a:lnTo>
                <a:cubicBezTo>
                  <a:pt x="7000" y="4179"/>
                  <a:pt x="7179" y="4000"/>
                  <a:pt x="7400" y="4000"/>
                </a:cubicBezTo>
                <a:close/>
                <a:moveTo>
                  <a:pt x="11400" y="11000"/>
                </a:moveTo>
                <a:lnTo>
                  <a:pt x="12600" y="11000"/>
                </a:lnTo>
                <a:cubicBezTo>
                  <a:pt x="12821" y="11000"/>
                  <a:pt x="13000" y="11179"/>
                  <a:pt x="13000" y="11400"/>
                </a:cubicBezTo>
                <a:lnTo>
                  <a:pt x="13000" y="16600"/>
                </a:lnTo>
                <a:cubicBezTo>
                  <a:pt x="13000" y="16821"/>
                  <a:pt x="12821" y="17000"/>
                  <a:pt x="12600" y="17000"/>
                </a:cubicBezTo>
                <a:lnTo>
                  <a:pt x="11400" y="17000"/>
                </a:lnTo>
                <a:cubicBezTo>
                  <a:pt x="11179" y="17000"/>
                  <a:pt x="11000" y="16821"/>
                  <a:pt x="11000" y="16600"/>
                </a:cubicBezTo>
                <a:lnTo>
                  <a:pt x="11000" y="11400"/>
                </a:lnTo>
                <a:cubicBezTo>
                  <a:pt x="11000" y="11179"/>
                  <a:pt x="11179" y="11000"/>
                  <a:pt x="11400" y="11000"/>
                </a:cubicBezTo>
                <a:close/>
                <a:moveTo>
                  <a:pt x="9300" y="13000"/>
                </a:moveTo>
                <a:lnTo>
                  <a:pt x="14700" y="13000"/>
                </a:lnTo>
                <a:cubicBezTo>
                  <a:pt x="14866" y="13000"/>
                  <a:pt x="15000" y="13134"/>
                  <a:pt x="15000" y="13300"/>
                </a:cubicBezTo>
                <a:lnTo>
                  <a:pt x="15000" y="14100"/>
                </a:lnTo>
                <a:cubicBezTo>
                  <a:pt x="15000" y="14266"/>
                  <a:pt x="14866" y="14400"/>
                  <a:pt x="14700" y="14400"/>
                </a:cubicBezTo>
                <a:lnTo>
                  <a:pt x="9300" y="14400"/>
                </a:lnTo>
                <a:cubicBezTo>
                  <a:pt x="9134" y="14400"/>
                  <a:pt x="9000" y="14266"/>
                  <a:pt x="9000" y="14100"/>
                </a:cubicBezTo>
                <a:lnTo>
                  <a:pt x="9000" y="13300"/>
                </a:lnTo>
                <a:cubicBezTo>
                  <a:pt x="9000" y="13134"/>
                  <a:pt x="9134" y="13000"/>
                  <a:pt x="9300" y="13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钱袋</a:t>
            </a:r>
          </a:p>
        </p:txBody>
      </p:sp>
      <p:sp>
        <p:nvSpPr>
          <p:cNvPr id="25" name="SALE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240" y="9180"/>
                </a:moveTo>
                <a:lnTo>
                  <a:pt x="6240" y="10740"/>
                </a:lnTo>
                <a:quadBezTo>
                  <a:pt x="3120" y="12300"/>
                  <a:pt x="3120" y="16200"/>
                </a:quadBezTo>
                <a:quadBezTo>
                  <a:pt x="3120" y="21660"/>
                  <a:pt x="9360" y="21660"/>
                </a:quadBezTo>
                <a:quadBezTo>
                  <a:pt x="15600" y="21660"/>
                  <a:pt x="15600" y="16200"/>
                </a:quadBezTo>
                <a:quadBezTo>
                  <a:pt x="15600" y="12300"/>
                  <a:pt x="12480" y="10740"/>
                </a:quadBezTo>
                <a:lnTo>
                  <a:pt x="12480" y="9180"/>
                </a:lnTo>
                <a:close/>
                <a:moveTo>
                  <a:pt x="5772" y="8400"/>
                </a:moveTo>
                <a:lnTo>
                  <a:pt x="12948" y="8400"/>
                </a:lnTo>
                <a:cubicBezTo>
                  <a:pt x="13120" y="8400"/>
                  <a:pt x="13260" y="8540"/>
                  <a:pt x="13260" y="8712"/>
                </a:cubicBezTo>
                <a:lnTo>
                  <a:pt x="13260" y="9648"/>
                </a:lnTo>
                <a:cubicBezTo>
                  <a:pt x="13260" y="9820"/>
                  <a:pt x="13120" y="9960"/>
                  <a:pt x="12948" y="9960"/>
                </a:cubicBezTo>
                <a:lnTo>
                  <a:pt x="5772" y="9960"/>
                </a:lnTo>
                <a:cubicBezTo>
                  <a:pt x="5600" y="9960"/>
                  <a:pt x="5460" y="9820"/>
                  <a:pt x="5460" y="9648"/>
                </a:cubicBezTo>
                <a:lnTo>
                  <a:pt x="5460" y="8712"/>
                </a:lnTo>
                <a:cubicBezTo>
                  <a:pt x="5460" y="8540"/>
                  <a:pt x="5600" y="8400"/>
                  <a:pt x="5772" y="8400"/>
                </a:cubicBezTo>
                <a:close/>
                <a:moveTo>
                  <a:pt x="8892" y="13860"/>
                </a:moveTo>
                <a:lnTo>
                  <a:pt x="9828" y="13860"/>
                </a:lnTo>
                <a:cubicBezTo>
                  <a:pt x="10000" y="13860"/>
                  <a:pt x="10140" y="14000"/>
                  <a:pt x="10140" y="14172"/>
                </a:cubicBezTo>
                <a:lnTo>
                  <a:pt x="10140" y="18228"/>
                </a:lnTo>
                <a:cubicBezTo>
                  <a:pt x="10140" y="18400"/>
                  <a:pt x="10000" y="18540"/>
                  <a:pt x="9828" y="18540"/>
                </a:cubicBezTo>
                <a:lnTo>
                  <a:pt x="8892" y="18540"/>
                </a:lnTo>
                <a:cubicBezTo>
                  <a:pt x="8720" y="18540"/>
                  <a:pt x="8580" y="18400"/>
                  <a:pt x="8580" y="18228"/>
                </a:cubicBezTo>
                <a:lnTo>
                  <a:pt x="8580" y="14172"/>
                </a:lnTo>
                <a:cubicBezTo>
                  <a:pt x="8580" y="14000"/>
                  <a:pt x="8720" y="13860"/>
                  <a:pt x="8892" y="13860"/>
                </a:cubicBezTo>
                <a:close/>
                <a:moveTo>
                  <a:pt x="7254" y="15420"/>
                </a:moveTo>
                <a:lnTo>
                  <a:pt x="11466" y="15420"/>
                </a:lnTo>
                <a:cubicBezTo>
                  <a:pt x="11595" y="15420"/>
                  <a:pt x="11700" y="15525"/>
                  <a:pt x="11700" y="15654"/>
                </a:cubicBezTo>
                <a:lnTo>
                  <a:pt x="11700" y="16278"/>
                </a:lnTo>
                <a:cubicBezTo>
                  <a:pt x="11700" y="16407"/>
                  <a:pt x="11595" y="16512"/>
                  <a:pt x="11466" y="16512"/>
                </a:cubicBezTo>
                <a:lnTo>
                  <a:pt x="7254" y="16512"/>
                </a:lnTo>
                <a:cubicBezTo>
                  <a:pt x="7125" y="16512"/>
                  <a:pt x="7020" y="16407"/>
                  <a:pt x="7020" y="16278"/>
                </a:cubicBezTo>
                <a:lnTo>
                  <a:pt x="7020" y="15654"/>
                </a:lnTo>
                <a:cubicBezTo>
                  <a:pt x="7020" y="15525"/>
                  <a:pt x="7125" y="15420"/>
                  <a:pt x="7254" y="154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钱袋·已验证</a:t>
            </a:r>
          </a:p>
        </p:txBody>
      </p:sp>
      <p:sp>
        <p:nvSpPr>
          <p:cNvPr id="28" name="SALE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240" y="9180"/>
                </a:moveTo>
                <a:lnTo>
                  <a:pt x="6240" y="10740"/>
                </a:lnTo>
                <a:quadBezTo>
                  <a:pt x="3120" y="12300"/>
                  <a:pt x="3120" y="16200"/>
                </a:quadBezTo>
                <a:quadBezTo>
                  <a:pt x="3120" y="21660"/>
                  <a:pt x="9360" y="21660"/>
                </a:quadBezTo>
                <a:quadBezTo>
                  <a:pt x="15600" y="21660"/>
                  <a:pt x="15600" y="16200"/>
                </a:quadBezTo>
                <a:quadBezTo>
                  <a:pt x="15600" y="12300"/>
                  <a:pt x="12480" y="10740"/>
                </a:quadBezTo>
                <a:lnTo>
                  <a:pt x="12480" y="9180"/>
                </a:lnTo>
                <a:close/>
                <a:moveTo>
                  <a:pt x="5772" y="8400"/>
                </a:moveTo>
                <a:lnTo>
                  <a:pt x="12948" y="8400"/>
                </a:lnTo>
                <a:cubicBezTo>
                  <a:pt x="13120" y="8400"/>
                  <a:pt x="13260" y="8540"/>
                  <a:pt x="13260" y="8712"/>
                </a:cubicBezTo>
                <a:lnTo>
                  <a:pt x="13260" y="9648"/>
                </a:lnTo>
                <a:cubicBezTo>
                  <a:pt x="13260" y="9820"/>
                  <a:pt x="13120" y="9960"/>
                  <a:pt x="12948" y="9960"/>
                </a:cubicBezTo>
                <a:lnTo>
                  <a:pt x="5772" y="9960"/>
                </a:lnTo>
                <a:cubicBezTo>
                  <a:pt x="5600" y="9960"/>
                  <a:pt x="5460" y="9820"/>
                  <a:pt x="5460" y="9648"/>
                </a:cubicBezTo>
                <a:lnTo>
                  <a:pt x="5460" y="8712"/>
                </a:lnTo>
                <a:cubicBezTo>
                  <a:pt x="5460" y="8540"/>
                  <a:pt x="5600" y="8400"/>
                  <a:pt x="5772" y="8400"/>
                </a:cubicBezTo>
                <a:close/>
                <a:moveTo>
                  <a:pt x="8892" y="13860"/>
                </a:moveTo>
                <a:lnTo>
                  <a:pt x="9828" y="13860"/>
                </a:lnTo>
                <a:cubicBezTo>
                  <a:pt x="10000" y="13860"/>
                  <a:pt x="10140" y="14000"/>
                  <a:pt x="10140" y="14172"/>
                </a:cubicBezTo>
                <a:lnTo>
                  <a:pt x="10140" y="18228"/>
                </a:lnTo>
                <a:cubicBezTo>
                  <a:pt x="10140" y="18400"/>
                  <a:pt x="10000" y="18540"/>
                  <a:pt x="9828" y="18540"/>
                </a:cubicBezTo>
                <a:lnTo>
                  <a:pt x="8892" y="18540"/>
                </a:lnTo>
                <a:cubicBezTo>
                  <a:pt x="8720" y="18540"/>
                  <a:pt x="8580" y="18400"/>
                  <a:pt x="8580" y="18228"/>
                </a:cubicBezTo>
                <a:lnTo>
                  <a:pt x="8580" y="14172"/>
                </a:lnTo>
                <a:cubicBezTo>
                  <a:pt x="8580" y="14000"/>
                  <a:pt x="8720" y="13860"/>
                  <a:pt x="8892" y="13860"/>
                </a:cubicBezTo>
                <a:close/>
                <a:moveTo>
                  <a:pt x="7254" y="15420"/>
                </a:moveTo>
                <a:lnTo>
                  <a:pt x="11466" y="15420"/>
                </a:lnTo>
                <a:cubicBezTo>
                  <a:pt x="11595" y="15420"/>
                  <a:pt x="11700" y="15525"/>
                  <a:pt x="11700" y="15654"/>
                </a:cubicBezTo>
                <a:lnTo>
                  <a:pt x="11700" y="16278"/>
                </a:lnTo>
                <a:cubicBezTo>
                  <a:pt x="11700" y="16407"/>
                  <a:pt x="11595" y="16512"/>
                  <a:pt x="11466" y="16512"/>
                </a:cubicBezTo>
                <a:lnTo>
                  <a:pt x="7254" y="16512"/>
                </a:lnTo>
                <a:cubicBezTo>
                  <a:pt x="7125" y="16512"/>
                  <a:pt x="7020" y="16407"/>
                  <a:pt x="7020" y="16278"/>
                </a:cubicBezTo>
                <a:lnTo>
                  <a:pt x="7020" y="15654"/>
                </a:lnTo>
                <a:cubicBezTo>
                  <a:pt x="7020" y="15525"/>
                  <a:pt x="7125" y="15420"/>
                  <a:pt x="7254" y="1542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钱袋·新增</a:t>
            </a:r>
          </a:p>
        </p:txBody>
      </p:sp>
      <p:sp>
        <p:nvSpPr>
          <p:cNvPr id="31" name="SALE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240" y="9180"/>
                </a:moveTo>
                <a:lnTo>
                  <a:pt x="6240" y="10740"/>
                </a:lnTo>
                <a:quadBezTo>
                  <a:pt x="3120" y="12300"/>
                  <a:pt x="3120" y="16200"/>
                </a:quadBezTo>
                <a:quadBezTo>
                  <a:pt x="3120" y="21660"/>
                  <a:pt x="9360" y="21660"/>
                </a:quadBezTo>
                <a:quadBezTo>
                  <a:pt x="15600" y="21660"/>
                  <a:pt x="15600" y="16200"/>
                </a:quadBezTo>
                <a:quadBezTo>
                  <a:pt x="15600" y="12300"/>
                  <a:pt x="12480" y="10740"/>
                </a:quadBezTo>
                <a:lnTo>
                  <a:pt x="12480" y="9180"/>
                </a:lnTo>
                <a:close/>
                <a:moveTo>
                  <a:pt x="5772" y="8400"/>
                </a:moveTo>
                <a:lnTo>
                  <a:pt x="12948" y="8400"/>
                </a:lnTo>
                <a:cubicBezTo>
                  <a:pt x="13120" y="8400"/>
                  <a:pt x="13260" y="8540"/>
                  <a:pt x="13260" y="8712"/>
                </a:cubicBezTo>
                <a:lnTo>
                  <a:pt x="13260" y="9648"/>
                </a:lnTo>
                <a:cubicBezTo>
                  <a:pt x="13260" y="9820"/>
                  <a:pt x="13120" y="9960"/>
                  <a:pt x="12948" y="9960"/>
                </a:cubicBezTo>
                <a:lnTo>
                  <a:pt x="5772" y="9960"/>
                </a:lnTo>
                <a:cubicBezTo>
                  <a:pt x="5600" y="9960"/>
                  <a:pt x="5460" y="9820"/>
                  <a:pt x="5460" y="9648"/>
                </a:cubicBezTo>
                <a:lnTo>
                  <a:pt x="5460" y="8712"/>
                </a:lnTo>
                <a:cubicBezTo>
                  <a:pt x="5460" y="8540"/>
                  <a:pt x="5600" y="8400"/>
                  <a:pt x="5772" y="8400"/>
                </a:cubicBezTo>
                <a:close/>
                <a:moveTo>
                  <a:pt x="8892" y="13860"/>
                </a:moveTo>
                <a:lnTo>
                  <a:pt x="9828" y="13860"/>
                </a:lnTo>
                <a:cubicBezTo>
                  <a:pt x="10000" y="13860"/>
                  <a:pt x="10140" y="14000"/>
                  <a:pt x="10140" y="14172"/>
                </a:cubicBezTo>
                <a:lnTo>
                  <a:pt x="10140" y="18228"/>
                </a:lnTo>
                <a:cubicBezTo>
                  <a:pt x="10140" y="18400"/>
                  <a:pt x="10000" y="18540"/>
                  <a:pt x="9828" y="18540"/>
                </a:cubicBezTo>
                <a:lnTo>
                  <a:pt x="8892" y="18540"/>
                </a:lnTo>
                <a:cubicBezTo>
                  <a:pt x="8720" y="18540"/>
                  <a:pt x="8580" y="18400"/>
                  <a:pt x="8580" y="18228"/>
                </a:cubicBezTo>
                <a:lnTo>
                  <a:pt x="8580" y="14172"/>
                </a:lnTo>
                <a:cubicBezTo>
                  <a:pt x="8580" y="14000"/>
                  <a:pt x="8720" y="13860"/>
                  <a:pt x="8892" y="13860"/>
                </a:cubicBezTo>
                <a:close/>
                <a:moveTo>
                  <a:pt x="7254" y="15420"/>
                </a:moveTo>
                <a:lnTo>
                  <a:pt x="11466" y="15420"/>
                </a:lnTo>
                <a:cubicBezTo>
                  <a:pt x="11595" y="15420"/>
                  <a:pt x="11700" y="15525"/>
                  <a:pt x="11700" y="15654"/>
                </a:cubicBezTo>
                <a:lnTo>
                  <a:pt x="11700" y="16278"/>
                </a:lnTo>
                <a:cubicBezTo>
                  <a:pt x="11700" y="16407"/>
                  <a:pt x="11595" y="16512"/>
                  <a:pt x="11466" y="16512"/>
                </a:cubicBezTo>
                <a:lnTo>
                  <a:pt x="7254" y="16512"/>
                </a:lnTo>
                <a:cubicBezTo>
                  <a:pt x="7125" y="16512"/>
                  <a:pt x="7020" y="16407"/>
                  <a:pt x="7020" y="16278"/>
                </a:cubicBezTo>
                <a:lnTo>
                  <a:pt x="7020" y="15654"/>
                </a:lnTo>
                <a:cubicBezTo>
                  <a:pt x="7020" y="15525"/>
                  <a:pt x="7125" y="15420"/>
                  <a:pt x="7254" y="1542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钱袋·上升</a:t>
            </a:r>
          </a:p>
        </p:txBody>
      </p:sp>
      <p:sp>
        <p:nvSpPr>
          <p:cNvPr id="34" name="SALE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240" y="9180"/>
                </a:moveTo>
                <a:lnTo>
                  <a:pt x="6240" y="10740"/>
                </a:lnTo>
                <a:quadBezTo>
                  <a:pt x="3120" y="12300"/>
                  <a:pt x="3120" y="16200"/>
                </a:quadBezTo>
                <a:quadBezTo>
                  <a:pt x="3120" y="21660"/>
                  <a:pt x="9360" y="21660"/>
                </a:quadBezTo>
                <a:quadBezTo>
                  <a:pt x="15600" y="21660"/>
                  <a:pt x="15600" y="16200"/>
                </a:quadBezTo>
                <a:quadBezTo>
                  <a:pt x="15600" y="12300"/>
                  <a:pt x="12480" y="10740"/>
                </a:quadBezTo>
                <a:lnTo>
                  <a:pt x="12480" y="9180"/>
                </a:lnTo>
                <a:close/>
                <a:moveTo>
                  <a:pt x="5772" y="8400"/>
                </a:moveTo>
                <a:lnTo>
                  <a:pt x="12948" y="8400"/>
                </a:lnTo>
                <a:cubicBezTo>
                  <a:pt x="13120" y="8400"/>
                  <a:pt x="13260" y="8540"/>
                  <a:pt x="13260" y="8712"/>
                </a:cubicBezTo>
                <a:lnTo>
                  <a:pt x="13260" y="9648"/>
                </a:lnTo>
                <a:cubicBezTo>
                  <a:pt x="13260" y="9820"/>
                  <a:pt x="13120" y="9960"/>
                  <a:pt x="12948" y="9960"/>
                </a:cubicBezTo>
                <a:lnTo>
                  <a:pt x="5772" y="9960"/>
                </a:lnTo>
                <a:cubicBezTo>
                  <a:pt x="5600" y="9960"/>
                  <a:pt x="5460" y="9820"/>
                  <a:pt x="5460" y="9648"/>
                </a:cubicBezTo>
                <a:lnTo>
                  <a:pt x="5460" y="8712"/>
                </a:lnTo>
                <a:cubicBezTo>
                  <a:pt x="5460" y="8540"/>
                  <a:pt x="5600" y="8400"/>
                  <a:pt x="5772" y="8400"/>
                </a:cubicBezTo>
                <a:close/>
                <a:moveTo>
                  <a:pt x="8892" y="13860"/>
                </a:moveTo>
                <a:lnTo>
                  <a:pt x="9828" y="13860"/>
                </a:lnTo>
                <a:cubicBezTo>
                  <a:pt x="10000" y="13860"/>
                  <a:pt x="10140" y="14000"/>
                  <a:pt x="10140" y="14172"/>
                </a:cubicBezTo>
                <a:lnTo>
                  <a:pt x="10140" y="18228"/>
                </a:lnTo>
                <a:cubicBezTo>
                  <a:pt x="10140" y="18400"/>
                  <a:pt x="10000" y="18540"/>
                  <a:pt x="9828" y="18540"/>
                </a:cubicBezTo>
                <a:lnTo>
                  <a:pt x="8892" y="18540"/>
                </a:lnTo>
                <a:cubicBezTo>
                  <a:pt x="8720" y="18540"/>
                  <a:pt x="8580" y="18400"/>
                  <a:pt x="8580" y="18228"/>
                </a:cubicBezTo>
                <a:lnTo>
                  <a:pt x="8580" y="14172"/>
                </a:lnTo>
                <a:cubicBezTo>
                  <a:pt x="8580" y="14000"/>
                  <a:pt x="8720" y="13860"/>
                  <a:pt x="8892" y="13860"/>
                </a:cubicBezTo>
                <a:close/>
                <a:moveTo>
                  <a:pt x="7254" y="15420"/>
                </a:moveTo>
                <a:lnTo>
                  <a:pt x="11466" y="15420"/>
                </a:lnTo>
                <a:cubicBezTo>
                  <a:pt x="11595" y="15420"/>
                  <a:pt x="11700" y="15525"/>
                  <a:pt x="11700" y="15654"/>
                </a:cubicBezTo>
                <a:lnTo>
                  <a:pt x="11700" y="16278"/>
                </a:lnTo>
                <a:cubicBezTo>
                  <a:pt x="11700" y="16407"/>
                  <a:pt x="11595" y="16512"/>
                  <a:pt x="11466" y="16512"/>
                </a:cubicBezTo>
                <a:lnTo>
                  <a:pt x="7254" y="16512"/>
                </a:lnTo>
                <a:cubicBezTo>
                  <a:pt x="7125" y="16512"/>
                  <a:pt x="7020" y="16407"/>
                  <a:pt x="7020" y="16278"/>
                </a:cubicBezTo>
                <a:lnTo>
                  <a:pt x="7020" y="15654"/>
                </a:lnTo>
                <a:cubicBezTo>
                  <a:pt x="7020" y="15525"/>
                  <a:pt x="7125" y="15420"/>
                  <a:pt x="7254" y="1542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钱袋·下降</a:t>
            </a:r>
          </a:p>
        </p:txBody>
      </p:sp>
      <p:sp>
        <p:nvSpPr>
          <p:cNvPr id="37" name="SALE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240" y="9180"/>
                </a:moveTo>
                <a:lnTo>
                  <a:pt x="6240" y="10740"/>
                </a:lnTo>
                <a:quadBezTo>
                  <a:pt x="3120" y="12300"/>
                  <a:pt x="3120" y="16200"/>
                </a:quadBezTo>
                <a:quadBezTo>
                  <a:pt x="3120" y="21660"/>
                  <a:pt x="9360" y="21660"/>
                </a:quadBezTo>
                <a:quadBezTo>
                  <a:pt x="15600" y="21660"/>
                  <a:pt x="15600" y="16200"/>
                </a:quadBezTo>
                <a:quadBezTo>
                  <a:pt x="15600" y="12300"/>
                  <a:pt x="12480" y="10740"/>
                </a:quadBezTo>
                <a:lnTo>
                  <a:pt x="12480" y="9180"/>
                </a:lnTo>
                <a:close/>
                <a:moveTo>
                  <a:pt x="5772" y="8400"/>
                </a:moveTo>
                <a:lnTo>
                  <a:pt x="12948" y="8400"/>
                </a:lnTo>
                <a:cubicBezTo>
                  <a:pt x="13120" y="8400"/>
                  <a:pt x="13260" y="8540"/>
                  <a:pt x="13260" y="8712"/>
                </a:cubicBezTo>
                <a:lnTo>
                  <a:pt x="13260" y="9648"/>
                </a:lnTo>
                <a:cubicBezTo>
                  <a:pt x="13260" y="9820"/>
                  <a:pt x="13120" y="9960"/>
                  <a:pt x="12948" y="9960"/>
                </a:cubicBezTo>
                <a:lnTo>
                  <a:pt x="5772" y="9960"/>
                </a:lnTo>
                <a:cubicBezTo>
                  <a:pt x="5600" y="9960"/>
                  <a:pt x="5460" y="9820"/>
                  <a:pt x="5460" y="9648"/>
                </a:cubicBezTo>
                <a:lnTo>
                  <a:pt x="5460" y="8712"/>
                </a:lnTo>
                <a:cubicBezTo>
                  <a:pt x="5460" y="8540"/>
                  <a:pt x="5600" y="8400"/>
                  <a:pt x="5772" y="8400"/>
                </a:cubicBezTo>
                <a:close/>
                <a:moveTo>
                  <a:pt x="8892" y="13860"/>
                </a:moveTo>
                <a:lnTo>
                  <a:pt x="9828" y="13860"/>
                </a:lnTo>
                <a:cubicBezTo>
                  <a:pt x="10000" y="13860"/>
                  <a:pt x="10140" y="14000"/>
                  <a:pt x="10140" y="14172"/>
                </a:cubicBezTo>
                <a:lnTo>
                  <a:pt x="10140" y="18228"/>
                </a:lnTo>
                <a:cubicBezTo>
                  <a:pt x="10140" y="18400"/>
                  <a:pt x="10000" y="18540"/>
                  <a:pt x="9828" y="18540"/>
                </a:cubicBezTo>
                <a:lnTo>
                  <a:pt x="8892" y="18540"/>
                </a:lnTo>
                <a:cubicBezTo>
                  <a:pt x="8720" y="18540"/>
                  <a:pt x="8580" y="18400"/>
                  <a:pt x="8580" y="18228"/>
                </a:cubicBezTo>
                <a:lnTo>
                  <a:pt x="8580" y="14172"/>
                </a:lnTo>
                <a:cubicBezTo>
                  <a:pt x="8580" y="14000"/>
                  <a:pt x="8720" y="13860"/>
                  <a:pt x="8892" y="13860"/>
                </a:cubicBezTo>
                <a:close/>
                <a:moveTo>
                  <a:pt x="7254" y="15420"/>
                </a:moveTo>
                <a:lnTo>
                  <a:pt x="11466" y="15420"/>
                </a:lnTo>
                <a:cubicBezTo>
                  <a:pt x="11595" y="15420"/>
                  <a:pt x="11700" y="15525"/>
                  <a:pt x="11700" y="15654"/>
                </a:cubicBezTo>
                <a:lnTo>
                  <a:pt x="11700" y="16278"/>
                </a:lnTo>
                <a:cubicBezTo>
                  <a:pt x="11700" y="16407"/>
                  <a:pt x="11595" y="16512"/>
                  <a:pt x="11466" y="16512"/>
                </a:cubicBezTo>
                <a:lnTo>
                  <a:pt x="7254" y="16512"/>
                </a:lnTo>
                <a:cubicBezTo>
                  <a:pt x="7125" y="16512"/>
                  <a:pt x="7020" y="16407"/>
                  <a:pt x="7020" y="16278"/>
                </a:cubicBezTo>
                <a:lnTo>
                  <a:pt x="7020" y="15654"/>
                </a:lnTo>
                <a:cubicBezTo>
                  <a:pt x="7020" y="15525"/>
                  <a:pt x="7125" y="15420"/>
                  <a:pt x="7254" y="1542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钱袋·重点</a:t>
            </a:r>
          </a:p>
        </p:txBody>
      </p:sp>
      <p:sp>
        <p:nvSpPr>
          <p:cNvPr id="40" name="SALE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9000" y="6000"/>
                </a:moveTo>
                <a:cubicBezTo>
                  <a:pt x="19000" y="7325"/>
                  <a:pt x="15866" y="8400"/>
                  <a:pt x="12000" y="8400"/>
                </a:cubicBezTo>
                <a:cubicBezTo>
                  <a:pt x="8134" y="8400"/>
                  <a:pt x="5000" y="7325"/>
                  <a:pt x="5000" y="6000"/>
                </a:cubicBezTo>
                <a:cubicBezTo>
                  <a:pt x="5000" y="4675"/>
                  <a:pt x="8134" y="3600"/>
                  <a:pt x="12000" y="3600"/>
                </a:cubicBezTo>
                <a:cubicBezTo>
                  <a:pt x="15866" y="3600"/>
                  <a:pt x="19000" y="4675"/>
                  <a:pt x="19000" y="6000"/>
                </a:cubicBezTo>
                <a:close/>
                <a:moveTo>
                  <a:pt x="5000" y="6000"/>
                </a:moveTo>
                <a:lnTo>
                  <a:pt x="5000" y="9000"/>
                </a:lnTo>
                <a:quadBezTo>
                  <a:pt x="5000" y="11400"/>
                  <a:pt x="12000" y="11400"/>
                </a:quadBezTo>
                <a:quadBezTo>
                  <a:pt x="19000" y="11400"/>
                  <a:pt x="19000" y="9000"/>
                </a:quadBezTo>
                <a:lnTo>
                  <a:pt x="19000" y="6000"/>
                </a:lnTo>
                <a:moveTo>
                  <a:pt x="5000" y="11000"/>
                </a:moveTo>
                <a:lnTo>
                  <a:pt x="5000" y="14000"/>
                </a:lnTo>
                <a:quadBezTo>
                  <a:pt x="5000" y="16400"/>
                  <a:pt x="12000" y="16400"/>
                </a:quadBezTo>
                <a:quadBezTo>
                  <a:pt x="19000" y="16400"/>
                  <a:pt x="19000" y="14000"/>
                </a:quadBezTo>
                <a:lnTo>
                  <a:pt x="19000" y="11000"/>
                </a:lnTo>
                <a:moveTo>
                  <a:pt x="5000" y="16000"/>
                </a:moveTo>
                <a:lnTo>
                  <a:pt x="5000" y="19000"/>
                </a:lnTo>
                <a:quadBezTo>
                  <a:pt x="5000" y="21400"/>
                  <a:pt x="12000" y="21400"/>
                </a:quadBezTo>
                <a:quadBezTo>
                  <a:pt x="19000" y="21400"/>
                  <a:pt x="19000" y="19000"/>
                </a:quadBezTo>
                <a:lnTo>
                  <a:pt x="19000" y="16000"/>
                </a:lnTo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金币堆</a:t>
            </a:r>
          </a:p>
        </p:txBody>
      </p:sp>
      <p:sp>
        <p:nvSpPr>
          <p:cNvPr id="43" name="SALE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820" y="9960"/>
                </a:moveTo>
                <a:cubicBezTo>
                  <a:pt x="14820" y="10994"/>
                  <a:pt x="12375" y="11832"/>
                  <a:pt x="9360" y="11832"/>
                </a:cubicBezTo>
                <a:cubicBezTo>
                  <a:pt x="6345" y="11832"/>
                  <a:pt x="3900" y="10994"/>
                  <a:pt x="3900" y="9960"/>
                </a:cubicBezTo>
                <a:cubicBezTo>
                  <a:pt x="3900" y="8926"/>
                  <a:pt x="6345" y="8088"/>
                  <a:pt x="9360" y="8088"/>
                </a:cubicBezTo>
                <a:cubicBezTo>
                  <a:pt x="12375" y="8088"/>
                  <a:pt x="14820" y="8926"/>
                  <a:pt x="14820" y="9960"/>
                </a:cubicBezTo>
                <a:close/>
                <a:moveTo>
                  <a:pt x="3900" y="9960"/>
                </a:moveTo>
                <a:lnTo>
                  <a:pt x="3900" y="12300"/>
                </a:lnTo>
                <a:quadBezTo>
                  <a:pt x="3900" y="14172"/>
                  <a:pt x="9360" y="14172"/>
                </a:quadBezTo>
                <a:quadBezTo>
                  <a:pt x="14820" y="14172"/>
                  <a:pt x="14820" y="12300"/>
                </a:quadBezTo>
                <a:lnTo>
                  <a:pt x="14820" y="9960"/>
                </a:lnTo>
                <a:moveTo>
                  <a:pt x="3900" y="13860"/>
                </a:moveTo>
                <a:lnTo>
                  <a:pt x="3900" y="16200"/>
                </a:lnTo>
                <a:quadBezTo>
                  <a:pt x="3900" y="18072"/>
                  <a:pt x="9360" y="18072"/>
                </a:quadBezTo>
                <a:quadBezTo>
                  <a:pt x="14820" y="18072"/>
                  <a:pt x="14820" y="16200"/>
                </a:quadBezTo>
                <a:lnTo>
                  <a:pt x="14820" y="13860"/>
                </a:lnTo>
                <a:moveTo>
                  <a:pt x="3900" y="17760"/>
                </a:moveTo>
                <a:lnTo>
                  <a:pt x="3900" y="20100"/>
                </a:lnTo>
                <a:quadBezTo>
                  <a:pt x="3900" y="21972"/>
                  <a:pt x="9360" y="21972"/>
                </a:quadBezTo>
                <a:quadBezTo>
                  <a:pt x="14820" y="21972"/>
                  <a:pt x="14820" y="20100"/>
                </a:quadBezTo>
                <a:lnTo>
                  <a:pt x="14820" y="17760"/>
                </a:lnTo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金币堆·已验证</a:t>
            </a:r>
          </a:p>
        </p:txBody>
      </p:sp>
      <p:sp>
        <p:nvSpPr>
          <p:cNvPr id="46" name="SALE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820" y="9960"/>
                </a:moveTo>
                <a:cubicBezTo>
                  <a:pt x="14820" y="10994"/>
                  <a:pt x="12375" y="11832"/>
                  <a:pt x="9360" y="11832"/>
                </a:cubicBezTo>
                <a:cubicBezTo>
                  <a:pt x="6345" y="11832"/>
                  <a:pt x="3900" y="10994"/>
                  <a:pt x="3900" y="9960"/>
                </a:cubicBezTo>
                <a:cubicBezTo>
                  <a:pt x="3900" y="8926"/>
                  <a:pt x="6345" y="8088"/>
                  <a:pt x="9360" y="8088"/>
                </a:cubicBezTo>
                <a:cubicBezTo>
                  <a:pt x="12375" y="8088"/>
                  <a:pt x="14820" y="8926"/>
                  <a:pt x="14820" y="9960"/>
                </a:cubicBezTo>
                <a:close/>
                <a:moveTo>
                  <a:pt x="3900" y="9960"/>
                </a:moveTo>
                <a:lnTo>
                  <a:pt x="3900" y="12300"/>
                </a:lnTo>
                <a:quadBezTo>
                  <a:pt x="3900" y="14172"/>
                  <a:pt x="9360" y="14172"/>
                </a:quadBezTo>
                <a:quadBezTo>
                  <a:pt x="14820" y="14172"/>
                  <a:pt x="14820" y="12300"/>
                </a:quadBezTo>
                <a:lnTo>
                  <a:pt x="14820" y="9960"/>
                </a:lnTo>
                <a:moveTo>
                  <a:pt x="3900" y="13860"/>
                </a:moveTo>
                <a:lnTo>
                  <a:pt x="3900" y="16200"/>
                </a:lnTo>
                <a:quadBezTo>
                  <a:pt x="3900" y="18072"/>
                  <a:pt x="9360" y="18072"/>
                </a:quadBezTo>
                <a:quadBezTo>
                  <a:pt x="14820" y="18072"/>
                  <a:pt x="14820" y="16200"/>
                </a:quadBezTo>
                <a:lnTo>
                  <a:pt x="14820" y="13860"/>
                </a:lnTo>
                <a:moveTo>
                  <a:pt x="3900" y="17760"/>
                </a:moveTo>
                <a:lnTo>
                  <a:pt x="3900" y="20100"/>
                </a:lnTo>
                <a:quadBezTo>
                  <a:pt x="3900" y="21972"/>
                  <a:pt x="9360" y="21972"/>
                </a:quadBezTo>
                <a:quadBezTo>
                  <a:pt x="14820" y="21972"/>
                  <a:pt x="14820" y="20100"/>
                </a:quadBezTo>
                <a:lnTo>
                  <a:pt x="14820" y="17760"/>
                </a:lnTo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金币堆·新增</a:t>
            </a:r>
          </a:p>
        </p:txBody>
      </p:sp>
      <p:sp>
        <p:nvSpPr>
          <p:cNvPr id="49" name="SALE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820" y="9960"/>
                </a:moveTo>
                <a:cubicBezTo>
                  <a:pt x="14820" y="10994"/>
                  <a:pt x="12375" y="11832"/>
                  <a:pt x="9360" y="11832"/>
                </a:cubicBezTo>
                <a:cubicBezTo>
                  <a:pt x="6345" y="11832"/>
                  <a:pt x="3900" y="10994"/>
                  <a:pt x="3900" y="9960"/>
                </a:cubicBezTo>
                <a:cubicBezTo>
                  <a:pt x="3900" y="8926"/>
                  <a:pt x="6345" y="8088"/>
                  <a:pt x="9360" y="8088"/>
                </a:cubicBezTo>
                <a:cubicBezTo>
                  <a:pt x="12375" y="8088"/>
                  <a:pt x="14820" y="8926"/>
                  <a:pt x="14820" y="9960"/>
                </a:cubicBezTo>
                <a:close/>
                <a:moveTo>
                  <a:pt x="3900" y="9960"/>
                </a:moveTo>
                <a:lnTo>
                  <a:pt x="3900" y="12300"/>
                </a:lnTo>
                <a:quadBezTo>
                  <a:pt x="3900" y="14172"/>
                  <a:pt x="9360" y="14172"/>
                </a:quadBezTo>
                <a:quadBezTo>
                  <a:pt x="14820" y="14172"/>
                  <a:pt x="14820" y="12300"/>
                </a:quadBezTo>
                <a:lnTo>
                  <a:pt x="14820" y="9960"/>
                </a:lnTo>
                <a:moveTo>
                  <a:pt x="3900" y="13860"/>
                </a:moveTo>
                <a:lnTo>
                  <a:pt x="3900" y="16200"/>
                </a:lnTo>
                <a:quadBezTo>
                  <a:pt x="3900" y="18072"/>
                  <a:pt x="9360" y="18072"/>
                </a:quadBezTo>
                <a:quadBezTo>
                  <a:pt x="14820" y="18072"/>
                  <a:pt x="14820" y="16200"/>
                </a:quadBezTo>
                <a:lnTo>
                  <a:pt x="14820" y="13860"/>
                </a:lnTo>
                <a:moveTo>
                  <a:pt x="3900" y="17760"/>
                </a:moveTo>
                <a:lnTo>
                  <a:pt x="3900" y="20100"/>
                </a:lnTo>
                <a:quadBezTo>
                  <a:pt x="3900" y="21972"/>
                  <a:pt x="9360" y="21972"/>
                </a:quadBezTo>
                <a:quadBezTo>
                  <a:pt x="14820" y="21972"/>
                  <a:pt x="14820" y="20100"/>
                </a:quadBezTo>
                <a:lnTo>
                  <a:pt x="14820" y="17760"/>
                </a:lnTo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金币堆·上升</a:t>
            </a:r>
          </a:p>
        </p:txBody>
      </p:sp>
      <p:sp>
        <p:nvSpPr>
          <p:cNvPr id="52" name="SALE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820" y="9960"/>
                </a:moveTo>
                <a:cubicBezTo>
                  <a:pt x="14820" y="10994"/>
                  <a:pt x="12375" y="11832"/>
                  <a:pt x="9360" y="11832"/>
                </a:cubicBezTo>
                <a:cubicBezTo>
                  <a:pt x="6345" y="11832"/>
                  <a:pt x="3900" y="10994"/>
                  <a:pt x="3900" y="9960"/>
                </a:cubicBezTo>
                <a:cubicBezTo>
                  <a:pt x="3900" y="8926"/>
                  <a:pt x="6345" y="8088"/>
                  <a:pt x="9360" y="8088"/>
                </a:cubicBezTo>
                <a:cubicBezTo>
                  <a:pt x="12375" y="8088"/>
                  <a:pt x="14820" y="8926"/>
                  <a:pt x="14820" y="9960"/>
                </a:cubicBezTo>
                <a:close/>
                <a:moveTo>
                  <a:pt x="3900" y="9960"/>
                </a:moveTo>
                <a:lnTo>
                  <a:pt x="3900" y="12300"/>
                </a:lnTo>
                <a:quadBezTo>
                  <a:pt x="3900" y="14172"/>
                  <a:pt x="9360" y="14172"/>
                </a:quadBezTo>
                <a:quadBezTo>
                  <a:pt x="14820" y="14172"/>
                  <a:pt x="14820" y="12300"/>
                </a:quadBezTo>
                <a:lnTo>
                  <a:pt x="14820" y="9960"/>
                </a:lnTo>
                <a:moveTo>
                  <a:pt x="3900" y="13860"/>
                </a:moveTo>
                <a:lnTo>
                  <a:pt x="3900" y="16200"/>
                </a:lnTo>
                <a:quadBezTo>
                  <a:pt x="3900" y="18072"/>
                  <a:pt x="9360" y="18072"/>
                </a:quadBezTo>
                <a:quadBezTo>
                  <a:pt x="14820" y="18072"/>
                  <a:pt x="14820" y="16200"/>
                </a:quadBezTo>
                <a:lnTo>
                  <a:pt x="14820" y="13860"/>
                </a:lnTo>
                <a:moveTo>
                  <a:pt x="3900" y="17760"/>
                </a:moveTo>
                <a:lnTo>
                  <a:pt x="3900" y="20100"/>
                </a:lnTo>
                <a:quadBezTo>
                  <a:pt x="3900" y="21972"/>
                  <a:pt x="9360" y="21972"/>
                </a:quadBezTo>
                <a:quadBezTo>
                  <a:pt x="14820" y="21972"/>
                  <a:pt x="14820" y="20100"/>
                </a:quadBezTo>
                <a:lnTo>
                  <a:pt x="14820" y="17760"/>
                </a:lnTo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金币堆·下降</a:t>
            </a:r>
          </a:p>
        </p:txBody>
      </p:sp>
      <p:sp>
        <p:nvSpPr>
          <p:cNvPr id="55" name="SALE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820" y="9960"/>
                </a:moveTo>
                <a:cubicBezTo>
                  <a:pt x="14820" y="10994"/>
                  <a:pt x="12375" y="11832"/>
                  <a:pt x="9360" y="11832"/>
                </a:cubicBezTo>
                <a:cubicBezTo>
                  <a:pt x="6345" y="11832"/>
                  <a:pt x="3900" y="10994"/>
                  <a:pt x="3900" y="9960"/>
                </a:cubicBezTo>
                <a:cubicBezTo>
                  <a:pt x="3900" y="8926"/>
                  <a:pt x="6345" y="8088"/>
                  <a:pt x="9360" y="8088"/>
                </a:cubicBezTo>
                <a:cubicBezTo>
                  <a:pt x="12375" y="8088"/>
                  <a:pt x="14820" y="8926"/>
                  <a:pt x="14820" y="9960"/>
                </a:cubicBezTo>
                <a:close/>
                <a:moveTo>
                  <a:pt x="3900" y="9960"/>
                </a:moveTo>
                <a:lnTo>
                  <a:pt x="3900" y="12300"/>
                </a:lnTo>
                <a:quadBezTo>
                  <a:pt x="3900" y="14172"/>
                  <a:pt x="9360" y="14172"/>
                </a:quadBezTo>
                <a:quadBezTo>
                  <a:pt x="14820" y="14172"/>
                  <a:pt x="14820" y="12300"/>
                </a:quadBezTo>
                <a:lnTo>
                  <a:pt x="14820" y="9960"/>
                </a:lnTo>
                <a:moveTo>
                  <a:pt x="3900" y="13860"/>
                </a:moveTo>
                <a:lnTo>
                  <a:pt x="3900" y="16200"/>
                </a:lnTo>
                <a:quadBezTo>
                  <a:pt x="3900" y="18072"/>
                  <a:pt x="9360" y="18072"/>
                </a:quadBezTo>
                <a:quadBezTo>
                  <a:pt x="14820" y="18072"/>
                  <a:pt x="14820" y="16200"/>
                </a:quadBezTo>
                <a:lnTo>
                  <a:pt x="14820" y="13860"/>
                </a:lnTo>
                <a:moveTo>
                  <a:pt x="3900" y="17760"/>
                </a:moveTo>
                <a:lnTo>
                  <a:pt x="3900" y="20100"/>
                </a:lnTo>
                <a:quadBezTo>
                  <a:pt x="3900" y="21972"/>
                  <a:pt x="9360" y="21972"/>
                </a:quadBezTo>
                <a:quadBezTo>
                  <a:pt x="14820" y="21972"/>
                  <a:pt x="14820" y="20100"/>
                </a:quadBezTo>
                <a:lnTo>
                  <a:pt x="14820" y="17760"/>
                </a:lnTo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金币堆·重点</a:t>
            </a:r>
          </a:p>
        </p:txBody>
      </p:sp>
      <p:sp>
        <p:nvSpPr>
          <p:cNvPr id="58" name="SALE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03" y="19973"/>
                </a:moveTo>
                <a:lnTo>
                  <a:pt x="17244" y="10193"/>
                </a:lnTo>
                <a:lnTo>
                  <a:pt x="18444" y="11855"/>
                </a:lnTo>
                <a:lnTo>
                  <a:pt x="21000" y="6000"/>
                </a:lnTo>
                <a:lnTo>
                  <a:pt x="14638" y="6585"/>
                </a:lnTo>
                <a:lnTo>
                  <a:pt x="15839" y="8247"/>
                </a:lnTo>
                <a:lnTo>
                  <a:pt x="2297" y="18027"/>
                </a:lnTo>
                <a:close/>
                <a:moveTo>
                  <a:pt x="2300" y="21000"/>
                </a:moveTo>
                <a:lnTo>
                  <a:pt x="21700" y="21000"/>
                </a:lnTo>
                <a:cubicBezTo>
                  <a:pt x="21866" y="21000"/>
                  <a:pt x="22000" y="21134"/>
                  <a:pt x="22000" y="213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1300"/>
                </a:lnTo>
                <a:cubicBezTo>
                  <a:pt x="2000" y="21134"/>
                  <a:pt x="2134" y="21000"/>
                  <a:pt x="23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增长向上</a:t>
            </a:r>
          </a:p>
        </p:txBody>
      </p:sp>
      <p:sp>
        <p:nvSpPr>
          <p:cNvPr id="61" name="SALE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增长向上·已验证</a:t>
            </a:r>
          </a:p>
        </p:txBody>
      </p:sp>
      <p:sp>
        <p:nvSpPr>
          <p:cNvPr id="64" name="SALE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增长向上·新增</a:t>
            </a:r>
          </a:p>
        </p:txBody>
      </p:sp>
      <p:sp>
        <p:nvSpPr>
          <p:cNvPr id="67" name="SALE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增长向上·上升</a:t>
            </a:r>
          </a:p>
        </p:txBody>
      </p:sp>
      <p:sp>
        <p:nvSpPr>
          <p:cNvPr id="70" name="SALE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增长向上·下降</a:t>
            </a:r>
          </a:p>
        </p:txBody>
      </p:sp>
      <p:sp>
        <p:nvSpPr>
          <p:cNvPr id="73" name="SALE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增长向上·重点</a:t>
            </a:r>
          </a:p>
        </p:txBody>
      </p:sp>
      <p:sp>
        <p:nvSpPr>
          <p:cNvPr id="76" name="SALE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10000"/>
                </a:moveTo>
                <a:lnTo>
                  <a:pt x="7000" y="8000"/>
                </a:lnTo>
                <a:lnTo>
                  <a:pt x="10000" y="11000"/>
                </a:lnTo>
                <a:lnTo>
                  <a:pt x="12000" y="9000"/>
                </a:lnTo>
                <a:lnTo>
                  <a:pt x="14000" y="11000"/>
                </a:lnTo>
                <a:lnTo>
                  <a:pt x="17000" y="8000"/>
                </a:lnTo>
                <a:lnTo>
                  <a:pt x="22000" y="10000"/>
                </a:lnTo>
                <a:lnTo>
                  <a:pt x="22000" y="14000"/>
                </a:lnTo>
                <a:lnTo>
                  <a:pt x="17000" y="16000"/>
                </a:lnTo>
                <a:lnTo>
                  <a:pt x="12000" y="14000"/>
                </a:lnTo>
                <a:lnTo>
                  <a:pt x="7000" y="16000"/>
                </a:lnTo>
                <a:lnTo>
                  <a:pt x="2000" y="14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握手成交</a:t>
            </a:r>
          </a:p>
        </p:txBody>
      </p:sp>
      <p:sp>
        <p:nvSpPr>
          <p:cNvPr id="79" name="SALE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3080"/>
                </a:moveTo>
                <a:lnTo>
                  <a:pt x="5460" y="11520"/>
                </a:lnTo>
                <a:lnTo>
                  <a:pt x="7800" y="13860"/>
                </a:lnTo>
                <a:lnTo>
                  <a:pt x="9360" y="12300"/>
                </a:lnTo>
                <a:lnTo>
                  <a:pt x="10920" y="13860"/>
                </a:lnTo>
                <a:lnTo>
                  <a:pt x="13260" y="11520"/>
                </a:lnTo>
                <a:lnTo>
                  <a:pt x="17160" y="13080"/>
                </a:lnTo>
                <a:lnTo>
                  <a:pt x="17160" y="16200"/>
                </a:lnTo>
                <a:lnTo>
                  <a:pt x="13260" y="17760"/>
                </a:lnTo>
                <a:lnTo>
                  <a:pt x="9360" y="16200"/>
                </a:lnTo>
                <a:lnTo>
                  <a:pt x="5460" y="17760"/>
                </a:lnTo>
                <a:lnTo>
                  <a:pt x="1560" y="1620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握手成交·已验证</a:t>
            </a:r>
          </a:p>
        </p:txBody>
      </p:sp>
      <p:sp>
        <p:nvSpPr>
          <p:cNvPr id="82" name="SALE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3080"/>
                </a:moveTo>
                <a:lnTo>
                  <a:pt x="5460" y="11520"/>
                </a:lnTo>
                <a:lnTo>
                  <a:pt x="7800" y="13860"/>
                </a:lnTo>
                <a:lnTo>
                  <a:pt x="9360" y="12300"/>
                </a:lnTo>
                <a:lnTo>
                  <a:pt x="10920" y="13860"/>
                </a:lnTo>
                <a:lnTo>
                  <a:pt x="13260" y="11520"/>
                </a:lnTo>
                <a:lnTo>
                  <a:pt x="17160" y="13080"/>
                </a:lnTo>
                <a:lnTo>
                  <a:pt x="17160" y="16200"/>
                </a:lnTo>
                <a:lnTo>
                  <a:pt x="13260" y="17760"/>
                </a:lnTo>
                <a:lnTo>
                  <a:pt x="9360" y="16200"/>
                </a:lnTo>
                <a:lnTo>
                  <a:pt x="5460" y="17760"/>
                </a:lnTo>
                <a:lnTo>
                  <a:pt x="1560" y="1620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握手成交·新增</a:t>
            </a:r>
          </a:p>
        </p:txBody>
      </p:sp>
      <p:sp>
        <p:nvSpPr>
          <p:cNvPr id="85" name="SALE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3080"/>
                </a:moveTo>
                <a:lnTo>
                  <a:pt x="5460" y="11520"/>
                </a:lnTo>
                <a:lnTo>
                  <a:pt x="7800" y="13860"/>
                </a:lnTo>
                <a:lnTo>
                  <a:pt x="9360" y="12300"/>
                </a:lnTo>
                <a:lnTo>
                  <a:pt x="10920" y="13860"/>
                </a:lnTo>
                <a:lnTo>
                  <a:pt x="13260" y="11520"/>
                </a:lnTo>
                <a:lnTo>
                  <a:pt x="17160" y="13080"/>
                </a:lnTo>
                <a:lnTo>
                  <a:pt x="17160" y="16200"/>
                </a:lnTo>
                <a:lnTo>
                  <a:pt x="13260" y="17760"/>
                </a:lnTo>
                <a:lnTo>
                  <a:pt x="9360" y="16200"/>
                </a:lnTo>
                <a:lnTo>
                  <a:pt x="5460" y="17760"/>
                </a:lnTo>
                <a:lnTo>
                  <a:pt x="1560" y="16200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握手成交·上升</a:t>
            </a:r>
          </a:p>
        </p:txBody>
      </p:sp>
      <p:sp>
        <p:nvSpPr>
          <p:cNvPr id="88" name="SALE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3080"/>
                </a:moveTo>
                <a:lnTo>
                  <a:pt x="5460" y="11520"/>
                </a:lnTo>
                <a:lnTo>
                  <a:pt x="7800" y="13860"/>
                </a:lnTo>
                <a:lnTo>
                  <a:pt x="9360" y="12300"/>
                </a:lnTo>
                <a:lnTo>
                  <a:pt x="10920" y="13860"/>
                </a:lnTo>
                <a:lnTo>
                  <a:pt x="13260" y="11520"/>
                </a:lnTo>
                <a:lnTo>
                  <a:pt x="17160" y="13080"/>
                </a:lnTo>
                <a:lnTo>
                  <a:pt x="17160" y="16200"/>
                </a:lnTo>
                <a:lnTo>
                  <a:pt x="13260" y="17760"/>
                </a:lnTo>
                <a:lnTo>
                  <a:pt x="9360" y="16200"/>
                </a:lnTo>
                <a:lnTo>
                  <a:pt x="5460" y="17760"/>
                </a:lnTo>
                <a:lnTo>
                  <a:pt x="1560" y="16200"/>
                </a:ln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握手成交·下降</a:t>
            </a:r>
          </a:p>
        </p:txBody>
      </p:sp>
      <p:sp>
        <p:nvSpPr>
          <p:cNvPr id="91" name="SALE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3080"/>
                </a:moveTo>
                <a:lnTo>
                  <a:pt x="5460" y="11520"/>
                </a:lnTo>
                <a:lnTo>
                  <a:pt x="7800" y="13860"/>
                </a:lnTo>
                <a:lnTo>
                  <a:pt x="9360" y="12300"/>
                </a:lnTo>
                <a:lnTo>
                  <a:pt x="10920" y="13860"/>
                </a:lnTo>
                <a:lnTo>
                  <a:pt x="13260" y="11520"/>
                </a:lnTo>
                <a:lnTo>
                  <a:pt x="17160" y="13080"/>
                </a:lnTo>
                <a:lnTo>
                  <a:pt x="17160" y="16200"/>
                </a:lnTo>
                <a:lnTo>
                  <a:pt x="13260" y="17760"/>
                </a:lnTo>
                <a:lnTo>
                  <a:pt x="9360" y="16200"/>
                </a:lnTo>
                <a:lnTo>
                  <a:pt x="5460" y="17760"/>
                </a:lnTo>
                <a:lnTo>
                  <a:pt x="1560" y="1620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握手成交·重点</a:t>
            </a:r>
          </a:p>
        </p:txBody>
      </p:sp>
      <p:sp>
        <p:nvSpPr>
          <p:cNvPr id="94" name="SALE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2000"/>
                </a:moveTo>
                <a:lnTo>
                  <a:pt x="15000" y="2000"/>
                </a:lnTo>
                <a:lnTo>
                  <a:pt x="19000" y="6000"/>
                </a:lnTo>
                <a:lnTo>
                  <a:pt x="19000" y="22000"/>
                </a:lnTo>
                <a:lnTo>
                  <a:pt x="4000" y="22000"/>
                </a:lnTo>
                <a:close/>
                <a:moveTo>
                  <a:pt x="15000" y="2000"/>
                </a:moveTo>
                <a:lnTo>
                  <a:pt x="15000" y="6000"/>
                </a:lnTo>
                <a:lnTo>
                  <a:pt x="19000" y="6000"/>
                </a:lnTo>
                <a:lnTo>
                  <a:pt x="15000" y="2000"/>
                </a:lnTo>
                <a:close/>
                <a:moveTo>
                  <a:pt x="7300" y="9000"/>
                </a:moveTo>
                <a:lnTo>
                  <a:pt x="15700" y="9000"/>
                </a:lnTo>
                <a:cubicBezTo>
                  <a:pt x="15866" y="9000"/>
                  <a:pt x="16000" y="9134"/>
                  <a:pt x="16000" y="9300"/>
                </a:cubicBezTo>
                <a:lnTo>
                  <a:pt x="16000" y="9700"/>
                </a:lnTo>
                <a:cubicBezTo>
                  <a:pt x="16000" y="9866"/>
                  <a:pt x="15866" y="10000"/>
                  <a:pt x="15700" y="10000"/>
                </a:cubicBezTo>
                <a:lnTo>
                  <a:pt x="7300" y="10000"/>
                </a:lnTo>
                <a:cubicBezTo>
                  <a:pt x="7134" y="10000"/>
                  <a:pt x="7000" y="9866"/>
                  <a:pt x="7000" y="9700"/>
                </a:cubicBezTo>
                <a:lnTo>
                  <a:pt x="7000" y="9300"/>
                </a:lnTo>
                <a:cubicBezTo>
                  <a:pt x="7000" y="9134"/>
                  <a:pt x="7134" y="9000"/>
                  <a:pt x="7300" y="9000"/>
                </a:cubicBezTo>
                <a:close/>
                <a:moveTo>
                  <a:pt x="7300" y="12000"/>
                </a:moveTo>
                <a:lnTo>
                  <a:pt x="13700" y="12000"/>
                </a:lnTo>
                <a:cubicBezTo>
                  <a:pt x="13866" y="12000"/>
                  <a:pt x="14000" y="12134"/>
                  <a:pt x="14000" y="12300"/>
                </a:cubicBezTo>
                <a:lnTo>
                  <a:pt x="14000" y="12700"/>
                </a:lnTo>
                <a:cubicBezTo>
                  <a:pt x="14000" y="12866"/>
                  <a:pt x="13866" y="13000"/>
                  <a:pt x="13700" y="13000"/>
                </a:cubicBezTo>
                <a:lnTo>
                  <a:pt x="7300" y="13000"/>
                </a:lnTo>
                <a:cubicBezTo>
                  <a:pt x="7134" y="13000"/>
                  <a:pt x="7000" y="12866"/>
                  <a:pt x="7000" y="12700"/>
                </a:cubicBezTo>
                <a:lnTo>
                  <a:pt x="7000" y="12300"/>
                </a:lnTo>
                <a:cubicBezTo>
                  <a:pt x="7000" y="12134"/>
                  <a:pt x="7134" y="12000"/>
                  <a:pt x="7300" y="12000"/>
                </a:cubicBezTo>
                <a:close/>
                <a:moveTo>
                  <a:pt x="13000" y="17000"/>
                </a:moveTo>
                <a:quadBezTo>
                  <a:pt x="14000" y="16000"/>
                  <a:pt x="15000" y="18000"/>
                </a:quadBezTo>
                <a:quadBezTo>
                  <a:pt x="16000" y="20000"/>
                  <a:pt x="17000" y="19000"/>
                </a:quadBezTo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签约合同</a:t>
            </a:r>
          </a:p>
        </p:txBody>
      </p:sp>
      <p:sp>
        <p:nvSpPr>
          <p:cNvPr id="97" name="SALE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2300"/>
                </a:moveTo>
                <a:lnTo>
                  <a:pt x="12246" y="12300"/>
                </a:lnTo>
                <a:cubicBezTo>
                  <a:pt x="12375" y="12300"/>
                  <a:pt x="12480" y="12405"/>
                  <a:pt x="12480" y="12534"/>
                </a:cubicBezTo>
                <a:lnTo>
                  <a:pt x="12480" y="12846"/>
                </a:lnTo>
                <a:cubicBezTo>
                  <a:pt x="12480" y="12975"/>
                  <a:pt x="12375" y="13080"/>
                  <a:pt x="1224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4640"/>
                </a:moveTo>
                <a:lnTo>
                  <a:pt x="10686" y="14640"/>
                </a:lnTo>
                <a:cubicBezTo>
                  <a:pt x="10815" y="14640"/>
                  <a:pt x="10920" y="14745"/>
                  <a:pt x="10920" y="14874"/>
                </a:cubicBezTo>
                <a:lnTo>
                  <a:pt x="10920" y="15186"/>
                </a:lnTo>
                <a:cubicBezTo>
                  <a:pt x="10920" y="15315"/>
                  <a:pt x="10815" y="15420"/>
                  <a:pt x="1068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10140" y="18540"/>
                </a:moveTo>
                <a:quadBezTo>
                  <a:pt x="10920" y="17760"/>
                  <a:pt x="11700" y="19320"/>
                </a:quadBezTo>
                <a:quadBezTo>
                  <a:pt x="12480" y="20880"/>
                  <a:pt x="13260" y="20100"/>
                </a:quadBezTo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签约合同·已验证</a:t>
            </a:r>
          </a:p>
        </p:txBody>
      </p:sp>
      <p:sp>
        <p:nvSpPr>
          <p:cNvPr id="100" name="SALE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2300"/>
                </a:moveTo>
                <a:lnTo>
                  <a:pt x="12246" y="12300"/>
                </a:lnTo>
                <a:cubicBezTo>
                  <a:pt x="12375" y="12300"/>
                  <a:pt x="12480" y="12405"/>
                  <a:pt x="12480" y="12534"/>
                </a:cubicBezTo>
                <a:lnTo>
                  <a:pt x="12480" y="12846"/>
                </a:lnTo>
                <a:cubicBezTo>
                  <a:pt x="12480" y="12975"/>
                  <a:pt x="12375" y="13080"/>
                  <a:pt x="1224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4640"/>
                </a:moveTo>
                <a:lnTo>
                  <a:pt x="10686" y="14640"/>
                </a:lnTo>
                <a:cubicBezTo>
                  <a:pt x="10815" y="14640"/>
                  <a:pt x="10920" y="14745"/>
                  <a:pt x="10920" y="14874"/>
                </a:cubicBezTo>
                <a:lnTo>
                  <a:pt x="10920" y="15186"/>
                </a:lnTo>
                <a:cubicBezTo>
                  <a:pt x="10920" y="15315"/>
                  <a:pt x="10815" y="15420"/>
                  <a:pt x="1068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10140" y="18540"/>
                </a:moveTo>
                <a:quadBezTo>
                  <a:pt x="10920" y="17760"/>
                  <a:pt x="11700" y="19320"/>
                </a:quadBezTo>
                <a:quadBezTo>
                  <a:pt x="12480" y="20880"/>
                  <a:pt x="13260" y="20100"/>
                </a:quadBezTo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签约合同·新增</a:t>
            </a:r>
          </a:p>
        </p:txBody>
      </p:sp>
      <p:sp>
        <p:nvSpPr>
          <p:cNvPr id="103" name="SALE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2300"/>
                </a:moveTo>
                <a:lnTo>
                  <a:pt x="12246" y="12300"/>
                </a:lnTo>
                <a:cubicBezTo>
                  <a:pt x="12375" y="12300"/>
                  <a:pt x="12480" y="12405"/>
                  <a:pt x="12480" y="12534"/>
                </a:cubicBezTo>
                <a:lnTo>
                  <a:pt x="12480" y="12846"/>
                </a:lnTo>
                <a:cubicBezTo>
                  <a:pt x="12480" y="12975"/>
                  <a:pt x="12375" y="13080"/>
                  <a:pt x="1224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4640"/>
                </a:moveTo>
                <a:lnTo>
                  <a:pt x="10686" y="14640"/>
                </a:lnTo>
                <a:cubicBezTo>
                  <a:pt x="10815" y="14640"/>
                  <a:pt x="10920" y="14745"/>
                  <a:pt x="10920" y="14874"/>
                </a:cubicBezTo>
                <a:lnTo>
                  <a:pt x="10920" y="15186"/>
                </a:lnTo>
                <a:cubicBezTo>
                  <a:pt x="10920" y="15315"/>
                  <a:pt x="10815" y="15420"/>
                  <a:pt x="1068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10140" y="18540"/>
                </a:moveTo>
                <a:quadBezTo>
                  <a:pt x="10920" y="17760"/>
                  <a:pt x="11700" y="19320"/>
                </a:quadBezTo>
                <a:quadBezTo>
                  <a:pt x="12480" y="20880"/>
                  <a:pt x="13260" y="20100"/>
                </a:quadBezTo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签约合同·上升</a:t>
            </a:r>
          </a:p>
        </p:txBody>
      </p:sp>
      <p:sp>
        <p:nvSpPr>
          <p:cNvPr id="106" name="SALE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2300"/>
                </a:moveTo>
                <a:lnTo>
                  <a:pt x="12246" y="12300"/>
                </a:lnTo>
                <a:cubicBezTo>
                  <a:pt x="12375" y="12300"/>
                  <a:pt x="12480" y="12405"/>
                  <a:pt x="12480" y="12534"/>
                </a:cubicBezTo>
                <a:lnTo>
                  <a:pt x="12480" y="12846"/>
                </a:lnTo>
                <a:cubicBezTo>
                  <a:pt x="12480" y="12975"/>
                  <a:pt x="12375" y="13080"/>
                  <a:pt x="1224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4640"/>
                </a:moveTo>
                <a:lnTo>
                  <a:pt x="10686" y="14640"/>
                </a:lnTo>
                <a:cubicBezTo>
                  <a:pt x="10815" y="14640"/>
                  <a:pt x="10920" y="14745"/>
                  <a:pt x="10920" y="14874"/>
                </a:cubicBezTo>
                <a:lnTo>
                  <a:pt x="10920" y="15186"/>
                </a:lnTo>
                <a:cubicBezTo>
                  <a:pt x="10920" y="15315"/>
                  <a:pt x="10815" y="15420"/>
                  <a:pt x="1068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10140" y="18540"/>
                </a:moveTo>
                <a:quadBezTo>
                  <a:pt x="10920" y="17760"/>
                  <a:pt x="11700" y="19320"/>
                </a:quadBezTo>
                <a:quadBezTo>
                  <a:pt x="12480" y="20880"/>
                  <a:pt x="13260" y="20100"/>
                </a:quadBezTo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签约合同·下降</a:t>
            </a:r>
          </a:p>
        </p:txBody>
      </p:sp>
      <p:sp>
        <p:nvSpPr>
          <p:cNvPr id="109" name="SALE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2300"/>
                </a:moveTo>
                <a:lnTo>
                  <a:pt x="12246" y="12300"/>
                </a:lnTo>
                <a:cubicBezTo>
                  <a:pt x="12375" y="12300"/>
                  <a:pt x="12480" y="12405"/>
                  <a:pt x="12480" y="12534"/>
                </a:cubicBezTo>
                <a:lnTo>
                  <a:pt x="12480" y="12846"/>
                </a:lnTo>
                <a:cubicBezTo>
                  <a:pt x="12480" y="12975"/>
                  <a:pt x="12375" y="13080"/>
                  <a:pt x="1224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4640"/>
                </a:moveTo>
                <a:lnTo>
                  <a:pt x="10686" y="14640"/>
                </a:lnTo>
                <a:cubicBezTo>
                  <a:pt x="10815" y="14640"/>
                  <a:pt x="10920" y="14745"/>
                  <a:pt x="10920" y="14874"/>
                </a:cubicBezTo>
                <a:lnTo>
                  <a:pt x="10920" y="15186"/>
                </a:lnTo>
                <a:cubicBezTo>
                  <a:pt x="10920" y="15315"/>
                  <a:pt x="10815" y="15420"/>
                  <a:pt x="1068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10140" y="18540"/>
                </a:moveTo>
                <a:quadBezTo>
                  <a:pt x="10920" y="17760"/>
                  <a:pt x="11700" y="19320"/>
                </a:quadBezTo>
                <a:quadBezTo>
                  <a:pt x="12480" y="20880"/>
                  <a:pt x="13260" y="20100"/>
                </a:quadBezTo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签约合同·重点</a:t>
            </a:r>
          </a:p>
        </p:txBody>
      </p:sp>
      <p:sp>
        <p:nvSpPr>
          <p:cNvPr id="112" name="SALE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4000"/>
                </a:moveTo>
                <a:lnTo>
                  <a:pt x="21000" y="4000"/>
                </a:lnTo>
                <a:lnTo>
                  <a:pt x="14000" y="13000"/>
                </a:lnTo>
                <a:lnTo>
                  <a:pt x="14000" y="21000"/>
                </a:lnTo>
                <a:lnTo>
                  <a:pt x="10000" y="19000"/>
                </a:lnTo>
                <a:lnTo>
                  <a:pt x="10000" y="13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销售漏斗</a:t>
            </a:r>
          </a:p>
        </p:txBody>
      </p:sp>
      <p:sp>
        <p:nvSpPr>
          <p:cNvPr id="115" name="SALE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lnTo>
                  <a:pt x="10920" y="15420"/>
                </a:lnTo>
                <a:lnTo>
                  <a:pt x="10920" y="21660"/>
                </a:lnTo>
                <a:lnTo>
                  <a:pt x="7800" y="20100"/>
                </a:lnTo>
                <a:lnTo>
                  <a:pt x="7800" y="1542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销售漏斗·已验证</a:t>
            </a:r>
          </a:p>
        </p:txBody>
      </p:sp>
      <p:sp>
        <p:nvSpPr>
          <p:cNvPr id="118" name="SALE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lnTo>
                  <a:pt x="10920" y="15420"/>
                </a:lnTo>
                <a:lnTo>
                  <a:pt x="10920" y="21660"/>
                </a:lnTo>
                <a:lnTo>
                  <a:pt x="7800" y="20100"/>
                </a:lnTo>
                <a:lnTo>
                  <a:pt x="7800" y="1542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销售漏斗·新增</a:t>
            </a:r>
          </a:p>
        </p:txBody>
      </p:sp>
      <p:sp>
        <p:nvSpPr>
          <p:cNvPr id="121" name="SALE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lnTo>
                  <a:pt x="10920" y="15420"/>
                </a:lnTo>
                <a:lnTo>
                  <a:pt x="10920" y="21660"/>
                </a:lnTo>
                <a:lnTo>
                  <a:pt x="7800" y="20100"/>
                </a:lnTo>
                <a:lnTo>
                  <a:pt x="7800" y="15420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销售漏斗·上升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04_服销增长转化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SALE · 第 2/3 页 · 共 83 个</a:t>
            </a:r>
          </a:p>
        </p:txBody>
      </p:sp>
      <p:sp>
        <p:nvSpPr>
          <p:cNvPr id="4" name="SALE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lnTo>
                  <a:pt x="10920" y="15420"/>
                </a:lnTo>
                <a:lnTo>
                  <a:pt x="10920" y="21660"/>
                </a:lnTo>
                <a:lnTo>
                  <a:pt x="7800" y="20100"/>
                </a:lnTo>
                <a:lnTo>
                  <a:pt x="7800" y="15420"/>
                </a:ln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销售漏斗·下降</a:t>
            </a:r>
          </a:p>
        </p:txBody>
      </p:sp>
      <p:sp>
        <p:nvSpPr>
          <p:cNvPr id="7" name="SALE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lnTo>
                  <a:pt x="10920" y="15420"/>
                </a:lnTo>
                <a:lnTo>
                  <a:pt x="10920" y="21660"/>
                </a:lnTo>
                <a:lnTo>
                  <a:pt x="7800" y="20100"/>
                </a:lnTo>
                <a:lnTo>
                  <a:pt x="7800" y="1542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销售漏斗·重点</a:t>
            </a:r>
          </a:p>
        </p:txBody>
      </p:sp>
      <p:sp>
        <p:nvSpPr>
          <p:cNvPr id="10" name="SALE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500" y="12000"/>
                </a:moveTo>
                <a:cubicBezTo>
                  <a:pt x="9500" y="13933"/>
                  <a:pt x="7933" y="15500"/>
                  <a:pt x="6000" y="15500"/>
                </a:cubicBezTo>
                <a:cubicBezTo>
                  <a:pt x="4067" y="15500"/>
                  <a:pt x="2500" y="13933"/>
                  <a:pt x="2500" y="12000"/>
                </a:cubicBezTo>
                <a:cubicBezTo>
                  <a:pt x="2500" y="10067"/>
                  <a:pt x="4067" y="8500"/>
                  <a:pt x="6000" y="8500"/>
                </a:cubicBezTo>
                <a:cubicBezTo>
                  <a:pt x="7933" y="8500"/>
                  <a:pt x="9500" y="10067"/>
                  <a:pt x="9500" y="12000"/>
                </a:cubicBezTo>
                <a:close/>
                <a:moveTo>
                  <a:pt x="10000" y="12700"/>
                </a:moveTo>
                <a:lnTo>
                  <a:pt x="11400" y="12700"/>
                </a:lnTo>
                <a:lnTo>
                  <a:pt x="11400" y="13800"/>
                </a:lnTo>
                <a:lnTo>
                  <a:pt x="14000" y="12000"/>
                </a:lnTo>
                <a:lnTo>
                  <a:pt x="11400" y="10200"/>
                </a:lnTo>
                <a:lnTo>
                  <a:pt x="11400" y="11300"/>
                </a:lnTo>
                <a:lnTo>
                  <a:pt x="10000" y="11300"/>
                </a:lnTo>
                <a:close/>
                <a:moveTo>
                  <a:pt x="18000" y="8000"/>
                </a:moveTo>
                <a:lnTo>
                  <a:pt x="22000" y="12000"/>
                </a:lnTo>
                <a:lnTo>
                  <a:pt x="18000" y="16000"/>
                </a:lnTo>
                <a:lnTo>
                  <a:pt x="18000" y="13500"/>
                </a:lnTo>
                <a:lnTo>
                  <a:pt x="15000" y="13500"/>
                </a:lnTo>
                <a:lnTo>
                  <a:pt x="15000" y="10500"/>
                </a:lnTo>
                <a:lnTo>
                  <a:pt x="18000" y="10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转化</a:t>
            </a:r>
          </a:p>
        </p:txBody>
      </p:sp>
      <p:sp>
        <p:nvSpPr>
          <p:cNvPr id="13" name="SALE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410" y="14640"/>
                </a:moveTo>
                <a:cubicBezTo>
                  <a:pt x="7410" y="16148"/>
                  <a:pt x="6188" y="17370"/>
                  <a:pt x="4680" y="17370"/>
                </a:cubicBezTo>
                <a:cubicBezTo>
                  <a:pt x="3172" y="17370"/>
                  <a:pt x="1950" y="16148"/>
                  <a:pt x="1950" y="14640"/>
                </a:cubicBezTo>
                <a:cubicBezTo>
                  <a:pt x="1950" y="13132"/>
                  <a:pt x="3172" y="11910"/>
                  <a:pt x="4680" y="11910"/>
                </a:cubicBezTo>
                <a:cubicBezTo>
                  <a:pt x="6188" y="11910"/>
                  <a:pt x="7410" y="13132"/>
                  <a:pt x="7410" y="14640"/>
                </a:cubicBezTo>
                <a:close/>
                <a:moveTo>
                  <a:pt x="7800" y="15186"/>
                </a:moveTo>
                <a:lnTo>
                  <a:pt x="8892" y="15186"/>
                </a:lnTo>
                <a:lnTo>
                  <a:pt x="8892" y="16044"/>
                </a:lnTo>
                <a:lnTo>
                  <a:pt x="10920" y="14640"/>
                </a:lnTo>
                <a:lnTo>
                  <a:pt x="8892" y="13236"/>
                </a:lnTo>
                <a:lnTo>
                  <a:pt x="8892" y="14094"/>
                </a:lnTo>
                <a:lnTo>
                  <a:pt x="7800" y="14094"/>
                </a:lnTo>
                <a:close/>
                <a:moveTo>
                  <a:pt x="14040" y="11520"/>
                </a:moveTo>
                <a:lnTo>
                  <a:pt x="17160" y="14640"/>
                </a:lnTo>
                <a:lnTo>
                  <a:pt x="14040" y="17760"/>
                </a:lnTo>
                <a:lnTo>
                  <a:pt x="14040" y="15810"/>
                </a:lnTo>
                <a:lnTo>
                  <a:pt x="11700" y="15810"/>
                </a:lnTo>
                <a:lnTo>
                  <a:pt x="11700" y="13470"/>
                </a:lnTo>
                <a:lnTo>
                  <a:pt x="14040" y="1347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转化·已验证</a:t>
            </a:r>
          </a:p>
        </p:txBody>
      </p:sp>
      <p:sp>
        <p:nvSpPr>
          <p:cNvPr id="16" name="SALE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410" y="14640"/>
                </a:moveTo>
                <a:cubicBezTo>
                  <a:pt x="7410" y="16148"/>
                  <a:pt x="6188" y="17370"/>
                  <a:pt x="4680" y="17370"/>
                </a:cubicBezTo>
                <a:cubicBezTo>
                  <a:pt x="3172" y="17370"/>
                  <a:pt x="1950" y="16148"/>
                  <a:pt x="1950" y="14640"/>
                </a:cubicBezTo>
                <a:cubicBezTo>
                  <a:pt x="1950" y="13132"/>
                  <a:pt x="3172" y="11910"/>
                  <a:pt x="4680" y="11910"/>
                </a:cubicBezTo>
                <a:cubicBezTo>
                  <a:pt x="6188" y="11910"/>
                  <a:pt x="7410" y="13132"/>
                  <a:pt x="7410" y="14640"/>
                </a:cubicBezTo>
                <a:close/>
                <a:moveTo>
                  <a:pt x="7800" y="15186"/>
                </a:moveTo>
                <a:lnTo>
                  <a:pt x="8892" y="15186"/>
                </a:lnTo>
                <a:lnTo>
                  <a:pt x="8892" y="16044"/>
                </a:lnTo>
                <a:lnTo>
                  <a:pt x="10920" y="14640"/>
                </a:lnTo>
                <a:lnTo>
                  <a:pt x="8892" y="13236"/>
                </a:lnTo>
                <a:lnTo>
                  <a:pt x="8892" y="14094"/>
                </a:lnTo>
                <a:lnTo>
                  <a:pt x="7800" y="14094"/>
                </a:lnTo>
                <a:close/>
                <a:moveTo>
                  <a:pt x="14040" y="11520"/>
                </a:moveTo>
                <a:lnTo>
                  <a:pt x="17160" y="14640"/>
                </a:lnTo>
                <a:lnTo>
                  <a:pt x="14040" y="17760"/>
                </a:lnTo>
                <a:lnTo>
                  <a:pt x="14040" y="15810"/>
                </a:lnTo>
                <a:lnTo>
                  <a:pt x="11700" y="15810"/>
                </a:lnTo>
                <a:lnTo>
                  <a:pt x="11700" y="13470"/>
                </a:lnTo>
                <a:lnTo>
                  <a:pt x="14040" y="1347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转化·新增</a:t>
            </a:r>
          </a:p>
        </p:txBody>
      </p:sp>
      <p:sp>
        <p:nvSpPr>
          <p:cNvPr id="19" name="SALE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410" y="14640"/>
                </a:moveTo>
                <a:cubicBezTo>
                  <a:pt x="7410" y="16148"/>
                  <a:pt x="6188" y="17370"/>
                  <a:pt x="4680" y="17370"/>
                </a:cubicBezTo>
                <a:cubicBezTo>
                  <a:pt x="3172" y="17370"/>
                  <a:pt x="1950" y="16148"/>
                  <a:pt x="1950" y="14640"/>
                </a:cubicBezTo>
                <a:cubicBezTo>
                  <a:pt x="1950" y="13132"/>
                  <a:pt x="3172" y="11910"/>
                  <a:pt x="4680" y="11910"/>
                </a:cubicBezTo>
                <a:cubicBezTo>
                  <a:pt x="6188" y="11910"/>
                  <a:pt x="7410" y="13132"/>
                  <a:pt x="7410" y="14640"/>
                </a:cubicBezTo>
                <a:close/>
                <a:moveTo>
                  <a:pt x="7800" y="15186"/>
                </a:moveTo>
                <a:lnTo>
                  <a:pt x="8892" y="15186"/>
                </a:lnTo>
                <a:lnTo>
                  <a:pt x="8892" y="16044"/>
                </a:lnTo>
                <a:lnTo>
                  <a:pt x="10920" y="14640"/>
                </a:lnTo>
                <a:lnTo>
                  <a:pt x="8892" y="13236"/>
                </a:lnTo>
                <a:lnTo>
                  <a:pt x="8892" y="14094"/>
                </a:lnTo>
                <a:lnTo>
                  <a:pt x="7800" y="14094"/>
                </a:lnTo>
                <a:close/>
                <a:moveTo>
                  <a:pt x="14040" y="11520"/>
                </a:moveTo>
                <a:lnTo>
                  <a:pt x="17160" y="14640"/>
                </a:lnTo>
                <a:lnTo>
                  <a:pt x="14040" y="17760"/>
                </a:lnTo>
                <a:lnTo>
                  <a:pt x="14040" y="15810"/>
                </a:lnTo>
                <a:lnTo>
                  <a:pt x="11700" y="15810"/>
                </a:lnTo>
                <a:lnTo>
                  <a:pt x="11700" y="13470"/>
                </a:lnTo>
                <a:lnTo>
                  <a:pt x="14040" y="13470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转化·上升</a:t>
            </a:r>
          </a:p>
        </p:txBody>
      </p:sp>
      <p:sp>
        <p:nvSpPr>
          <p:cNvPr id="22" name="SALE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410" y="14640"/>
                </a:moveTo>
                <a:cubicBezTo>
                  <a:pt x="7410" y="16148"/>
                  <a:pt x="6188" y="17370"/>
                  <a:pt x="4680" y="17370"/>
                </a:cubicBezTo>
                <a:cubicBezTo>
                  <a:pt x="3172" y="17370"/>
                  <a:pt x="1950" y="16148"/>
                  <a:pt x="1950" y="14640"/>
                </a:cubicBezTo>
                <a:cubicBezTo>
                  <a:pt x="1950" y="13132"/>
                  <a:pt x="3172" y="11910"/>
                  <a:pt x="4680" y="11910"/>
                </a:cubicBezTo>
                <a:cubicBezTo>
                  <a:pt x="6188" y="11910"/>
                  <a:pt x="7410" y="13132"/>
                  <a:pt x="7410" y="14640"/>
                </a:cubicBezTo>
                <a:close/>
                <a:moveTo>
                  <a:pt x="7800" y="15186"/>
                </a:moveTo>
                <a:lnTo>
                  <a:pt x="8892" y="15186"/>
                </a:lnTo>
                <a:lnTo>
                  <a:pt x="8892" y="16044"/>
                </a:lnTo>
                <a:lnTo>
                  <a:pt x="10920" y="14640"/>
                </a:lnTo>
                <a:lnTo>
                  <a:pt x="8892" y="13236"/>
                </a:lnTo>
                <a:lnTo>
                  <a:pt x="8892" y="14094"/>
                </a:lnTo>
                <a:lnTo>
                  <a:pt x="7800" y="14094"/>
                </a:lnTo>
                <a:close/>
                <a:moveTo>
                  <a:pt x="14040" y="11520"/>
                </a:moveTo>
                <a:lnTo>
                  <a:pt x="17160" y="14640"/>
                </a:lnTo>
                <a:lnTo>
                  <a:pt x="14040" y="17760"/>
                </a:lnTo>
                <a:lnTo>
                  <a:pt x="14040" y="15810"/>
                </a:lnTo>
                <a:lnTo>
                  <a:pt x="11700" y="15810"/>
                </a:lnTo>
                <a:lnTo>
                  <a:pt x="11700" y="13470"/>
                </a:lnTo>
                <a:lnTo>
                  <a:pt x="14040" y="13470"/>
                </a:ln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转化·下降</a:t>
            </a:r>
          </a:p>
        </p:txBody>
      </p:sp>
      <p:sp>
        <p:nvSpPr>
          <p:cNvPr id="25" name="SALE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410" y="14640"/>
                </a:moveTo>
                <a:cubicBezTo>
                  <a:pt x="7410" y="16148"/>
                  <a:pt x="6188" y="17370"/>
                  <a:pt x="4680" y="17370"/>
                </a:cubicBezTo>
                <a:cubicBezTo>
                  <a:pt x="3172" y="17370"/>
                  <a:pt x="1950" y="16148"/>
                  <a:pt x="1950" y="14640"/>
                </a:cubicBezTo>
                <a:cubicBezTo>
                  <a:pt x="1950" y="13132"/>
                  <a:pt x="3172" y="11910"/>
                  <a:pt x="4680" y="11910"/>
                </a:cubicBezTo>
                <a:cubicBezTo>
                  <a:pt x="6188" y="11910"/>
                  <a:pt x="7410" y="13132"/>
                  <a:pt x="7410" y="14640"/>
                </a:cubicBezTo>
                <a:close/>
                <a:moveTo>
                  <a:pt x="7800" y="15186"/>
                </a:moveTo>
                <a:lnTo>
                  <a:pt x="8892" y="15186"/>
                </a:lnTo>
                <a:lnTo>
                  <a:pt x="8892" y="16044"/>
                </a:lnTo>
                <a:lnTo>
                  <a:pt x="10920" y="14640"/>
                </a:lnTo>
                <a:lnTo>
                  <a:pt x="8892" y="13236"/>
                </a:lnTo>
                <a:lnTo>
                  <a:pt x="8892" y="14094"/>
                </a:lnTo>
                <a:lnTo>
                  <a:pt x="7800" y="14094"/>
                </a:lnTo>
                <a:close/>
                <a:moveTo>
                  <a:pt x="14040" y="11520"/>
                </a:moveTo>
                <a:lnTo>
                  <a:pt x="17160" y="14640"/>
                </a:lnTo>
                <a:lnTo>
                  <a:pt x="14040" y="17760"/>
                </a:lnTo>
                <a:lnTo>
                  <a:pt x="14040" y="15810"/>
                </a:lnTo>
                <a:lnTo>
                  <a:pt x="11700" y="15810"/>
                </a:lnTo>
                <a:lnTo>
                  <a:pt x="11700" y="13470"/>
                </a:lnTo>
                <a:lnTo>
                  <a:pt x="14040" y="1347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转化·重点</a:t>
            </a:r>
          </a:p>
        </p:txBody>
      </p:sp>
      <p:sp>
        <p:nvSpPr>
          <p:cNvPr id="28" name="SALE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1000"/>
                </a:moveTo>
                <a:lnTo>
                  <a:pt x="11000" y="3000"/>
                </a:lnTo>
                <a:lnTo>
                  <a:pt x="21000" y="3000"/>
                </a:lnTo>
                <a:lnTo>
                  <a:pt x="21000" y="13000"/>
                </a:lnTo>
                <a:lnTo>
                  <a:pt x="13000" y="21000"/>
                </a:lnTo>
                <a:close/>
                <a:moveTo>
                  <a:pt x="18600" y="7000"/>
                </a:moveTo>
                <a:cubicBezTo>
                  <a:pt x="18600" y="7884"/>
                  <a:pt x="17884" y="8600"/>
                  <a:pt x="17000" y="8600"/>
                </a:cubicBezTo>
                <a:cubicBezTo>
                  <a:pt x="16116" y="8600"/>
                  <a:pt x="15400" y="7884"/>
                  <a:pt x="15400" y="7000"/>
                </a:cubicBezTo>
                <a:cubicBezTo>
                  <a:pt x="15400" y="6116"/>
                  <a:pt x="16116" y="5400"/>
                  <a:pt x="17000" y="5400"/>
                </a:cubicBezTo>
                <a:cubicBezTo>
                  <a:pt x="17884" y="5400"/>
                  <a:pt x="18600" y="6116"/>
                  <a:pt x="18600" y="7000"/>
                </a:cubicBezTo>
                <a:close/>
                <a:moveTo>
                  <a:pt x="8495" y="13495"/>
                </a:moveTo>
                <a:lnTo>
                  <a:pt x="14495" y="7495"/>
                </a:lnTo>
                <a:lnTo>
                  <a:pt x="13505" y="6505"/>
                </a:lnTo>
                <a:lnTo>
                  <a:pt x="7505" y="12505"/>
                </a:lnTo>
                <a:close/>
                <a:moveTo>
                  <a:pt x="9000" y="13000"/>
                </a:moveTo>
                <a:cubicBezTo>
                  <a:pt x="9000" y="13552"/>
                  <a:pt x="8552" y="14000"/>
                  <a:pt x="8000" y="14000"/>
                </a:cubicBezTo>
                <a:cubicBezTo>
                  <a:pt x="7448" y="14000"/>
                  <a:pt x="7000" y="13552"/>
                  <a:pt x="7000" y="13000"/>
                </a:cubicBezTo>
                <a:cubicBezTo>
                  <a:pt x="7000" y="12448"/>
                  <a:pt x="7448" y="12000"/>
                  <a:pt x="8000" y="12000"/>
                </a:cubicBezTo>
                <a:cubicBezTo>
                  <a:pt x="8552" y="12000"/>
                  <a:pt x="9000" y="12448"/>
                  <a:pt x="9000" y="13000"/>
                </a:cubicBezTo>
                <a:close/>
                <a:moveTo>
                  <a:pt x="15000" y="7000"/>
                </a:moveTo>
                <a:cubicBezTo>
                  <a:pt x="15000" y="7552"/>
                  <a:pt x="14552" y="8000"/>
                  <a:pt x="14000" y="8000"/>
                </a:cubicBezTo>
                <a:cubicBezTo>
                  <a:pt x="13448" y="8000"/>
                  <a:pt x="13000" y="7552"/>
                  <a:pt x="13000" y="7000"/>
                </a:cubicBezTo>
                <a:cubicBezTo>
                  <a:pt x="13000" y="6448"/>
                  <a:pt x="13448" y="6000"/>
                  <a:pt x="14000" y="6000"/>
                </a:cubicBezTo>
                <a:cubicBezTo>
                  <a:pt x="14552" y="6000"/>
                  <a:pt x="15000" y="6448"/>
                  <a:pt x="15000" y="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折扣标签</a:t>
            </a:r>
          </a:p>
        </p:txBody>
      </p:sp>
      <p:sp>
        <p:nvSpPr>
          <p:cNvPr id="31" name="SALE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8580" y="7620"/>
                </a:lnTo>
                <a:lnTo>
                  <a:pt x="16380" y="7620"/>
                </a:lnTo>
                <a:lnTo>
                  <a:pt x="16380" y="15420"/>
                </a:lnTo>
                <a:lnTo>
                  <a:pt x="10140" y="21660"/>
                </a:lnTo>
                <a:close/>
                <a:moveTo>
                  <a:pt x="14508" y="10740"/>
                </a:moveTo>
                <a:cubicBezTo>
                  <a:pt x="14508" y="11429"/>
                  <a:pt x="13949" y="11988"/>
                  <a:pt x="13260" y="11988"/>
                </a:cubicBezTo>
                <a:cubicBezTo>
                  <a:pt x="12571" y="11988"/>
                  <a:pt x="12012" y="11429"/>
                  <a:pt x="12012" y="10740"/>
                </a:cubicBezTo>
                <a:cubicBezTo>
                  <a:pt x="12012" y="10051"/>
                  <a:pt x="12571" y="9492"/>
                  <a:pt x="13260" y="9492"/>
                </a:cubicBezTo>
                <a:cubicBezTo>
                  <a:pt x="13949" y="9492"/>
                  <a:pt x="14508" y="10051"/>
                  <a:pt x="14508" y="10740"/>
                </a:cubicBezTo>
                <a:close/>
                <a:moveTo>
                  <a:pt x="6626" y="15806"/>
                </a:moveTo>
                <a:lnTo>
                  <a:pt x="11306" y="11126"/>
                </a:lnTo>
                <a:lnTo>
                  <a:pt x="10534" y="10354"/>
                </a:lnTo>
                <a:lnTo>
                  <a:pt x="5854" y="15034"/>
                </a:lnTo>
                <a:close/>
                <a:moveTo>
                  <a:pt x="7020" y="15420"/>
                </a:moveTo>
                <a:cubicBezTo>
                  <a:pt x="7020" y="15851"/>
                  <a:pt x="6671" y="16200"/>
                  <a:pt x="6240" y="16200"/>
                </a:cubicBezTo>
                <a:cubicBezTo>
                  <a:pt x="5809" y="16200"/>
                  <a:pt x="5460" y="15851"/>
                  <a:pt x="5460" y="15420"/>
                </a:cubicBezTo>
                <a:cubicBezTo>
                  <a:pt x="5460" y="14989"/>
                  <a:pt x="5809" y="14640"/>
                  <a:pt x="6240" y="14640"/>
                </a:cubicBezTo>
                <a:cubicBezTo>
                  <a:pt x="6671" y="14640"/>
                  <a:pt x="7020" y="14989"/>
                  <a:pt x="7020" y="15420"/>
                </a:cubicBezTo>
                <a:close/>
                <a:moveTo>
                  <a:pt x="11700" y="10740"/>
                </a:moveTo>
                <a:cubicBezTo>
                  <a:pt x="11700" y="11171"/>
                  <a:pt x="11351" y="11520"/>
                  <a:pt x="10920" y="11520"/>
                </a:cubicBezTo>
                <a:cubicBezTo>
                  <a:pt x="10489" y="11520"/>
                  <a:pt x="10140" y="11171"/>
                  <a:pt x="10140" y="10740"/>
                </a:cubicBezTo>
                <a:cubicBezTo>
                  <a:pt x="10140" y="10309"/>
                  <a:pt x="10489" y="9960"/>
                  <a:pt x="10920" y="9960"/>
                </a:cubicBezTo>
                <a:cubicBezTo>
                  <a:pt x="11351" y="9960"/>
                  <a:pt x="11700" y="10309"/>
                  <a:pt x="11700" y="1074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折扣标签·已验证</a:t>
            </a:r>
          </a:p>
        </p:txBody>
      </p:sp>
      <p:sp>
        <p:nvSpPr>
          <p:cNvPr id="34" name="SALE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8580" y="7620"/>
                </a:lnTo>
                <a:lnTo>
                  <a:pt x="16380" y="7620"/>
                </a:lnTo>
                <a:lnTo>
                  <a:pt x="16380" y="15420"/>
                </a:lnTo>
                <a:lnTo>
                  <a:pt x="10140" y="21660"/>
                </a:lnTo>
                <a:close/>
                <a:moveTo>
                  <a:pt x="14508" y="10740"/>
                </a:moveTo>
                <a:cubicBezTo>
                  <a:pt x="14508" y="11429"/>
                  <a:pt x="13949" y="11988"/>
                  <a:pt x="13260" y="11988"/>
                </a:cubicBezTo>
                <a:cubicBezTo>
                  <a:pt x="12571" y="11988"/>
                  <a:pt x="12012" y="11429"/>
                  <a:pt x="12012" y="10740"/>
                </a:cubicBezTo>
                <a:cubicBezTo>
                  <a:pt x="12012" y="10051"/>
                  <a:pt x="12571" y="9492"/>
                  <a:pt x="13260" y="9492"/>
                </a:cubicBezTo>
                <a:cubicBezTo>
                  <a:pt x="13949" y="9492"/>
                  <a:pt x="14508" y="10051"/>
                  <a:pt x="14508" y="10740"/>
                </a:cubicBezTo>
                <a:close/>
                <a:moveTo>
                  <a:pt x="6626" y="15806"/>
                </a:moveTo>
                <a:lnTo>
                  <a:pt x="11306" y="11126"/>
                </a:lnTo>
                <a:lnTo>
                  <a:pt x="10534" y="10354"/>
                </a:lnTo>
                <a:lnTo>
                  <a:pt x="5854" y="15034"/>
                </a:lnTo>
                <a:close/>
                <a:moveTo>
                  <a:pt x="7020" y="15420"/>
                </a:moveTo>
                <a:cubicBezTo>
                  <a:pt x="7020" y="15851"/>
                  <a:pt x="6671" y="16200"/>
                  <a:pt x="6240" y="16200"/>
                </a:cubicBezTo>
                <a:cubicBezTo>
                  <a:pt x="5809" y="16200"/>
                  <a:pt x="5460" y="15851"/>
                  <a:pt x="5460" y="15420"/>
                </a:cubicBezTo>
                <a:cubicBezTo>
                  <a:pt x="5460" y="14989"/>
                  <a:pt x="5809" y="14640"/>
                  <a:pt x="6240" y="14640"/>
                </a:cubicBezTo>
                <a:cubicBezTo>
                  <a:pt x="6671" y="14640"/>
                  <a:pt x="7020" y="14989"/>
                  <a:pt x="7020" y="15420"/>
                </a:cubicBezTo>
                <a:close/>
                <a:moveTo>
                  <a:pt x="11700" y="10740"/>
                </a:moveTo>
                <a:cubicBezTo>
                  <a:pt x="11700" y="11171"/>
                  <a:pt x="11351" y="11520"/>
                  <a:pt x="10920" y="11520"/>
                </a:cubicBezTo>
                <a:cubicBezTo>
                  <a:pt x="10489" y="11520"/>
                  <a:pt x="10140" y="11171"/>
                  <a:pt x="10140" y="10740"/>
                </a:cubicBezTo>
                <a:cubicBezTo>
                  <a:pt x="10140" y="10309"/>
                  <a:pt x="10489" y="9960"/>
                  <a:pt x="10920" y="9960"/>
                </a:cubicBezTo>
                <a:cubicBezTo>
                  <a:pt x="11351" y="9960"/>
                  <a:pt x="11700" y="10309"/>
                  <a:pt x="11700" y="1074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折扣标签·新增</a:t>
            </a:r>
          </a:p>
        </p:txBody>
      </p:sp>
      <p:sp>
        <p:nvSpPr>
          <p:cNvPr id="37" name="SALE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8580" y="7620"/>
                </a:lnTo>
                <a:lnTo>
                  <a:pt x="16380" y="7620"/>
                </a:lnTo>
                <a:lnTo>
                  <a:pt x="16380" y="15420"/>
                </a:lnTo>
                <a:lnTo>
                  <a:pt x="10140" y="21660"/>
                </a:lnTo>
                <a:close/>
                <a:moveTo>
                  <a:pt x="14508" y="10740"/>
                </a:moveTo>
                <a:cubicBezTo>
                  <a:pt x="14508" y="11429"/>
                  <a:pt x="13949" y="11988"/>
                  <a:pt x="13260" y="11988"/>
                </a:cubicBezTo>
                <a:cubicBezTo>
                  <a:pt x="12571" y="11988"/>
                  <a:pt x="12012" y="11429"/>
                  <a:pt x="12012" y="10740"/>
                </a:cubicBezTo>
                <a:cubicBezTo>
                  <a:pt x="12012" y="10051"/>
                  <a:pt x="12571" y="9492"/>
                  <a:pt x="13260" y="9492"/>
                </a:cubicBezTo>
                <a:cubicBezTo>
                  <a:pt x="13949" y="9492"/>
                  <a:pt x="14508" y="10051"/>
                  <a:pt x="14508" y="10740"/>
                </a:cubicBezTo>
                <a:close/>
                <a:moveTo>
                  <a:pt x="6626" y="15806"/>
                </a:moveTo>
                <a:lnTo>
                  <a:pt x="11306" y="11126"/>
                </a:lnTo>
                <a:lnTo>
                  <a:pt x="10534" y="10354"/>
                </a:lnTo>
                <a:lnTo>
                  <a:pt x="5854" y="15034"/>
                </a:lnTo>
                <a:close/>
                <a:moveTo>
                  <a:pt x="7020" y="15420"/>
                </a:moveTo>
                <a:cubicBezTo>
                  <a:pt x="7020" y="15851"/>
                  <a:pt x="6671" y="16200"/>
                  <a:pt x="6240" y="16200"/>
                </a:cubicBezTo>
                <a:cubicBezTo>
                  <a:pt x="5809" y="16200"/>
                  <a:pt x="5460" y="15851"/>
                  <a:pt x="5460" y="15420"/>
                </a:cubicBezTo>
                <a:cubicBezTo>
                  <a:pt x="5460" y="14989"/>
                  <a:pt x="5809" y="14640"/>
                  <a:pt x="6240" y="14640"/>
                </a:cubicBezTo>
                <a:cubicBezTo>
                  <a:pt x="6671" y="14640"/>
                  <a:pt x="7020" y="14989"/>
                  <a:pt x="7020" y="15420"/>
                </a:cubicBezTo>
                <a:close/>
                <a:moveTo>
                  <a:pt x="11700" y="10740"/>
                </a:moveTo>
                <a:cubicBezTo>
                  <a:pt x="11700" y="11171"/>
                  <a:pt x="11351" y="11520"/>
                  <a:pt x="10920" y="11520"/>
                </a:cubicBezTo>
                <a:cubicBezTo>
                  <a:pt x="10489" y="11520"/>
                  <a:pt x="10140" y="11171"/>
                  <a:pt x="10140" y="10740"/>
                </a:cubicBezTo>
                <a:cubicBezTo>
                  <a:pt x="10140" y="10309"/>
                  <a:pt x="10489" y="9960"/>
                  <a:pt x="10920" y="9960"/>
                </a:cubicBezTo>
                <a:cubicBezTo>
                  <a:pt x="11351" y="9960"/>
                  <a:pt x="11700" y="10309"/>
                  <a:pt x="11700" y="1074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折扣标签·上升</a:t>
            </a:r>
          </a:p>
        </p:txBody>
      </p:sp>
      <p:sp>
        <p:nvSpPr>
          <p:cNvPr id="40" name="SALE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8580" y="7620"/>
                </a:lnTo>
                <a:lnTo>
                  <a:pt x="16380" y="7620"/>
                </a:lnTo>
                <a:lnTo>
                  <a:pt x="16380" y="15420"/>
                </a:lnTo>
                <a:lnTo>
                  <a:pt x="10140" y="21660"/>
                </a:lnTo>
                <a:close/>
                <a:moveTo>
                  <a:pt x="14508" y="10740"/>
                </a:moveTo>
                <a:cubicBezTo>
                  <a:pt x="14508" y="11429"/>
                  <a:pt x="13949" y="11988"/>
                  <a:pt x="13260" y="11988"/>
                </a:cubicBezTo>
                <a:cubicBezTo>
                  <a:pt x="12571" y="11988"/>
                  <a:pt x="12012" y="11429"/>
                  <a:pt x="12012" y="10740"/>
                </a:cubicBezTo>
                <a:cubicBezTo>
                  <a:pt x="12012" y="10051"/>
                  <a:pt x="12571" y="9492"/>
                  <a:pt x="13260" y="9492"/>
                </a:cubicBezTo>
                <a:cubicBezTo>
                  <a:pt x="13949" y="9492"/>
                  <a:pt x="14508" y="10051"/>
                  <a:pt x="14508" y="10740"/>
                </a:cubicBezTo>
                <a:close/>
                <a:moveTo>
                  <a:pt x="6626" y="15806"/>
                </a:moveTo>
                <a:lnTo>
                  <a:pt x="11306" y="11126"/>
                </a:lnTo>
                <a:lnTo>
                  <a:pt x="10534" y="10354"/>
                </a:lnTo>
                <a:lnTo>
                  <a:pt x="5854" y="15034"/>
                </a:lnTo>
                <a:close/>
                <a:moveTo>
                  <a:pt x="7020" y="15420"/>
                </a:moveTo>
                <a:cubicBezTo>
                  <a:pt x="7020" y="15851"/>
                  <a:pt x="6671" y="16200"/>
                  <a:pt x="6240" y="16200"/>
                </a:cubicBezTo>
                <a:cubicBezTo>
                  <a:pt x="5809" y="16200"/>
                  <a:pt x="5460" y="15851"/>
                  <a:pt x="5460" y="15420"/>
                </a:cubicBezTo>
                <a:cubicBezTo>
                  <a:pt x="5460" y="14989"/>
                  <a:pt x="5809" y="14640"/>
                  <a:pt x="6240" y="14640"/>
                </a:cubicBezTo>
                <a:cubicBezTo>
                  <a:pt x="6671" y="14640"/>
                  <a:pt x="7020" y="14989"/>
                  <a:pt x="7020" y="15420"/>
                </a:cubicBezTo>
                <a:close/>
                <a:moveTo>
                  <a:pt x="11700" y="10740"/>
                </a:moveTo>
                <a:cubicBezTo>
                  <a:pt x="11700" y="11171"/>
                  <a:pt x="11351" y="11520"/>
                  <a:pt x="10920" y="11520"/>
                </a:cubicBezTo>
                <a:cubicBezTo>
                  <a:pt x="10489" y="11520"/>
                  <a:pt x="10140" y="11171"/>
                  <a:pt x="10140" y="10740"/>
                </a:cubicBezTo>
                <a:cubicBezTo>
                  <a:pt x="10140" y="10309"/>
                  <a:pt x="10489" y="9960"/>
                  <a:pt x="10920" y="9960"/>
                </a:cubicBezTo>
                <a:cubicBezTo>
                  <a:pt x="11351" y="9960"/>
                  <a:pt x="11700" y="10309"/>
                  <a:pt x="11700" y="1074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折扣标签·下降</a:t>
            </a:r>
          </a:p>
        </p:txBody>
      </p:sp>
      <p:sp>
        <p:nvSpPr>
          <p:cNvPr id="43" name="SALE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8580" y="7620"/>
                </a:lnTo>
                <a:lnTo>
                  <a:pt x="16380" y="7620"/>
                </a:lnTo>
                <a:lnTo>
                  <a:pt x="16380" y="15420"/>
                </a:lnTo>
                <a:lnTo>
                  <a:pt x="10140" y="21660"/>
                </a:lnTo>
                <a:close/>
                <a:moveTo>
                  <a:pt x="14508" y="10740"/>
                </a:moveTo>
                <a:cubicBezTo>
                  <a:pt x="14508" y="11429"/>
                  <a:pt x="13949" y="11988"/>
                  <a:pt x="13260" y="11988"/>
                </a:cubicBezTo>
                <a:cubicBezTo>
                  <a:pt x="12571" y="11988"/>
                  <a:pt x="12012" y="11429"/>
                  <a:pt x="12012" y="10740"/>
                </a:cubicBezTo>
                <a:cubicBezTo>
                  <a:pt x="12012" y="10051"/>
                  <a:pt x="12571" y="9492"/>
                  <a:pt x="13260" y="9492"/>
                </a:cubicBezTo>
                <a:cubicBezTo>
                  <a:pt x="13949" y="9492"/>
                  <a:pt x="14508" y="10051"/>
                  <a:pt x="14508" y="10740"/>
                </a:cubicBezTo>
                <a:close/>
                <a:moveTo>
                  <a:pt x="6626" y="15806"/>
                </a:moveTo>
                <a:lnTo>
                  <a:pt x="11306" y="11126"/>
                </a:lnTo>
                <a:lnTo>
                  <a:pt x="10534" y="10354"/>
                </a:lnTo>
                <a:lnTo>
                  <a:pt x="5854" y="15034"/>
                </a:lnTo>
                <a:close/>
                <a:moveTo>
                  <a:pt x="7020" y="15420"/>
                </a:moveTo>
                <a:cubicBezTo>
                  <a:pt x="7020" y="15851"/>
                  <a:pt x="6671" y="16200"/>
                  <a:pt x="6240" y="16200"/>
                </a:cubicBezTo>
                <a:cubicBezTo>
                  <a:pt x="5809" y="16200"/>
                  <a:pt x="5460" y="15851"/>
                  <a:pt x="5460" y="15420"/>
                </a:cubicBezTo>
                <a:cubicBezTo>
                  <a:pt x="5460" y="14989"/>
                  <a:pt x="5809" y="14640"/>
                  <a:pt x="6240" y="14640"/>
                </a:cubicBezTo>
                <a:cubicBezTo>
                  <a:pt x="6671" y="14640"/>
                  <a:pt x="7020" y="14989"/>
                  <a:pt x="7020" y="15420"/>
                </a:cubicBezTo>
                <a:close/>
                <a:moveTo>
                  <a:pt x="11700" y="10740"/>
                </a:moveTo>
                <a:cubicBezTo>
                  <a:pt x="11700" y="11171"/>
                  <a:pt x="11351" y="11520"/>
                  <a:pt x="10920" y="11520"/>
                </a:cubicBezTo>
                <a:cubicBezTo>
                  <a:pt x="10489" y="11520"/>
                  <a:pt x="10140" y="11171"/>
                  <a:pt x="10140" y="10740"/>
                </a:cubicBezTo>
                <a:cubicBezTo>
                  <a:pt x="10140" y="10309"/>
                  <a:pt x="10489" y="9960"/>
                  <a:pt x="10920" y="9960"/>
                </a:cubicBezTo>
                <a:cubicBezTo>
                  <a:pt x="11351" y="9960"/>
                  <a:pt x="11700" y="10309"/>
                  <a:pt x="11700" y="1074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折扣标签·重点</a:t>
            </a:r>
          </a:p>
        </p:txBody>
      </p:sp>
      <p:sp>
        <p:nvSpPr>
          <p:cNvPr id="46" name="SALE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8000"/>
                </a:moveTo>
                <a:lnTo>
                  <a:pt x="5000" y="8000"/>
                </a:lnTo>
                <a:lnTo>
                  <a:pt x="9000" y="12000"/>
                </a:lnTo>
                <a:lnTo>
                  <a:pt x="12000" y="6000"/>
                </a:lnTo>
                <a:lnTo>
                  <a:pt x="15000" y="12000"/>
                </a:lnTo>
                <a:lnTo>
                  <a:pt x="19000" y="8000"/>
                </a:lnTo>
                <a:lnTo>
                  <a:pt x="21000" y="18000"/>
                </a:lnTo>
                <a:close/>
                <a:moveTo>
                  <a:pt x="3400" y="18000"/>
                </a:moveTo>
                <a:lnTo>
                  <a:pt x="20600" y="18000"/>
                </a:lnTo>
                <a:cubicBezTo>
                  <a:pt x="20821" y="18000"/>
                  <a:pt x="21000" y="18179"/>
                  <a:pt x="21000" y="18400"/>
                </a:cubicBezTo>
                <a:lnTo>
                  <a:pt x="21000" y="19600"/>
                </a:lnTo>
                <a:cubicBezTo>
                  <a:pt x="21000" y="19821"/>
                  <a:pt x="20821" y="20000"/>
                  <a:pt x="20600" y="20000"/>
                </a:cubicBezTo>
                <a:lnTo>
                  <a:pt x="3400" y="20000"/>
                </a:lnTo>
                <a:cubicBezTo>
                  <a:pt x="3179" y="20000"/>
                  <a:pt x="3000" y="19821"/>
                  <a:pt x="3000" y="19600"/>
                </a:cubicBezTo>
                <a:lnTo>
                  <a:pt x="3000" y="18400"/>
                </a:lnTo>
                <a:cubicBezTo>
                  <a:pt x="3000" y="18179"/>
                  <a:pt x="3179" y="18000"/>
                  <a:pt x="3400" y="18000"/>
                </a:cubicBezTo>
                <a:close/>
                <a:moveTo>
                  <a:pt x="6000" y="8000"/>
                </a:moveTo>
                <a:cubicBezTo>
                  <a:pt x="6000" y="8552"/>
                  <a:pt x="5552" y="9000"/>
                  <a:pt x="5000" y="9000"/>
                </a:cubicBezTo>
                <a:cubicBezTo>
                  <a:pt x="4448" y="9000"/>
                  <a:pt x="4000" y="8552"/>
                  <a:pt x="4000" y="8000"/>
                </a:cubicBezTo>
                <a:cubicBezTo>
                  <a:pt x="4000" y="7448"/>
                  <a:pt x="4448" y="7000"/>
                  <a:pt x="5000" y="7000"/>
                </a:cubicBezTo>
                <a:cubicBezTo>
                  <a:pt x="5552" y="7000"/>
                  <a:pt x="6000" y="7448"/>
                  <a:pt x="6000" y="8000"/>
                </a:cubicBezTo>
                <a:close/>
                <a:moveTo>
                  <a:pt x="13000" y="6000"/>
                </a:moveTo>
                <a:cubicBezTo>
                  <a:pt x="13000" y="6552"/>
                  <a:pt x="12552" y="7000"/>
                  <a:pt x="12000" y="7000"/>
                </a:cubicBezTo>
                <a:cubicBezTo>
                  <a:pt x="11448" y="7000"/>
                  <a:pt x="11000" y="6552"/>
                  <a:pt x="11000" y="6000"/>
                </a:cubicBezTo>
                <a:cubicBezTo>
                  <a:pt x="11000" y="5448"/>
                  <a:pt x="11448" y="5000"/>
                  <a:pt x="12000" y="5000"/>
                </a:cubicBezTo>
                <a:cubicBezTo>
                  <a:pt x="12552" y="5000"/>
                  <a:pt x="13000" y="5448"/>
                  <a:pt x="13000" y="6000"/>
                </a:cubicBezTo>
                <a:close/>
                <a:moveTo>
                  <a:pt x="20000" y="8000"/>
                </a:moveTo>
                <a:cubicBezTo>
                  <a:pt x="20000" y="8552"/>
                  <a:pt x="19552" y="9000"/>
                  <a:pt x="19000" y="9000"/>
                </a:cubicBezTo>
                <a:cubicBezTo>
                  <a:pt x="18448" y="9000"/>
                  <a:pt x="18000" y="8552"/>
                  <a:pt x="18000" y="8000"/>
                </a:cubicBezTo>
                <a:cubicBezTo>
                  <a:pt x="18000" y="7448"/>
                  <a:pt x="18448" y="7000"/>
                  <a:pt x="19000" y="7000"/>
                </a:cubicBezTo>
                <a:cubicBezTo>
                  <a:pt x="19552" y="7000"/>
                  <a:pt x="20000" y="7448"/>
                  <a:pt x="20000" y="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VIP皇冠</a:t>
            </a:r>
          </a:p>
        </p:txBody>
      </p:sp>
      <p:sp>
        <p:nvSpPr>
          <p:cNvPr id="49" name="SALE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9320"/>
                </a:moveTo>
                <a:lnTo>
                  <a:pt x="3900" y="11520"/>
                </a:lnTo>
                <a:lnTo>
                  <a:pt x="7020" y="14640"/>
                </a:lnTo>
                <a:lnTo>
                  <a:pt x="9360" y="9960"/>
                </a:lnTo>
                <a:lnTo>
                  <a:pt x="11700" y="14640"/>
                </a:lnTo>
                <a:lnTo>
                  <a:pt x="14820" y="11520"/>
                </a:lnTo>
                <a:lnTo>
                  <a:pt x="16380" y="19320"/>
                </a:lnTo>
                <a:close/>
                <a:moveTo>
                  <a:pt x="2652" y="19320"/>
                </a:moveTo>
                <a:lnTo>
                  <a:pt x="16068" y="19320"/>
                </a:lnTo>
                <a:cubicBezTo>
                  <a:pt x="16240" y="19320"/>
                  <a:pt x="16380" y="19460"/>
                  <a:pt x="16380" y="19632"/>
                </a:cubicBezTo>
                <a:lnTo>
                  <a:pt x="16380" y="20568"/>
                </a:lnTo>
                <a:cubicBezTo>
                  <a:pt x="16380" y="20740"/>
                  <a:pt x="16240" y="20880"/>
                  <a:pt x="16068" y="20880"/>
                </a:cubicBezTo>
                <a:lnTo>
                  <a:pt x="2652" y="20880"/>
                </a:lnTo>
                <a:cubicBezTo>
                  <a:pt x="2480" y="20880"/>
                  <a:pt x="2340" y="20740"/>
                  <a:pt x="2340" y="20568"/>
                </a:cubicBezTo>
                <a:lnTo>
                  <a:pt x="2340" y="19632"/>
                </a:lnTo>
                <a:cubicBezTo>
                  <a:pt x="2340" y="19460"/>
                  <a:pt x="2480" y="19320"/>
                  <a:pt x="2652" y="19320"/>
                </a:cubicBezTo>
                <a:close/>
                <a:moveTo>
                  <a:pt x="4680" y="11520"/>
                </a:moveTo>
                <a:cubicBezTo>
                  <a:pt x="4680" y="11951"/>
                  <a:pt x="4331" y="12300"/>
                  <a:pt x="3900" y="12300"/>
                </a:cubicBezTo>
                <a:cubicBezTo>
                  <a:pt x="3469" y="12300"/>
                  <a:pt x="3120" y="11951"/>
                  <a:pt x="3120" y="11520"/>
                </a:cubicBezTo>
                <a:cubicBezTo>
                  <a:pt x="3120" y="11089"/>
                  <a:pt x="3469" y="10740"/>
                  <a:pt x="3900" y="10740"/>
                </a:cubicBezTo>
                <a:cubicBezTo>
                  <a:pt x="4331" y="10740"/>
                  <a:pt x="4680" y="11089"/>
                  <a:pt x="4680" y="11520"/>
                </a:cubicBezTo>
                <a:close/>
                <a:moveTo>
                  <a:pt x="10140" y="9960"/>
                </a:moveTo>
                <a:cubicBezTo>
                  <a:pt x="10140" y="10391"/>
                  <a:pt x="9791" y="10740"/>
                  <a:pt x="9360" y="10740"/>
                </a:cubicBezTo>
                <a:cubicBezTo>
                  <a:pt x="8929" y="10740"/>
                  <a:pt x="8580" y="10391"/>
                  <a:pt x="8580" y="9960"/>
                </a:cubicBezTo>
                <a:cubicBezTo>
                  <a:pt x="8580" y="9529"/>
                  <a:pt x="8929" y="9180"/>
                  <a:pt x="9360" y="9180"/>
                </a:cubicBezTo>
                <a:cubicBezTo>
                  <a:pt x="9791" y="9180"/>
                  <a:pt x="10140" y="9529"/>
                  <a:pt x="10140" y="9960"/>
                </a:cubicBezTo>
                <a:close/>
                <a:moveTo>
                  <a:pt x="15600" y="11520"/>
                </a:moveTo>
                <a:cubicBezTo>
                  <a:pt x="15600" y="11951"/>
                  <a:pt x="15251" y="12300"/>
                  <a:pt x="14820" y="12300"/>
                </a:cubicBezTo>
                <a:cubicBezTo>
                  <a:pt x="14389" y="12300"/>
                  <a:pt x="14040" y="11951"/>
                  <a:pt x="14040" y="11520"/>
                </a:cubicBezTo>
                <a:cubicBezTo>
                  <a:pt x="14040" y="11089"/>
                  <a:pt x="14389" y="10740"/>
                  <a:pt x="14820" y="10740"/>
                </a:cubicBezTo>
                <a:cubicBezTo>
                  <a:pt x="15251" y="10740"/>
                  <a:pt x="15600" y="11089"/>
                  <a:pt x="15600" y="115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VIP皇冠·已验证</a:t>
            </a:r>
          </a:p>
        </p:txBody>
      </p:sp>
      <p:sp>
        <p:nvSpPr>
          <p:cNvPr id="52" name="SALE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9320"/>
                </a:moveTo>
                <a:lnTo>
                  <a:pt x="3900" y="11520"/>
                </a:lnTo>
                <a:lnTo>
                  <a:pt x="7020" y="14640"/>
                </a:lnTo>
                <a:lnTo>
                  <a:pt x="9360" y="9960"/>
                </a:lnTo>
                <a:lnTo>
                  <a:pt x="11700" y="14640"/>
                </a:lnTo>
                <a:lnTo>
                  <a:pt x="14820" y="11520"/>
                </a:lnTo>
                <a:lnTo>
                  <a:pt x="16380" y="19320"/>
                </a:lnTo>
                <a:close/>
                <a:moveTo>
                  <a:pt x="2652" y="19320"/>
                </a:moveTo>
                <a:lnTo>
                  <a:pt x="16068" y="19320"/>
                </a:lnTo>
                <a:cubicBezTo>
                  <a:pt x="16240" y="19320"/>
                  <a:pt x="16380" y="19460"/>
                  <a:pt x="16380" y="19632"/>
                </a:cubicBezTo>
                <a:lnTo>
                  <a:pt x="16380" y="20568"/>
                </a:lnTo>
                <a:cubicBezTo>
                  <a:pt x="16380" y="20740"/>
                  <a:pt x="16240" y="20880"/>
                  <a:pt x="16068" y="20880"/>
                </a:cubicBezTo>
                <a:lnTo>
                  <a:pt x="2652" y="20880"/>
                </a:lnTo>
                <a:cubicBezTo>
                  <a:pt x="2480" y="20880"/>
                  <a:pt x="2340" y="20740"/>
                  <a:pt x="2340" y="20568"/>
                </a:cubicBezTo>
                <a:lnTo>
                  <a:pt x="2340" y="19632"/>
                </a:lnTo>
                <a:cubicBezTo>
                  <a:pt x="2340" y="19460"/>
                  <a:pt x="2480" y="19320"/>
                  <a:pt x="2652" y="19320"/>
                </a:cubicBezTo>
                <a:close/>
                <a:moveTo>
                  <a:pt x="4680" y="11520"/>
                </a:moveTo>
                <a:cubicBezTo>
                  <a:pt x="4680" y="11951"/>
                  <a:pt x="4331" y="12300"/>
                  <a:pt x="3900" y="12300"/>
                </a:cubicBezTo>
                <a:cubicBezTo>
                  <a:pt x="3469" y="12300"/>
                  <a:pt x="3120" y="11951"/>
                  <a:pt x="3120" y="11520"/>
                </a:cubicBezTo>
                <a:cubicBezTo>
                  <a:pt x="3120" y="11089"/>
                  <a:pt x="3469" y="10740"/>
                  <a:pt x="3900" y="10740"/>
                </a:cubicBezTo>
                <a:cubicBezTo>
                  <a:pt x="4331" y="10740"/>
                  <a:pt x="4680" y="11089"/>
                  <a:pt x="4680" y="11520"/>
                </a:cubicBezTo>
                <a:close/>
                <a:moveTo>
                  <a:pt x="10140" y="9960"/>
                </a:moveTo>
                <a:cubicBezTo>
                  <a:pt x="10140" y="10391"/>
                  <a:pt x="9791" y="10740"/>
                  <a:pt x="9360" y="10740"/>
                </a:cubicBezTo>
                <a:cubicBezTo>
                  <a:pt x="8929" y="10740"/>
                  <a:pt x="8580" y="10391"/>
                  <a:pt x="8580" y="9960"/>
                </a:cubicBezTo>
                <a:cubicBezTo>
                  <a:pt x="8580" y="9529"/>
                  <a:pt x="8929" y="9180"/>
                  <a:pt x="9360" y="9180"/>
                </a:cubicBezTo>
                <a:cubicBezTo>
                  <a:pt x="9791" y="9180"/>
                  <a:pt x="10140" y="9529"/>
                  <a:pt x="10140" y="9960"/>
                </a:cubicBezTo>
                <a:close/>
                <a:moveTo>
                  <a:pt x="15600" y="11520"/>
                </a:moveTo>
                <a:cubicBezTo>
                  <a:pt x="15600" y="11951"/>
                  <a:pt x="15251" y="12300"/>
                  <a:pt x="14820" y="12300"/>
                </a:cubicBezTo>
                <a:cubicBezTo>
                  <a:pt x="14389" y="12300"/>
                  <a:pt x="14040" y="11951"/>
                  <a:pt x="14040" y="11520"/>
                </a:cubicBezTo>
                <a:cubicBezTo>
                  <a:pt x="14040" y="11089"/>
                  <a:pt x="14389" y="10740"/>
                  <a:pt x="14820" y="10740"/>
                </a:cubicBezTo>
                <a:cubicBezTo>
                  <a:pt x="15251" y="10740"/>
                  <a:pt x="15600" y="11089"/>
                  <a:pt x="15600" y="1152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VIP皇冠·新增</a:t>
            </a:r>
          </a:p>
        </p:txBody>
      </p:sp>
      <p:sp>
        <p:nvSpPr>
          <p:cNvPr id="55" name="SALE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9320"/>
                </a:moveTo>
                <a:lnTo>
                  <a:pt x="3900" y="11520"/>
                </a:lnTo>
                <a:lnTo>
                  <a:pt x="7020" y="14640"/>
                </a:lnTo>
                <a:lnTo>
                  <a:pt x="9360" y="9960"/>
                </a:lnTo>
                <a:lnTo>
                  <a:pt x="11700" y="14640"/>
                </a:lnTo>
                <a:lnTo>
                  <a:pt x="14820" y="11520"/>
                </a:lnTo>
                <a:lnTo>
                  <a:pt x="16380" y="19320"/>
                </a:lnTo>
                <a:close/>
                <a:moveTo>
                  <a:pt x="2652" y="19320"/>
                </a:moveTo>
                <a:lnTo>
                  <a:pt x="16068" y="19320"/>
                </a:lnTo>
                <a:cubicBezTo>
                  <a:pt x="16240" y="19320"/>
                  <a:pt x="16380" y="19460"/>
                  <a:pt x="16380" y="19632"/>
                </a:cubicBezTo>
                <a:lnTo>
                  <a:pt x="16380" y="20568"/>
                </a:lnTo>
                <a:cubicBezTo>
                  <a:pt x="16380" y="20740"/>
                  <a:pt x="16240" y="20880"/>
                  <a:pt x="16068" y="20880"/>
                </a:cubicBezTo>
                <a:lnTo>
                  <a:pt x="2652" y="20880"/>
                </a:lnTo>
                <a:cubicBezTo>
                  <a:pt x="2480" y="20880"/>
                  <a:pt x="2340" y="20740"/>
                  <a:pt x="2340" y="20568"/>
                </a:cubicBezTo>
                <a:lnTo>
                  <a:pt x="2340" y="19632"/>
                </a:lnTo>
                <a:cubicBezTo>
                  <a:pt x="2340" y="19460"/>
                  <a:pt x="2480" y="19320"/>
                  <a:pt x="2652" y="19320"/>
                </a:cubicBezTo>
                <a:close/>
                <a:moveTo>
                  <a:pt x="4680" y="11520"/>
                </a:moveTo>
                <a:cubicBezTo>
                  <a:pt x="4680" y="11951"/>
                  <a:pt x="4331" y="12300"/>
                  <a:pt x="3900" y="12300"/>
                </a:cubicBezTo>
                <a:cubicBezTo>
                  <a:pt x="3469" y="12300"/>
                  <a:pt x="3120" y="11951"/>
                  <a:pt x="3120" y="11520"/>
                </a:cubicBezTo>
                <a:cubicBezTo>
                  <a:pt x="3120" y="11089"/>
                  <a:pt x="3469" y="10740"/>
                  <a:pt x="3900" y="10740"/>
                </a:cubicBezTo>
                <a:cubicBezTo>
                  <a:pt x="4331" y="10740"/>
                  <a:pt x="4680" y="11089"/>
                  <a:pt x="4680" y="11520"/>
                </a:cubicBezTo>
                <a:close/>
                <a:moveTo>
                  <a:pt x="10140" y="9960"/>
                </a:moveTo>
                <a:cubicBezTo>
                  <a:pt x="10140" y="10391"/>
                  <a:pt x="9791" y="10740"/>
                  <a:pt x="9360" y="10740"/>
                </a:cubicBezTo>
                <a:cubicBezTo>
                  <a:pt x="8929" y="10740"/>
                  <a:pt x="8580" y="10391"/>
                  <a:pt x="8580" y="9960"/>
                </a:cubicBezTo>
                <a:cubicBezTo>
                  <a:pt x="8580" y="9529"/>
                  <a:pt x="8929" y="9180"/>
                  <a:pt x="9360" y="9180"/>
                </a:cubicBezTo>
                <a:cubicBezTo>
                  <a:pt x="9791" y="9180"/>
                  <a:pt x="10140" y="9529"/>
                  <a:pt x="10140" y="9960"/>
                </a:cubicBezTo>
                <a:close/>
                <a:moveTo>
                  <a:pt x="15600" y="11520"/>
                </a:moveTo>
                <a:cubicBezTo>
                  <a:pt x="15600" y="11951"/>
                  <a:pt x="15251" y="12300"/>
                  <a:pt x="14820" y="12300"/>
                </a:cubicBezTo>
                <a:cubicBezTo>
                  <a:pt x="14389" y="12300"/>
                  <a:pt x="14040" y="11951"/>
                  <a:pt x="14040" y="11520"/>
                </a:cubicBezTo>
                <a:cubicBezTo>
                  <a:pt x="14040" y="11089"/>
                  <a:pt x="14389" y="10740"/>
                  <a:pt x="14820" y="10740"/>
                </a:cubicBezTo>
                <a:cubicBezTo>
                  <a:pt x="15251" y="10740"/>
                  <a:pt x="15600" y="11089"/>
                  <a:pt x="15600" y="1152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VIP皇冠·上升</a:t>
            </a:r>
          </a:p>
        </p:txBody>
      </p:sp>
      <p:sp>
        <p:nvSpPr>
          <p:cNvPr id="58" name="SALE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9320"/>
                </a:moveTo>
                <a:lnTo>
                  <a:pt x="3900" y="11520"/>
                </a:lnTo>
                <a:lnTo>
                  <a:pt x="7020" y="14640"/>
                </a:lnTo>
                <a:lnTo>
                  <a:pt x="9360" y="9960"/>
                </a:lnTo>
                <a:lnTo>
                  <a:pt x="11700" y="14640"/>
                </a:lnTo>
                <a:lnTo>
                  <a:pt x="14820" y="11520"/>
                </a:lnTo>
                <a:lnTo>
                  <a:pt x="16380" y="19320"/>
                </a:lnTo>
                <a:close/>
                <a:moveTo>
                  <a:pt x="2652" y="19320"/>
                </a:moveTo>
                <a:lnTo>
                  <a:pt x="16068" y="19320"/>
                </a:lnTo>
                <a:cubicBezTo>
                  <a:pt x="16240" y="19320"/>
                  <a:pt x="16380" y="19460"/>
                  <a:pt x="16380" y="19632"/>
                </a:cubicBezTo>
                <a:lnTo>
                  <a:pt x="16380" y="20568"/>
                </a:lnTo>
                <a:cubicBezTo>
                  <a:pt x="16380" y="20740"/>
                  <a:pt x="16240" y="20880"/>
                  <a:pt x="16068" y="20880"/>
                </a:cubicBezTo>
                <a:lnTo>
                  <a:pt x="2652" y="20880"/>
                </a:lnTo>
                <a:cubicBezTo>
                  <a:pt x="2480" y="20880"/>
                  <a:pt x="2340" y="20740"/>
                  <a:pt x="2340" y="20568"/>
                </a:cubicBezTo>
                <a:lnTo>
                  <a:pt x="2340" y="19632"/>
                </a:lnTo>
                <a:cubicBezTo>
                  <a:pt x="2340" y="19460"/>
                  <a:pt x="2480" y="19320"/>
                  <a:pt x="2652" y="19320"/>
                </a:cubicBezTo>
                <a:close/>
                <a:moveTo>
                  <a:pt x="4680" y="11520"/>
                </a:moveTo>
                <a:cubicBezTo>
                  <a:pt x="4680" y="11951"/>
                  <a:pt x="4331" y="12300"/>
                  <a:pt x="3900" y="12300"/>
                </a:cubicBezTo>
                <a:cubicBezTo>
                  <a:pt x="3469" y="12300"/>
                  <a:pt x="3120" y="11951"/>
                  <a:pt x="3120" y="11520"/>
                </a:cubicBezTo>
                <a:cubicBezTo>
                  <a:pt x="3120" y="11089"/>
                  <a:pt x="3469" y="10740"/>
                  <a:pt x="3900" y="10740"/>
                </a:cubicBezTo>
                <a:cubicBezTo>
                  <a:pt x="4331" y="10740"/>
                  <a:pt x="4680" y="11089"/>
                  <a:pt x="4680" y="11520"/>
                </a:cubicBezTo>
                <a:close/>
                <a:moveTo>
                  <a:pt x="10140" y="9960"/>
                </a:moveTo>
                <a:cubicBezTo>
                  <a:pt x="10140" y="10391"/>
                  <a:pt x="9791" y="10740"/>
                  <a:pt x="9360" y="10740"/>
                </a:cubicBezTo>
                <a:cubicBezTo>
                  <a:pt x="8929" y="10740"/>
                  <a:pt x="8580" y="10391"/>
                  <a:pt x="8580" y="9960"/>
                </a:cubicBezTo>
                <a:cubicBezTo>
                  <a:pt x="8580" y="9529"/>
                  <a:pt x="8929" y="9180"/>
                  <a:pt x="9360" y="9180"/>
                </a:cubicBezTo>
                <a:cubicBezTo>
                  <a:pt x="9791" y="9180"/>
                  <a:pt x="10140" y="9529"/>
                  <a:pt x="10140" y="9960"/>
                </a:cubicBezTo>
                <a:close/>
                <a:moveTo>
                  <a:pt x="15600" y="11520"/>
                </a:moveTo>
                <a:cubicBezTo>
                  <a:pt x="15600" y="11951"/>
                  <a:pt x="15251" y="12300"/>
                  <a:pt x="14820" y="12300"/>
                </a:cubicBezTo>
                <a:cubicBezTo>
                  <a:pt x="14389" y="12300"/>
                  <a:pt x="14040" y="11951"/>
                  <a:pt x="14040" y="11520"/>
                </a:cubicBezTo>
                <a:cubicBezTo>
                  <a:pt x="14040" y="11089"/>
                  <a:pt x="14389" y="10740"/>
                  <a:pt x="14820" y="10740"/>
                </a:cubicBezTo>
                <a:cubicBezTo>
                  <a:pt x="15251" y="10740"/>
                  <a:pt x="15600" y="11089"/>
                  <a:pt x="15600" y="1152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VIP皇冠·下降</a:t>
            </a:r>
          </a:p>
        </p:txBody>
      </p:sp>
      <p:sp>
        <p:nvSpPr>
          <p:cNvPr id="61" name="SALE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9320"/>
                </a:moveTo>
                <a:lnTo>
                  <a:pt x="3900" y="11520"/>
                </a:lnTo>
                <a:lnTo>
                  <a:pt x="7020" y="14640"/>
                </a:lnTo>
                <a:lnTo>
                  <a:pt x="9360" y="9960"/>
                </a:lnTo>
                <a:lnTo>
                  <a:pt x="11700" y="14640"/>
                </a:lnTo>
                <a:lnTo>
                  <a:pt x="14820" y="11520"/>
                </a:lnTo>
                <a:lnTo>
                  <a:pt x="16380" y="19320"/>
                </a:lnTo>
                <a:close/>
                <a:moveTo>
                  <a:pt x="2652" y="19320"/>
                </a:moveTo>
                <a:lnTo>
                  <a:pt x="16068" y="19320"/>
                </a:lnTo>
                <a:cubicBezTo>
                  <a:pt x="16240" y="19320"/>
                  <a:pt x="16380" y="19460"/>
                  <a:pt x="16380" y="19632"/>
                </a:cubicBezTo>
                <a:lnTo>
                  <a:pt x="16380" y="20568"/>
                </a:lnTo>
                <a:cubicBezTo>
                  <a:pt x="16380" y="20740"/>
                  <a:pt x="16240" y="20880"/>
                  <a:pt x="16068" y="20880"/>
                </a:cubicBezTo>
                <a:lnTo>
                  <a:pt x="2652" y="20880"/>
                </a:lnTo>
                <a:cubicBezTo>
                  <a:pt x="2480" y="20880"/>
                  <a:pt x="2340" y="20740"/>
                  <a:pt x="2340" y="20568"/>
                </a:cubicBezTo>
                <a:lnTo>
                  <a:pt x="2340" y="19632"/>
                </a:lnTo>
                <a:cubicBezTo>
                  <a:pt x="2340" y="19460"/>
                  <a:pt x="2480" y="19320"/>
                  <a:pt x="2652" y="19320"/>
                </a:cubicBezTo>
                <a:close/>
                <a:moveTo>
                  <a:pt x="4680" y="11520"/>
                </a:moveTo>
                <a:cubicBezTo>
                  <a:pt x="4680" y="11951"/>
                  <a:pt x="4331" y="12300"/>
                  <a:pt x="3900" y="12300"/>
                </a:cubicBezTo>
                <a:cubicBezTo>
                  <a:pt x="3469" y="12300"/>
                  <a:pt x="3120" y="11951"/>
                  <a:pt x="3120" y="11520"/>
                </a:cubicBezTo>
                <a:cubicBezTo>
                  <a:pt x="3120" y="11089"/>
                  <a:pt x="3469" y="10740"/>
                  <a:pt x="3900" y="10740"/>
                </a:cubicBezTo>
                <a:cubicBezTo>
                  <a:pt x="4331" y="10740"/>
                  <a:pt x="4680" y="11089"/>
                  <a:pt x="4680" y="11520"/>
                </a:cubicBezTo>
                <a:close/>
                <a:moveTo>
                  <a:pt x="10140" y="9960"/>
                </a:moveTo>
                <a:cubicBezTo>
                  <a:pt x="10140" y="10391"/>
                  <a:pt x="9791" y="10740"/>
                  <a:pt x="9360" y="10740"/>
                </a:cubicBezTo>
                <a:cubicBezTo>
                  <a:pt x="8929" y="10740"/>
                  <a:pt x="8580" y="10391"/>
                  <a:pt x="8580" y="9960"/>
                </a:cubicBezTo>
                <a:cubicBezTo>
                  <a:pt x="8580" y="9529"/>
                  <a:pt x="8929" y="9180"/>
                  <a:pt x="9360" y="9180"/>
                </a:cubicBezTo>
                <a:cubicBezTo>
                  <a:pt x="9791" y="9180"/>
                  <a:pt x="10140" y="9529"/>
                  <a:pt x="10140" y="9960"/>
                </a:cubicBezTo>
                <a:close/>
                <a:moveTo>
                  <a:pt x="15600" y="11520"/>
                </a:moveTo>
                <a:cubicBezTo>
                  <a:pt x="15600" y="11951"/>
                  <a:pt x="15251" y="12300"/>
                  <a:pt x="14820" y="12300"/>
                </a:cubicBezTo>
                <a:cubicBezTo>
                  <a:pt x="14389" y="12300"/>
                  <a:pt x="14040" y="11951"/>
                  <a:pt x="14040" y="11520"/>
                </a:cubicBezTo>
                <a:cubicBezTo>
                  <a:pt x="14040" y="11089"/>
                  <a:pt x="14389" y="10740"/>
                  <a:pt x="14820" y="10740"/>
                </a:cubicBezTo>
                <a:cubicBezTo>
                  <a:pt x="15251" y="10740"/>
                  <a:pt x="15600" y="11089"/>
                  <a:pt x="15600" y="1152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VIP皇冠·重点</a:t>
            </a:r>
          </a:p>
        </p:txBody>
      </p:sp>
      <p:sp>
        <p:nvSpPr>
          <p:cNvPr id="64" name="SALE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8000"/>
                </a:moveTo>
                <a:lnTo>
                  <a:pt x="4000" y="4000"/>
                </a:lnTo>
                <a:lnTo>
                  <a:pt x="20000" y="4000"/>
                </a:lnTo>
                <a:lnTo>
                  <a:pt x="22000" y="8000"/>
                </a:lnTo>
                <a:lnTo>
                  <a:pt x="22000" y="10000"/>
                </a:lnTo>
                <a:lnTo>
                  <a:pt x="2000" y="10000"/>
                </a:lnTo>
                <a:close/>
                <a:moveTo>
                  <a:pt x="3000" y="10000"/>
                </a:moveTo>
                <a:lnTo>
                  <a:pt x="21000" y="10000"/>
                </a:lnTo>
                <a:lnTo>
                  <a:pt x="21000" y="21000"/>
                </a:lnTo>
                <a:lnTo>
                  <a:pt x="3000" y="21000"/>
                </a:lnTo>
                <a:close/>
                <a:moveTo>
                  <a:pt x="8300" y="13000"/>
                </a:moveTo>
                <a:lnTo>
                  <a:pt x="15700" y="13000"/>
                </a:lnTo>
                <a:cubicBezTo>
                  <a:pt x="15866" y="13000"/>
                  <a:pt x="16000" y="13134"/>
                  <a:pt x="16000" y="13300"/>
                </a:cubicBezTo>
                <a:lnTo>
                  <a:pt x="16000" y="20700"/>
                </a:lnTo>
                <a:cubicBezTo>
                  <a:pt x="16000" y="20866"/>
                  <a:pt x="15866" y="21000"/>
                  <a:pt x="15700" y="21000"/>
                </a:cubicBezTo>
                <a:lnTo>
                  <a:pt x="8300" y="21000"/>
                </a:lnTo>
                <a:cubicBezTo>
                  <a:pt x="8134" y="21000"/>
                  <a:pt x="8000" y="20866"/>
                  <a:pt x="8000" y="20700"/>
                </a:cubicBezTo>
                <a:lnTo>
                  <a:pt x="8000" y="13300"/>
                </a:lnTo>
                <a:cubicBezTo>
                  <a:pt x="8000" y="13134"/>
                  <a:pt x="8134" y="13000"/>
                  <a:pt x="8300" y="13000"/>
                </a:cubicBezTo>
                <a:close/>
                <a:moveTo>
                  <a:pt x="11000" y="13000"/>
                </a:moveTo>
                <a:lnTo>
                  <a:pt x="13000" y="13000"/>
                </a:lnTo>
                <a:lnTo>
                  <a:pt x="13000" y="21000"/>
                </a:lnTo>
                <a:lnTo>
                  <a:pt x="11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门店</a:t>
            </a:r>
          </a:p>
        </p:txBody>
      </p:sp>
      <p:sp>
        <p:nvSpPr>
          <p:cNvPr id="67" name="SALE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520"/>
                </a:moveTo>
                <a:lnTo>
                  <a:pt x="3120" y="8400"/>
                </a:lnTo>
                <a:lnTo>
                  <a:pt x="15600" y="8400"/>
                </a:lnTo>
                <a:lnTo>
                  <a:pt x="17160" y="11520"/>
                </a:lnTo>
                <a:lnTo>
                  <a:pt x="17160" y="13080"/>
                </a:lnTo>
                <a:lnTo>
                  <a:pt x="1560" y="13080"/>
                </a:lnTo>
                <a:close/>
                <a:moveTo>
                  <a:pt x="2340" y="13080"/>
                </a:moveTo>
                <a:lnTo>
                  <a:pt x="16380" y="13080"/>
                </a:lnTo>
                <a:lnTo>
                  <a:pt x="16380" y="21660"/>
                </a:lnTo>
                <a:lnTo>
                  <a:pt x="2340" y="21660"/>
                </a:lnTo>
                <a:close/>
                <a:moveTo>
                  <a:pt x="647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21426"/>
                </a:lnTo>
                <a:cubicBezTo>
                  <a:pt x="12480" y="21555"/>
                  <a:pt x="12375" y="21660"/>
                  <a:pt x="12246" y="21660"/>
                </a:cubicBezTo>
                <a:lnTo>
                  <a:pt x="6474" y="21660"/>
                </a:lnTo>
                <a:cubicBezTo>
                  <a:pt x="6345" y="21660"/>
                  <a:pt x="6240" y="21555"/>
                  <a:pt x="6240" y="21426"/>
                </a:cubicBezTo>
                <a:lnTo>
                  <a:pt x="6240" y="15654"/>
                </a:lnTo>
                <a:cubicBezTo>
                  <a:pt x="6240" y="15525"/>
                  <a:pt x="6345" y="15420"/>
                  <a:pt x="6474" y="15420"/>
                </a:cubicBezTo>
                <a:close/>
                <a:moveTo>
                  <a:pt x="8580" y="15420"/>
                </a:moveTo>
                <a:lnTo>
                  <a:pt x="10140" y="1542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门店·已验证</a:t>
            </a:r>
          </a:p>
        </p:txBody>
      </p:sp>
      <p:sp>
        <p:nvSpPr>
          <p:cNvPr id="70" name="SALE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520"/>
                </a:moveTo>
                <a:lnTo>
                  <a:pt x="3120" y="8400"/>
                </a:lnTo>
                <a:lnTo>
                  <a:pt x="15600" y="8400"/>
                </a:lnTo>
                <a:lnTo>
                  <a:pt x="17160" y="11520"/>
                </a:lnTo>
                <a:lnTo>
                  <a:pt x="17160" y="13080"/>
                </a:lnTo>
                <a:lnTo>
                  <a:pt x="1560" y="13080"/>
                </a:lnTo>
                <a:close/>
                <a:moveTo>
                  <a:pt x="2340" y="13080"/>
                </a:moveTo>
                <a:lnTo>
                  <a:pt x="16380" y="13080"/>
                </a:lnTo>
                <a:lnTo>
                  <a:pt x="16380" y="21660"/>
                </a:lnTo>
                <a:lnTo>
                  <a:pt x="2340" y="21660"/>
                </a:lnTo>
                <a:close/>
                <a:moveTo>
                  <a:pt x="647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21426"/>
                </a:lnTo>
                <a:cubicBezTo>
                  <a:pt x="12480" y="21555"/>
                  <a:pt x="12375" y="21660"/>
                  <a:pt x="12246" y="21660"/>
                </a:cubicBezTo>
                <a:lnTo>
                  <a:pt x="6474" y="21660"/>
                </a:lnTo>
                <a:cubicBezTo>
                  <a:pt x="6345" y="21660"/>
                  <a:pt x="6240" y="21555"/>
                  <a:pt x="6240" y="21426"/>
                </a:cubicBezTo>
                <a:lnTo>
                  <a:pt x="6240" y="15654"/>
                </a:lnTo>
                <a:cubicBezTo>
                  <a:pt x="6240" y="15525"/>
                  <a:pt x="6345" y="15420"/>
                  <a:pt x="6474" y="15420"/>
                </a:cubicBezTo>
                <a:close/>
                <a:moveTo>
                  <a:pt x="8580" y="15420"/>
                </a:moveTo>
                <a:lnTo>
                  <a:pt x="10140" y="1542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门店·新增</a:t>
            </a:r>
          </a:p>
        </p:txBody>
      </p:sp>
      <p:sp>
        <p:nvSpPr>
          <p:cNvPr id="73" name="SALE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520"/>
                </a:moveTo>
                <a:lnTo>
                  <a:pt x="3120" y="8400"/>
                </a:lnTo>
                <a:lnTo>
                  <a:pt x="15600" y="8400"/>
                </a:lnTo>
                <a:lnTo>
                  <a:pt x="17160" y="11520"/>
                </a:lnTo>
                <a:lnTo>
                  <a:pt x="17160" y="13080"/>
                </a:lnTo>
                <a:lnTo>
                  <a:pt x="1560" y="13080"/>
                </a:lnTo>
                <a:close/>
                <a:moveTo>
                  <a:pt x="2340" y="13080"/>
                </a:moveTo>
                <a:lnTo>
                  <a:pt x="16380" y="13080"/>
                </a:lnTo>
                <a:lnTo>
                  <a:pt x="16380" y="21660"/>
                </a:lnTo>
                <a:lnTo>
                  <a:pt x="2340" y="21660"/>
                </a:lnTo>
                <a:close/>
                <a:moveTo>
                  <a:pt x="647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21426"/>
                </a:lnTo>
                <a:cubicBezTo>
                  <a:pt x="12480" y="21555"/>
                  <a:pt x="12375" y="21660"/>
                  <a:pt x="12246" y="21660"/>
                </a:cubicBezTo>
                <a:lnTo>
                  <a:pt x="6474" y="21660"/>
                </a:lnTo>
                <a:cubicBezTo>
                  <a:pt x="6345" y="21660"/>
                  <a:pt x="6240" y="21555"/>
                  <a:pt x="6240" y="21426"/>
                </a:cubicBezTo>
                <a:lnTo>
                  <a:pt x="6240" y="15654"/>
                </a:lnTo>
                <a:cubicBezTo>
                  <a:pt x="6240" y="15525"/>
                  <a:pt x="6345" y="15420"/>
                  <a:pt x="6474" y="15420"/>
                </a:cubicBezTo>
                <a:close/>
                <a:moveTo>
                  <a:pt x="8580" y="15420"/>
                </a:moveTo>
                <a:lnTo>
                  <a:pt x="10140" y="1542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门店·上升</a:t>
            </a:r>
          </a:p>
        </p:txBody>
      </p:sp>
      <p:sp>
        <p:nvSpPr>
          <p:cNvPr id="76" name="SALE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520"/>
                </a:moveTo>
                <a:lnTo>
                  <a:pt x="3120" y="8400"/>
                </a:lnTo>
                <a:lnTo>
                  <a:pt x="15600" y="8400"/>
                </a:lnTo>
                <a:lnTo>
                  <a:pt x="17160" y="11520"/>
                </a:lnTo>
                <a:lnTo>
                  <a:pt x="17160" y="13080"/>
                </a:lnTo>
                <a:lnTo>
                  <a:pt x="1560" y="13080"/>
                </a:lnTo>
                <a:close/>
                <a:moveTo>
                  <a:pt x="2340" y="13080"/>
                </a:moveTo>
                <a:lnTo>
                  <a:pt x="16380" y="13080"/>
                </a:lnTo>
                <a:lnTo>
                  <a:pt x="16380" y="21660"/>
                </a:lnTo>
                <a:lnTo>
                  <a:pt x="2340" y="21660"/>
                </a:lnTo>
                <a:close/>
                <a:moveTo>
                  <a:pt x="647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21426"/>
                </a:lnTo>
                <a:cubicBezTo>
                  <a:pt x="12480" y="21555"/>
                  <a:pt x="12375" y="21660"/>
                  <a:pt x="12246" y="21660"/>
                </a:cubicBezTo>
                <a:lnTo>
                  <a:pt x="6474" y="21660"/>
                </a:lnTo>
                <a:cubicBezTo>
                  <a:pt x="6345" y="21660"/>
                  <a:pt x="6240" y="21555"/>
                  <a:pt x="6240" y="21426"/>
                </a:cubicBezTo>
                <a:lnTo>
                  <a:pt x="6240" y="15654"/>
                </a:lnTo>
                <a:cubicBezTo>
                  <a:pt x="6240" y="15525"/>
                  <a:pt x="6345" y="15420"/>
                  <a:pt x="6474" y="15420"/>
                </a:cubicBezTo>
                <a:close/>
                <a:moveTo>
                  <a:pt x="8580" y="15420"/>
                </a:moveTo>
                <a:lnTo>
                  <a:pt x="10140" y="1542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门店·下降</a:t>
            </a:r>
          </a:p>
        </p:txBody>
      </p:sp>
      <p:sp>
        <p:nvSpPr>
          <p:cNvPr id="79" name="SALE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520"/>
                </a:moveTo>
                <a:lnTo>
                  <a:pt x="3120" y="8400"/>
                </a:lnTo>
                <a:lnTo>
                  <a:pt x="15600" y="8400"/>
                </a:lnTo>
                <a:lnTo>
                  <a:pt x="17160" y="11520"/>
                </a:lnTo>
                <a:lnTo>
                  <a:pt x="17160" y="13080"/>
                </a:lnTo>
                <a:lnTo>
                  <a:pt x="1560" y="13080"/>
                </a:lnTo>
                <a:close/>
                <a:moveTo>
                  <a:pt x="2340" y="13080"/>
                </a:moveTo>
                <a:lnTo>
                  <a:pt x="16380" y="13080"/>
                </a:lnTo>
                <a:lnTo>
                  <a:pt x="16380" y="21660"/>
                </a:lnTo>
                <a:lnTo>
                  <a:pt x="2340" y="21660"/>
                </a:lnTo>
                <a:close/>
                <a:moveTo>
                  <a:pt x="647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21426"/>
                </a:lnTo>
                <a:cubicBezTo>
                  <a:pt x="12480" y="21555"/>
                  <a:pt x="12375" y="21660"/>
                  <a:pt x="12246" y="21660"/>
                </a:cubicBezTo>
                <a:lnTo>
                  <a:pt x="6474" y="21660"/>
                </a:lnTo>
                <a:cubicBezTo>
                  <a:pt x="6345" y="21660"/>
                  <a:pt x="6240" y="21555"/>
                  <a:pt x="6240" y="21426"/>
                </a:cubicBezTo>
                <a:lnTo>
                  <a:pt x="6240" y="15654"/>
                </a:lnTo>
                <a:cubicBezTo>
                  <a:pt x="6240" y="15525"/>
                  <a:pt x="6345" y="15420"/>
                  <a:pt x="6474" y="15420"/>
                </a:cubicBezTo>
                <a:close/>
                <a:moveTo>
                  <a:pt x="8580" y="15420"/>
                </a:moveTo>
                <a:lnTo>
                  <a:pt x="10140" y="1542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门店·重点</a:t>
            </a:r>
          </a:p>
        </p:txBody>
      </p:sp>
      <p:sp>
        <p:nvSpPr>
          <p:cNvPr id="82" name="SALE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8000"/>
                </a:moveTo>
                <a:lnTo>
                  <a:pt x="12000" y="4000"/>
                </a:lnTo>
                <a:lnTo>
                  <a:pt x="21000" y="8000"/>
                </a:lnTo>
                <a:lnTo>
                  <a:pt x="21000" y="18000"/>
                </a:lnTo>
                <a:lnTo>
                  <a:pt x="12000" y="22000"/>
                </a:lnTo>
                <a:lnTo>
                  <a:pt x="3000" y="18000"/>
                </a:lnTo>
                <a:close/>
                <a:moveTo>
                  <a:pt x="11700" y="4000"/>
                </a:moveTo>
                <a:lnTo>
                  <a:pt x="11700" y="22000"/>
                </a:lnTo>
                <a:lnTo>
                  <a:pt x="12300" y="22000"/>
                </a:lnTo>
                <a:lnTo>
                  <a:pt x="12300" y="4000"/>
                </a:lnTo>
                <a:close/>
                <a:moveTo>
                  <a:pt x="3000" y="8300"/>
                </a:moveTo>
                <a:lnTo>
                  <a:pt x="21000" y="8300"/>
                </a:lnTo>
                <a:lnTo>
                  <a:pt x="21000" y="7700"/>
                </a:lnTo>
                <a:lnTo>
                  <a:pt x="3000" y="77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商品包装</a:t>
            </a:r>
          </a:p>
        </p:txBody>
      </p:sp>
      <p:sp>
        <p:nvSpPr>
          <p:cNvPr id="85" name="SALE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1520"/>
                </a:moveTo>
                <a:lnTo>
                  <a:pt x="9360" y="8400"/>
                </a:lnTo>
                <a:lnTo>
                  <a:pt x="16380" y="11520"/>
                </a:lnTo>
                <a:lnTo>
                  <a:pt x="16380" y="19320"/>
                </a:lnTo>
                <a:lnTo>
                  <a:pt x="9360" y="22440"/>
                </a:lnTo>
                <a:lnTo>
                  <a:pt x="2340" y="19320"/>
                </a:lnTo>
                <a:close/>
                <a:moveTo>
                  <a:pt x="9126" y="8400"/>
                </a:moveTo>
                <a:lnTo>
                  <a:pt x="9126" y="22440"/>
                </a:lnTo>
                <a:lnTo>
                  <a:pt x="9594" y="22440"/>
                </a:lnTo>
                <a:lnTo>
                  <a:pt x="9594" y="8400"/>
                </a:lnTo>
                <a:close/>
                <a:moveTo>
                  <a:pt x="2340" y="11754"/>
                </a:moveTo>
                <a:lnTo>
                  <a:pt x="16380" y="11754"/>
                </a:lnTo>
                <a:lnTo>
                  <a:pt x="16380" y="11286"/>
                </a:lnTo>
                <a:lnTo>
                  <a:pt x="2340" y="11286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商品包装·已验证</a:t>
            </a:r>
          </a:p>
        </p:txBody>
      </p:sp>
      <p:sp>
        <p:nvSpPr>
          <p:cNvPr id="88" name="SALE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1520"/>
                </a:moveTo>
                <a:lnTo>
                  <a:pt x="9360" y="8400"/>
                </a:lnTo>
                <a:lnTo>
                  <a:pt x="16380" y="11520"/>
                </a:lnTo>
                <a:lnTo>
                  <a:pt x="16380" y="19320"/>
                </a:lnTo>
                <a:lnTo>
                  <a:pt x="9360" y="22440"/>
                </a:lnTo>
                <a:lnTo>
                  <a:pt x="2340" y="19320"/>
                </a:lnTo>
                <a:close/>
                <a:moveTo>
                  <a:pt x="9126" y="8400"/>
                </a:moveTo>
                <a:lnTo>
                  <a:pt x="9126" y="22440"/>
                </a:lnTo>
                <a:lnTo>
                  <a:pt x="9594" y="22440"/>
                </a:lnTo>
                <a:lnTo>
                  <a:pt x="9594" y="8400"/>
                </a:lnTo>
                <a:close/>
                <a:moveTo>
                  <a:pt x="2340" y="11754"/>
                </a:moveTo>
                <a:lnTo>
                  <a:pt x="16380" y="11754"/>
                </a:lnTo>
                <a:lnTo>
                  <a:pt x="16380" y="11286"/>
                </a:lnTo>
                <a:lnTo>
                  <a:pt x="2340" y="11286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商品包装·新增</a:t>
            </a:r>
          </a:p>
        </p:txBody>
      </p:sp>
      <p:sp>
        <p:nvSpPr>
          <p:cNvPr id="91" name="SALE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1520"/>
                </a:moveTo>
                <a:lnTo>
                  <a:pt x="9360" y="8400"/>
                </a:lnTo>
                <a:lnTo>
                  <a:pt x="16380" y="11520"/>
                </a:lnTo>
                <a:lnTo>
                  <a:pt x="16380" y="19320"/>
                </a:lnTo>
                <a:lnTo>
                  <a:pt x="9360" y="22440"/>
                </a:lnTo>
                <a:lnTo>
                  <a:pt x="2340" y="19320"/>
                </a:lnTo>
                <a:close/>
                <a:moveTo>
                  <a:pt x="9126" y="8400"/>
                </a:moveTo>
                <a:lnTo>
                  <a:pt x="9126" y="22440"/>
                </a:lnTo>
                <a:lnTo>
                  <a:pt x="9594" y="22440"/>
                </a:lnTo>
                <a:lnTo>
                  <a:pt x="9594" y="8400"/>
                </a:lnTo>
                <a:close/>
                <a:moveTo>
                  <a:pt x="2340" y="11754"/>
                </a:moveTo>
                <a:lnTo>
                  <a:pt x="16380" y="11754"/>
                </a:lnTo>
                <a:lnTo>
                  <a:pt x="16380" y="11286"/>
                </a:lnTo>
                <a:lnTo>
                  <a:pt x="2340" y="11286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商品包装·上升</a:t>
            </a:r>
          </a:p>
        </p:txBody>
      </p:sp>
      <p:sp>
        <p:nvSpPr>
          <p:cNvPr id="94" name="SALE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1520"/>
                </a:moveTo>
                <a:lnTo>
                  <a:pt x="9360" y="8400"/>
                </a:lnTo>
                <a:lnTo>
                  <a:pt x="16380" y="11520"/>
                </a:lnTo>
                <a:lnTo>
                  <a:pt x="16380" y="19320"/>
                </a:lnTo>
                <a:lnTo>
                  <a:pt x="9360" y="22440"/>
                </a:lnTo>
                <a:lnTo>
                  <a:pt x="2340" y="19320"/>
                </a:lnTo>
                <a:close/>
                <a:moveTo>
                  <a:pt x="9126" y="8400"/>
                </a:moveTo>
                <a:lnTo>
                  <a:pt x="9126" y="22440"/>
                </a:lnTo>
                <a:lnTo>
                  <a:pt x="9594" y="22440"/>
                </a:lnTo>
                <a:lnTo>
                  <a:pt x="9594" y="8400"/>
                </a:lnTo>
                <a:close/>
                <a:moveTo>
                  <a:pt x="2340" y="11754"/>
                </a:moveTo>
                <a:lnTo>
                  <a:pt x="16380" y="11754"/>
                </a:lnTo>
                <a:lnTo>
                  <a:pt x="16380" y="11286"/>
                </a:lnTo>
                <a:lnTo>
                  <a:pt x="2340" y="11286"/>
                </a:ln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商品包装·下降</a:t>
            </a:r>
          </a:p>
        </p:txBody>
      </p:sp>
      <p:sp>
        <p:nvSpPr>
          <p:cNvPr id="97" name="SALE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1520"/>
                </a:moveTo>
                <a:lnTo>
                  <a:pt x="9360" y="8400"/>
                </a:lnTo>
                <a:lnTo>
                  <a:pt x="16380" y="11520"/>
                </a:lnTo>
                <a:lnTo>
                  <a:pt x="16380" y="19320"/>
                </a:lnTo>
                <a:lnTo>
                  <a:pt x="9360" y="22440"/>
                </a:lnTo>
                <a:lnTo>
                  <a:pt x="2340" y="19320"/>
                </a:lnTo>
                <a:close/>
                <a:moveTo>
                  <a:pt x="9126" y="8400"/>
                </a:moveTo>
                <a:lnTo>
                  <a:pt x="9126" y="22440"/>
                </a:lnTo>
                <a:lnTo>
                  <a:pt x="9594" y="22440"/>
                </a:lnTo>
                <a:lnTo>
                  <a:pt x="9594" y="8400"/>
                </a:lnTo>
                <a:close/>
                <a:moveTo>
                  <a:pt x="2340" y="11754"/>
                </a:moveTo>
                <a:lnTo>
                  <a:pt x="16380" y="11754"/>
                </a:lnTo>
                <a:lnTo>
                  <a:pt x="16380" y="11286"/>
                </a:lnTo>
                <a:lnTo>
                  <a:pt x="2340" y="11286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商品包装·重点</a:t>
            </a:r>
          </a:p>
        </p:txBody>
      </p:sp>
      <p:sp>
        <p:nvSpPr>
          <p:cNvPr id="100" name="SALE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400" y="6000"/>
                </a:moveTo>
                <a:lnTo>
                  <a:pt x="20600" y="6000"/>
                </a:lnTo>
                <a:cubicBezTo>
                  <a:pt x="21373" y="6000"/>
                  <a:pt x="22000" y="6627"/>
                  <a:pt x="22000" y="7400"/>
                </a:cubicBezTo>
                <a:lnTo>
                  <a:pt x="22000" y="18600"/>
                </a:lnTo>
                <a:cubicBezTo>
                  <a:pt x="22000" y="19373"/>
                  <a:pt x="21373" y="20000"/>
                  <a:pt x="20600" y="20000"/>
                </a:cubicBezTo>
                <a:lnTo>
                  <a:pt x="3400" y="20000"/>
                </a:lnTo>
                <a:cubicBezTo>
                  <a:pt x="2627" y="20000"/>
                  <a:pt x="2000" y="19373"/>
                  <a:pt x="2000" y="18600"/>
                </a:cubicBezTo>
                <a:lnTo>
                  <a:pt x="2000" y="7400"/>
                </a:lnTo>
                <a:cubicBezTo>
                  <a:pt x="2000" y="6627"/>
                  <a:pt x="2627" y="6000"/>
                  <a:pt x="3400" y="6000"/>
                </a:cubicBezTo>
                <a:close/>
                <a:moveTo>
                  <a:pt x="2000" y="9000"/>
                </a:moveTo>
                <a:lnTo>
                  <a:pt x="18000" y="9000"/>
                </a:lnTo>
                <a:quadBezTo>
                  <a:pt x="19000" y="9000"/>
                  <a:pt x="19000" y="10000"/>
                </a:quadBezTo>
                <a:lnTo>
                  <a:pt x="19000" y="13000"/>
                </a:lnTo>
                <a:lnTo>
                  <a:pt x="22000" y="13000"/>
                </a:lnTo>
                <a:lnTo>
                  <a:pt x="22000" y="16000"/>
                </a:lnTo>
                <a:lnTo>
                  <a:pt x="19000" y="16000"/>
                </a:lnTo>
                <a:lnTo>
                  <a:pt x="19000" y="17000"/>
                </a:lnTo>
                <a:quadBezTo>
                  <a:pt x="19000" y="18000"/>
                  <a:pt x="18000" y="18000"/>
                </a:quadBezTo>
                <a:lnTo>
                  <a:pt x="2000" y="18000"/>
                </a:lnTo>
                <a:close/>
                <a:moveTo>
                  <a:pt x="20900" y="14500"/>
                </a:moveTo>
                <a:cubicBezTo>
                  <a:pt x="20900" y="14997"/>
                  <a:pt x="20497" y="15400"/>
                  <a:pt x="20000" y="15400"/>
                </a:cubicBezTo>
                <a:cubicBezTo>
                  <a:pt x="19503" y="15400"/>
                  <a:pt x="19100" y="14997"/>
                  <a:pt x="19100" y="14500"/>
                </a:cubicBezTo>
                <a:cubicBezTo>
                  <a:pt x="19100" y="14003"/>
                  <a:pt x="19503" y="13600"/>
                  <a:pt x="20000" y="13600"/>
                </a:cubicBezTo>
                <a:cubicBezTo>
                  <a:pt x="20497" y="13600"/>
                  <a:pt x="20900" y="14003"/>
                  <a:pt x="20900" y="14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钱包</a:t>
            </a:r>
          </a:p>
        </p:txBody>
      </p:sp>
      <p:sp>
        <p:nvSpPr>
          <p:cNvPr id="103" name="SALE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960"/>
                </a:moveTo>
                <a:lnTo>
                  <a:pt x="16068" y="9960"/>
                </a:lnTo>
                <a:cubicBezTo>
                  <a:pt x="16671" y="9960"/>
                  <a:pt x="17160" y="10449"/>
                  <a:pt x="17160" y="11052"/>
                </a:cubicBezTo>
                <a:lnTo>
                  <a:pt x="17160" y="19788"/>
                </a:lnTo>
                <a:cubicBezTo>
                  <a:pt x="17160" y="20391"/>
                  <a:pt x="16671" y="20880"/>
                  <a:pt x="16068" y="20880"/>
                </a:cubicBezTo>
                <a:lnTo>
                  <a:pt x="2652" y="20880"/>
                </a:lnTo>
                <a:cubicBezTo>
                  <a:pt x="2049" y="20880"/>
                  <a:pt x="1560" y="20391"/>
                  <a:pt x="1560" y="19788"/>
                </a:cubicBezTo>
                <a:lnTo>
                  <a:pt x="1560" y="11052"/>
                </a:lnTo>
                <a:cubicBezTo>
                  <a:pt x="1560" y="10449"/>
                  <a:pt x="2049" y="9960"/>
                  <a:pt x="2652" y="9960"/>
                </a:cubicBezTo>
                <a:close/>
                <a:moveTo>
                  <a:pt x="1560" y="12300"/>
                </a:moveTo>
                <a:lnTo>
                  <a:pt x="14040" y="12300"/>
                </a:lnTo>
                <a:quadBezTo>
                  <a:pt x="14820" y="12300"/>
                  <a:pt x="14820" y="13080"/>
                </a:quadBezTo>
                <a:lnTo>
                  <a:pt x="14820" y="15420"/>
                </a:lnTo>
                <a:lnTo>
                  <a:pt x="17160" y="15420"/>
                </a:lnTo>
                <a:lnTo>
                  <a:pt x="17160" y="17760"/>
                </a:lnTo>
                <a:lnTo>
                  <a:pt x="14820" y="17760"/>
                </a:lnTo>
                <a:lnTo>
                  <a:pt x="14820" y="18540"/>
                </a:lnTo>
                <a:quadBezTo>
                  <a:pt x="14820" y="19320"/>
                  <a:pt x="14040" y="19320"/>
                </a:quadBezTo>
                <a:lnTo>
                  <a:pt x="1560" y="19320"/>
                </a:lnTo>
                <a:close/>
                <a:moveTo>
                  <a:pt x="16302" y="16590"/>
                </a:moveTo>
                <a:cubicBezTo>
                  <a:pt x="16302" y="16978"/>
                  <a:pt x="15988" y="17292"/>
                  <a:pt x="15600" y="17292"/>
                </a:cubicBezTo>
                <a:cubicBezTo>
                  <a:pt x="15212" y="17292"/>
                  <a:pt x="14898" y="16978"/>
                  <a:pt x="14898" y="16590"/>
                </a:cubicBezTo>
                <a:cubicBezTo>
                  <a:pt x="14898" y="16202"/>
                  <a:pt x="15212" y="15888"/>
                  <a:pt x="15600" y="15888"/>
                </a:cubicBezTo>
                <a:cubicBezTo>
                  <a:pt x="15988" y="15888"/>
                  <a:pt x="16302" y="16202"/>
                  <a:pt x="16302" y="1659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钱包·已验证</a:t>
            </a:r>
          </a:p>
        </p:txBody>
      </p:sp>
      <p:sp>
        <p:nvSpPr>
          <p:cNvPr id="106" name="SALE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960"/>
                </a:moveTo>
                <a:lnTo>
                  <a:pt x="16068" y="9960"/>
                </a:lnTo>
                <a:cubicBezTo>
                  <a:pt x="16671" y="9960"/>
                  <a:pt x="17160" y="10449"/>
                  <a:pt x="17160" y="11052"/>
                </a:cubicBezTo>
                <a:lnTo>
                  <a:pt x="17160" y="19788"/>
                </a:lnTo>
                <a:cubicBezTo>
                  <a:pt x="17160" y="20391"/>
                  <a:pt x="16671" y="20880"/>
                  <a:pt x="16068" y="20880"/>
                </a:cubicBezTo>
                <a:lnTo>
                  <a:pt x="2652" y="20880"/>
                </a:lnTo>
                <a:cubicBezTo>
                  <a:pt x="2049" y="20880"/>
                  <a:pt x="1560" y="20391"/>
                  <a:pt x="1560" y="19788"/>
                </a:cubicBezTo>
                <a:lnTo>
                  <a:pt x="1560" y="11052"/>
                </a:lnTo>
                <a:cubicBezTo>
                  <a:pt x="1560" y="10449"/>
                  <a:pt x="2049" y="9960"/>
                  <a:pt x="2652" y="9960"/>
                </a:cubicBezTo>
                <a:close/>
                <a:moveTo>
                  <a:pt x="1560" y="12300"/>
                </a:moveTo>
                <a:lnTo>
                  <a:pt x="14040" y="12300"/>
                </a:lnTo>
                <a:quadBezTo>
                  <a:pt x="14820" y="12300"/>
                  <a:pt x="14820" y="13080"/>
                </a:quadBezTo>
                <a:lnTo>
                  <a:pt x="14820" y="15420"/>
                </a:lnTo>
                <a:lnTo>
                  <a:pt x="17160" y="15420"/>
                </a:lnTo>
                <a:lnTo>
                  <a:pt x="17160" y="17760"/>
                </a:lnTo>
                <a:lnTo>
                  <a:pt x="14820" y="17760"/>
                </a:lnTo>
                <a:lnTo>
                  <a:pt x="14820" y="18540"/>
                </a:lnTo>
                <a:quadBezTo>
                  <a:pt x="14820" y="19320"/>
                  <a:pt x="14040" y="19320"/>
                </a:quadBezTo>
                <a:lnTo>
                  <a:pt x="1560" y="19320"/>
                </a:lnTo>
                <a:close/>
                <a:moveTo>
                  <a:pt x="16302" y="16590"/>
                </a:moveTo>
                <a:cubicBezTo>
                  <a:pt x="16302" y="16978"/>
                  <a:pt x="15988" y="17292"/>
                  <a:pt x="15600" y="17292"/>
                </a:cubicBezTo>
                <a:cubicBezTo>
                  <a:pt x="15212" y="17292"/>
                  <a:pt x="14898" y="16978"/>
                  <a:pt x="14898" y="16590"/>
                </a:cubicBezTo>
                <a:cubicBezTo>
                  <a:pt x="14898" y="16202"/>
                  <a:pt x="15212" y="15888"/>
                  <a:pt x="15600" y="15888"/>
                </a:cubicBezTo>
                <a:cubicBezTo>
                  <a:pt x="15988" y="15888"/>
                  <a:pt x="16302" y="16202"/>
                  <a:pt x="16302" y="1659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钱包·新增</a:t>
            </a:r>
          </a:p>
        </p:txBody>
      </p:sp>
      <p:sp>
        <p:nvSpPr>
          <p:cNvPr id="109" name="SALE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960"/>
                </a:moveTo>
                <a:lnTo>
                  <a:pt x="16068" y="9960"/>
                </a:lnTo>
                <a:cubicBezTo>
                  <a:pt x="16671" y="9960"/>
                  <a:pt x="17160" y="10449"/>
                  <a:pt x="17160" y="11052"/>
                </a:cubicBezTo>
                <a:lnTo>
                  <a:pt x="17160" y="19788"/>
                </a:lnTo>
                <a:cubicBezTo>
                  <a:pt x="17160" y="20391"/>
                  <a:pt x="16671" y="20880"/>
                  <a:pt x="16068" y="20880"/>
                </a:cubicBezTo>
                <a:lnTo>
                  <a:pt x="2652" y="20880"/>
                </a:lnTo>
                <a:cubicBezTo>
                  <a:pt x="2049" y="20880"/>
                  <a:pt x="1560" y="20391"/>
                  <a:pt x="1560" y="19788"/>
                </a:cubicBezTo>
                <a:lnTo>
                  <a:pt x="1560" y="11052"/>
                </a:lnTo>
                <a:cubicBezTo>
                  <a:pt x="1560" y="10449"/>
                  <a:pt x="2049" y="9960"/>
                  <a:pt x="2652" y="9960"/>
                </a:cubicBezTo>
                <a:close/>
                <a:moveTo>
                  <a:pt x="1560" y="12300"/>
                </a:moveTo>
                <a:lnTo>
                  <a:pt x="14040" y="12300"/>
                </a:lnTo>
                <a:quadBezTo>
                  <a:pt x="14820" y="12300"/>
                  <a:pt x="14820" y="13080"/>
                </a:quadBezTo>
                <a:lnTo>
                  <a:pt x="14820" y="15420"/>
                </a:lnTo>
                <a:lnTo>
                  <a:pt x="17160" y="15420"/>
                </a:lnTo>
                <a:lnTo>
                  <a:pt x="17160" y="17760"/>
                </a:lnTo>
                <a:lnTo>
                  <a:pt x="14820" y="17760"/>
                </a:lnTo>
                <a:lnTo>
                  <a:pt x="14820" y="18540"/>
                </a:lnTo>
                <a:quadBezTo>
                  <a:pt x="14820" y="19320"/>
                  <a:pt x="14040" y="19320"/>
                </a:quadBezTo>
                <a:lnTo>
                  <a:pt x="1560" y="19320"/>
                </a:lnTo>
                <a:close/>
                <a:moveTo>
                  <a:pt x="16302" y="16590"/>
                </a:moveTo>
                <a:cubicBezTo>
                  <a:pt x="16302" y="16978"/>
                  <a:pt x="15988" y="17292"/>
                  <a:pt x="15600" y="17292"/>
                </a:cubicBezTo>
                <a:cubicBezTo>
                  <a:pt x="15212" y="17292"/>
                  <a:pt x="14898" y="16978"/>
                  <a:pt x="14898" y="16590"/>
                </a:cubicBezTo>
                <a:cubicBezTo>
                  <a:pt x="14898" y="16202"/>
                  <a:pt x="15212" y="15888"/>
                  <a:pt x="15600" y="15888"/>
                </a:cubicBezTo>
                <a:cubicBezTo>
                  <a:pt x="15988" y="15888"/>
                  <a:pt x="16302" y="16202"/>
                  <a:pt x="16302" y="1659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钱包·上升</a:t>
            </a:r>
          </a:p>
        </p:txBody>
      </p:sp>
      <p:sp>
        <p:nvSpPr>
          <p:cNvPr id="112" name="SALE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960"/>
                </a:moveTo>
                <a:lnTo>
                  <a:pt x="16068" y="9960"/>
                </a:lnTo>
                <a:cubicBezTo>
                  <a:pt x="16671" y="9960"/>
                  <a:pt x="17160" y="10449"/>
                  <a:pt x="17160" y="11052"/>
                </a:cubicBezTo>
                <a:lnTo>
                  <a:pt x="17160" y="19788"/>
                </a:lnTo>
                <a:cubicBezTo>
                  <a:pt x="17160" y="20391"/>
                  <a:pt x="16671" y="20880"/>
                  <a:pt x="16068" y="20880"/>
                </a:cubicBezTo>
                <a:lnTo>
                  <a:pt x="2652" y="20880"/>
                </a:lnTo>
                <a:cubicBezTo>
                  <a:pt x="2049" y="20880"/>
                  <a:pt x="1560" y="20391"/>
                  <a:pt x="1560" y="19788"/>
                </a:cubicBezTo>
                <a:lnTo>
                  <a:pt x="1560" y="11052"/>
                </a:lnTo>
                <a:cubicBezTo>
                  <a:pt x="1560" y="10449"/>
                  <a:pt x="2049" y="9960"/>
                  <a:pt x="2652" y="9960"/>
                </a:cubicBezTo>
                <a:close/>
                <a:moveTo>
                  <a:pt x="1560" y="12300"/>
                </a:moveTo>
                <a:lnTo>
                  <a:pt x="14040" y="12300"/>
                </a:lnTo>
                <a:quadBezTo>
                  <a:pt x="14820" y="12300"/>
                  <a:pt x="14820" y="13080"/>
                </a:quadBezTo>
                <a:lnTo>
                  <a:pt x="14820" y="15420"/>
                </a:lnTo>
                <a:lnTo>
                  <a:pt x="17160" y="15420"/>
                </a:lnTo>
                <a:lnTo>
                  <a:pt x="17160" y="17760"/>
                </a:lnTo>
                <a:lnTo>
                  <a:pt x="14820" y="17760"/>
                </a:lnTo>
                <a:lnTo>
                  <a:pt x="14820" y="18540"/>
                </a:lnTo>
                <a:quadBezTo>
                  <a:pt x="14820" y="19320"/>
                  <a:pt x="14040" y="19320"/>
                </a:quadBezTo>
                <a:lnTo>
                  <a:pt x="1560" y="19320"/>
                </a:lnTo>
                <a:close/>
                <a:moveTo>
                  <a:pt x="16302" y="16590"/>
                </a:moveTo>
                <a:cubicBezTo>
                  <a:pt x="16302" y="16978"/>
                  <a:pt x="15988" y="17292"/>
                  <a:pt x="15600" y="17292"/>
                </a:cubicBezTo>
                <a:cubicBezTo>
                  <a:pt x="15212" y="17292"/>
                  <a:pt x="14898" y="16978"/>
                  <a:pt x="14898" y="16590"/>
                </a:cubicBezTo>
                <a:cubicBezTo>
                  <a:pt x="14898" y="16202"/>
                  <a:pt x="15212" y="15888"/>
                  <a:pt x="15600" y="15888"/>
                </a:cubicBezTo>
                <a:cubicBezTo>
                  <a:pt x="15988" y="15888"/>
                  <a:pt x="16302" y="16202"/>
                  <a:pt x="16302" y="1659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钱包·下降</a:t>
            </a:r>
          </a:p>
        </p:txBody>
      </p:sp>
      <p:sp>
        <p:nvSpPr>
          <p:cNvPr id="115" name="SALE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960"/>
                </a:moveTo>
                <a:lnTo>
                  <a:pt x="16068" y="9960"/>
                </a:lnTo>
                <a:cubicBezTo>
                  <a:pt x="16671" y="9960"/>
                  <a:pt x="17160" y="10449"/>
                  <a:pt x="17160" y="11052"/>
                </a:cubicBezTo>
                <a:lnTo>
                  <a:pt x="17160" y="19788"/>
                </a:lnTo>
                <a:cubicBezTo>
                  <a:pt x="17160" y="20391"/>
                  <a:pt x="16671" y="20880"/>
                  <a:pt x="16068" y="20880"/>
                </a:cubicBezTo>
                <a:lnTo>
                  <a:pt x="2652" y="20880"/>
                </a:lnTo>
                <a:cubicBezTo>
                  <a:pt x="2049" y="20880"/>
                  <a:pt x="1560" y="20391"/>
                  <a:pt x="1560" y="19788"/>
                </a:cubicBezTo>
                <a:lnTo>
                  <a:pt x="1560" y="11052"/>
                </a:lnTo>
                <a:cubicBezTo>
                  <a:pt x="1560" y="10449"/>
                  <a:pt x="2049" y="9960"/>
                  <a:pt x="2652" y="9960"/>
                </a:cubicBezTo>
                <a:close/>
                <a:moveTo>
                  <a:pt x="1560" y="12300"/>
                </a:moveTo>
                <a:lnTo>
                  <a:pt x="14040" y="12300"/>
                </a:lnTo>
                <a:quadBezTo>
                  <a:pt x="14820" y="12300"/>
                  <a:pt x="14820" y="13080"/>
                </a:quadBezTo>
                <a:lnTo>
                  <a:pt x="14820" y="15420"/>
                </a:lnTo>
                <a:lnTo>
                  <a:pt x="17160" y="15420"/>
                </a:lnTo>
                <a:lnTo>
                  <a:pt x="17160" y="17760"/>
                </a:lnTo>
                <a:lnTo>
                  <a:pt x="14820" y="17760"/>
                </a:lnTo>
                <a:lnTo>
                  <a:pt x="14820" y="18540"/>
                </a:lnTo>
                <a:quadBezTo>
                  <a:pt x="14820" y="19320"/>
                  <a:pt x="14040" y="19320"/>
                </a:quadBezTo>
                <a:lnTo>
                  <a:pt x="1560" y="19320"/>
                </a:lnTo>
                <a:close/>
                <a:moveTo>
                  <a:pt x="16302" y="16590"/>
                </a:moveTo>
                <a:cubicBezTo>
                  <a:pt x="16302" y="16978"/>
                  <a:pt x="15988" y="17292"/>
                  <a:pt x="15600" y="17292"/>
                </a:cubicBezTo>
                <a:cubicBezTo>
                  <a:pt x="15212" y="17292"/>
                  <a:pt x="14898" y="16978"/>
                  <a:pt x="14898" y="16590"/>
                </a:cubicBezTo>
                <a:cubicBezTo>
                  <a:pt x="14898" y="16202"/>
                  <a:pt x="15212" y="15888"/>
                  <a:pt x="15600" y="15888"/>
                </a:cubicBezTo>
                <a:cubicBezTo>
                  <a:pt x="15988" y="15888"/>
                  <a:pt x="16302" y="16202"/>
                  <a:pt x="16302" y="1659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钱包·重点</a:t>
            </a:r>
          </a:p>
        </p:txBody>
      </p:sp>
      <p:sp>
        <p:nvSpPr>
          <p:cNvPr id="118" name="SALE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400" y="4000"/>
                </a:moveTo>
                <a:lnTo>
                  <a:pt x="12600" y="4000"/>
                </a:lnTo>
                <a:cubicBezTo>
                  <a:pt x="12821" y="4000"/>
                  <a:pt x="13000" y="4179"/>
                  <a:pt x="13000" y="4400"/>
                </a:cubicBezTo>
                <a:lnTo>
                  <a:pt x="13000" y="20600"/>
                </a:lnTo>
                <a:cubicBezTo>
                  <a:pt x="13000" y="20821"/>
                  <a:pt x="12821" y="21000"/>
                  <a:pt x="12600" y="21000"/>
                </a:cubicBezTo>
                <a:lnTo>
                  <a:pt x="11400" y="21000"/>
                </a:lnTo>
                <a:cubicBezTo>
                  <a:pt x="11179" y="21000"/>
                  <a:pt x="11000" y="20821"/>
                  <a:pt x="11000" y="20600"/>
                </a:cubicBezTo>
                <a:lnTo>
                  <a:pt x="11000" y="4400"/>
                </a:lnTo>
                <a:cubicBezTo>
                  <a:pt x="11000" y="4179"/>
                  <a:pt x="11179" y="4000"/>
                  <a:pt x="11400" y="4000"/>
                </a:cubicBezTo>
                <a:close/>
                <a:moveTo>
                  <a:pt x="4300" y="8000"/>
                </a:moveTo>
                <a:lnTo>
                  <a:pt x="19700" y="8000"/>
                </a:lnTo>
                <a:cubicBezTo>
                  <a:pt x="19866" y="8000"/>
                  <a:pt x="20000" y="8134"/>
                  <a:pt x="20000" y="8300"/>
                </a:cubicBezTo>
                <a:lnTo>
                  <a:pt x="20000" y="8900"/>
                </a:lnTo>
                <a:cubicBezTo>
                  <a:pt x="20000" y="9066"/>
                  <a:pt x="19866" y="9200"/>
                  <a:pt x="19700" y="9200"/>
                </a:cubicBezTo>
                <a:lnTo>
                  <a:pt x="4300" y="9200"/>
                </a:lnTo>
                <a:cubicBezTo>
                  <a:pt x="4134" y="9200"/>
                  <a:pt x="4000" y="9066"/>
                  <a:pt x="4000" y="8900"/>
                </a:cubicBezTo>
                <a:lnTo>
                  <a:pt x="4000" y="8300"/>
                </a:lnTo>
                <a:cubicBezTo>
                  <a:pt x="4000" y="8134"/>
                  <a:pt x="4134" y="8000"/>
                  <a:pt x="4300" y="8000"/>
                </a:cubicBezTo>
                <a:close/>
                <a:moveTo>
                  <a:pt x="4000" y="9000"/>
                </a:moveTo>
                <a:lnTo>
                  <a:pt x="1000" y="14000"/>
                </a:lnTo>
                <a:lnTo>
                  <a:pt x="7000" y="14000"/>
                </a:lnTo>
                <a:close/>
                <a:moveTo>
                  <a:pt x="20000" y="9000"/>
                </a:moveTo>
                <a:lnTo>
                  <a:pt x="17000" y="14000"/>
                </a:lnTo>
                <a:lnTo>
                  <a:pt x="23000" y="14000"/>
                </a:lnTo>
                <a:close/>
                <a:moveTo>
                  <a:pt x="8300" y="21000"/>
                </a:moveTo>
                <a:lnTo>
                  <a:pt x="15700" y="21000"/>
                </a:lnTo>
                <a:cubicBezTo>
                  <a:pt x="15866" y="21000"/>
                  <a:pt x="16000" y="21134"/>
                  <a:pt x="16000" y="21300"/>
                </a:cubicBezTo>
                <a:lnTo>
                  <a:pt x="16000" y="21700"/>
                </a:lnTo>
                <a:cubicBezTo>
                  <a:pt x="16000" y="21866"/>
                  <a:pt x="15866" y="22000"/>
                  <a:pt x="15700" y="22000"/>
                </a:cubicBezTo>
                <a:lnTo>
                  <a:pt x="8300" y="22000"/>
                </a:lnTo>
                <a:cubicBezTo>
                  <a:pt x="8134" y="22000"/>
                  <a:pt x="8000" y="21866"/>
                  <a:pt x="8000" y="21700"/>
                </a:cubicBezTo>
                <a:lnTo>
                  <a:pt x="8000" y="21300"/>
                </a:lnTo>
                <a:cubicBezTo>
                  <a:pt x="8000" y="21134"/>
                  <a:pt x="8134" y="21000"/>
                  <a:pt x="83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天平</a:t>
            </a:r>
          </a:p>
        </p:txBody>
      </p:sp>
      <p:sp>
        <p:nvSpPr>
          <p:cNvPr id="121" name="SALE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3354" y="11520"/>
                </a:moveTo>
                <a:lnTo>
                  <a:pt x="15366" y="11520"/>
                </a:lnTo>
                <a:cubicBezTo>
                  <a:pt x="15495" y="11520"/>
                  <a:pt x="15600" y="11625"/>
                  <a:pt x="15600" y="11754"/>
                </a:cubicBezTo>
                <a:lnTo>
                  <a:pt x="15600" y="12222"/>
                </a:lnTo>
                <a:cubicBezTo>
                  <a:pt x="15600" y="12351"/>
                  <a:pt x="15495" y="12456"/>
                  <a:pt x="15366" y="12456"/>
                </a:cubicBezTo>
                <a:lnTo>
                  <a:pt x="3354" y="12456"/>
                </a:lnTo>
                <a:cubicBezTo>
                  <a:pt x="3225" y="12456"/>
                  <a:pt x="3120" y="12351"/>
                  <a:pt x="3120" y="12222"/>
                </a:cubicBezTo>
                <a:lnTo>
                  <a:pt x="3120" y="11754"/>
                </a:lnTo>
                <a:cubicBezTo>
                  <a:pt x="3120" y="11625"/>
                  <a:pt x="3225" y="11520"/>
                  <a:pt x="3354" y="11520"/>
                </a:cubicBezTo>
                <a:close/>
                <a:moveTo>
                  <a:pt x="3120" y="12300"/>
                </a:moveTo>
                <a:lnTo>
                  <a:pt x="780" y="16200"/>
                </a:lnTo>
                <a:lnTo>
                  <a:pt x="5460" y="16200"/>
                </a:lnTo>
                <a:close/>
                <a:moveTo>
                  <a:pt x="15600" y="12300"/>
                </a:moveTo>
                <a:lnTo>
                  <a:pt x="13260" y="16200"/>
                </a:lnTo>
                <a:lnTo>
                  <a:pt x="17940" y="1620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天平·已验证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04_服销增长转化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SALE · 第 3/3 页 · 共 83 个</a:t>
            </a:r>
          </a:p>
        </p:txBody>
      </p:sp>
      <p:sp>
        <p:nvSpPr>
          <p:cNvPr id="4" name="SALE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3354" y="11520"/>
                </a:moveTo>
                <a:lnTo>
                  <a:pt x="15366" y="11520"/>
                </a:lnTo>
                <a:cubicBezTo>
                  <a:pt x="15495" y="11520"/>
                  <a:pt x="15600" y="11625"/>
                  <a:pt x="15600" y="11754"/>
                </a:cubicBezTo>
                <a:lnTo>
                  <a:pt x="15600" y="12222"/>
                </a:lnTo>
                <a:cubicBezTo>
                  <a:pt x="15600" y="12351"/>
                  <a:pt x="15495" y="12456"/>
                  <a:pt x="15366" y="12456"/>
                </a:cubicBezTo>
                <a:lnTo>
                  <a:pt x="3354" y="12456"/>
                </a:lnTo>
                <a:cubicBezTo>
                  <a:pt x="3225" y="12456"/>
                  <a:pt x="3120" y="12351"/>
                  <a:pt x="3120" y="12222"/>
                </a:cubicBezTo>
                <a:lnTo>
                  <a:pt x="3120" y="11754"/>
                </a:lnTo>
                <a:cubicBezTo>
                  <a:pt x="3120" y="11625"/>
                  <a:pt x="3225" y="11520"/>
                  <a:pt x="3354" y="11520"/>
                </a:cubicBezTo>
                <a:close/>
                <a:moveTo>
                  <a:pt x="3120" y="12300"/>
                </a:moveTo>
                <a:lnTo>
                  <a:pt x="780" y="16200"/>
                </a:lnTo>
                <a:lnTo>
                  <a:pt x="5460" y="16200"/>
                </a:lnTo>
                <a:close/>
                <a:moveTo>
                  <a:pt x="15600" y="12300"/>
                </a:moveTo>
                <a:lnTo>
                  <a:pt x="13260" y="16200"/>
                </a:lnTo>
                <a:lnTo>
                  <a:pt x="17940" y="1620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天平·新增</a:t>
            </a:r>
          </a:p>
        </p:txBody>
      </p:sp>
      <p:sp>
        <p:nvSpPr>
          <p:cNvPr id="7" name="SALE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3354" y="11520"/>
                </a:moveTo>
                <a:lnTo>
                  <a:pt x="15366" y="11520"/>
                </a:lnTo>
                <a:cubicBezTo>
                  <a:pt x="15495" y="11520"/>
                  <a:pt x="15600" y="11625"/>
                  <a:pt x="15600" y="11754"/>
                </a:cubicBezTo>
                <a:lnTo>
                  <a:pt x="15600" y="12222"/>
                </a:lnTo>
                <a:cubicBezTo>
                  <a:pt x="15600" y="12351"/>
                  <a:pt x="15495" y="12456"/>
                  <a:pt x="15366" y="12456"/>
                </a:cubicBezTo>
                <a:lnTo>
                  <a:pt x="3354" y="12456"/>
                </a:lnTo>
                <a:cubicBezTo>
                  <a:pt x="3225" y="12456"/>
                  <a:pt x="3120" y="12351"/>
                  <a:pt x="3120" y="12222"/>
                </a:cubicBezTo>
                <a:lnTo>
                  <a:pt x="3120" y="11754"/>
                </a:lnTo>
                <a:cubicBezTo>
                  <a:pt x="3120" y="11625"/>
                  <a:pt x="3225" y="11520"/>
                  <a:pt x="3354" y="11520"/>
                </a:cubicBezTo>
                <a:close/>
                <a:moveTo>
                  <a:pt x="3120" y="12300"/>
                </a:moveTo>
                <a:lnTo>
                  <a:pt x="780" y="16200"/>
                </a:lnTo>
                <a:lnTo>
                  <a:pt x="5460" y="16200"/>
                </a:lnTo>
                <a:close/>
                <a:moveTo>
                  <a:pt x="15600" y="12300"/>
                </a:moveTo>
                <a:lnTo>
                  <a:pt x="13260" y="16200"/>
                </a:lnTo>
                <a:lnTo>
                  <a:pt x="17940" y="1620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天平·上升</a:t>
            </a:r>
          </a:p>
        </p:txBody>
      </p:sp>
      <p:sp>
        <p:nvSpPr>
          <p:cNvPr id="10" name="SALE-08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3354" y="11520"/>
                </a:moveTo>
                <a:lnTo>
                  <a:pt x="15366" y="11520"/>
                </a:lnTo>
                <a:cubicBezTo>
                  <a:pt x="15495" y="11520"/>
                  <a:pt x="15600" y="11625"/>
                  <a:pt x="15600" y="11754"/>
                </a:cubicBezTo>
                <a:lnTo>
                  <a:pt x="15600" y="12222"/>
                </a:lnTo>
                <a:cubicBezTo>
                  <a:pt x="15600" y="12351"/>
                  <a:pt x="15495" y="12456"/>
                  <a:pt x="15366" y="12456"/>
                </a:cubicBezTo>
                <a:lnTo>
                  <a:pt x="3354" y="12456"/>
                </a:lnTo>
                <a:cubicBezTo>
                  <a:pt x="3225" y="12456"/>
                  <a:pt x="3120" y="12351"/>
                  <a:pt x="3120" y="12222"/>
                </a:cubicBezTo>
                <a:lnTo>
                  <a:pt x="3120" y="11754"/>
                </a:lnTo>
                <a:cubicBezTo>
                  <a:pt x="3120" y="11625"/>
                  <a:pt x="3225" y="11520"/>
                  <a:pt x="3354" y="11520"/>
                </a:cubicBezTo>
                <a:close/>
                <a:moveTo>
                  <a:pt x="3120" y="12300"/>
                </a:moveTo>
                <a:lnTo>
                  <a:pt x="780" y="16200"/>
                </a:lnTo>
                <a:lnTo>
                  <a:pt x="5460" y="16200"/>
                </a:lnTo>
                <a:close/>
                <a:moveTo>
                  <a:pt x="15600" y="12300"/>
                </a:moveTo>
                <a:lnTo>
                  <a:pt x="13260" y="16200"/>
                </a:lnTo>
                <a:lnTo>
                  <a:pt x="17940" y="1620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18400" y="2400"/>
                </a:moveTo>
                <a:lnTo>
                  <a:pt x="18400" y="5200"/>
                </a:lnTo>
                <a:lnTo>
                  <a:pt x="17500" y="5200"/>
                </a:lnTo>
                <a:lnTo>
                  <a:pt x="19000" y="7600"/>
                </a:lnTo>
                <a:lnTo>
                  <a:pt x="20500" y="5200"/>
                </a:lnTo>
                <a:lnTo>
                  <a:pt x="19600" y="5200"/>
                </a:lnTo>
                <a:lnTo>
                  <a:pt x="19600" y="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SALE-083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天平·下降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05_风险合规管控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RISK · 83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05_风险合规管控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RISK · 第 1/3 页 · 共 83 个</a:t>
            </a:r>
          </a:p>
        </p:txBody>
      </p:sp>
      <p:sp>
        <p:nvSpPr>
          <p:cNvPr id="4" name="RISK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2000"/>
                </a:moveTo>
                <a:lnTo>
                  <a:pt x="21000" y="5000"/>
                </a:lnTo>
                <a:lnTo>
                  <a:pt x="21000" y="13000"/>
                </a:lnTo>
                <a:cubicBezTo>
                  <a:pt x="21000" y="21000"/>
                  <a:pt x="17400" y="22000"/>
                  <a:pt x="12000" y="22000"/>
                </a:cubicBezTo>
                <a:cubicBezTo>
                  <a:pt x="6600" y="22000"/>
                  <a:pt x="3000" y="21000"/>
                  <a:pt x="3000" y="13000"/>
                </a:cubicBezTo>
                <a:lnTo>
                  <a:pt x="30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盾牌防护</a:t>
            </a:r>
          </a:p>
        </p:txBody>
      </p:sp>
      <p:sp>
        <p:nvSpPr>
          <p:cNvPr id="7" name="RISK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lnTo>
                  <a:pt x="16380" y="9180"/>
                </a:lnTo>
                <a:lnTo>
                  <a:pt x="16380" y="15420"/>
                </a:lnTo>
                <a:cubicBezTo>
                  <a:pt x="16380" y="21660"/>
                  <a:pt x="13572" y="22440"/>
                  <a:pt x="9360" y="22440"/>
                </a:cubicBezTo>
                <a:cubicBezTo>
                  <a:pt x="5148" y="22440"/>
                  <a:pt x="2340" y="21660"/>
                  <a:pt x="2340" y="15420"/>
                </a:cubicBezTo>
                <a:lnTo>
                  <a:pt x="2340" y="918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盾牌防护·预警</a:t>
            </a:r>
          </a:p>
        </p:txBody>
      </p:sp>
      <p:sp>
        <p:nvSpPr>
          <p:cNvPr id="10" name="RISK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lnTo>
                  <a:pt x="16380" y="9180"/>
                </a:lnTo>
                <a:lnTo>
                  <a:pt x="16380" y="15420"/>
                </a:lnTo>
                <a:cubicBezTo>
                  <a:pt x="16380" y="21660"/>
                  <a:pt x="13572" y="22440"/>
                  <a:pt x="9360" y="22440"/>
                </a:cubicBezTo>
                <a:cubicBezTo>
                  <a:pt x="5148" y="22440"/>
                  <a:pt x="2340" y="21660"/>
                  <a:pt x="2340" y="15420"/>
                </a:cubicBezTo>
                <a:lnTo>
                  <a:pt x="2340" y="918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盾牌防护·加锁</a:t>
            </a:r>
          </a:p>
        </p:txBody>
      </p:sp>
      <p:sp>
        <p:nvSpPr>
          <p:cNvPr id="13" name="RISK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lnTo>
                  <a:pt x="16380" y="9180"/>
                </a:lnTo>
                <a:lnTo>
                  <a:pt x="16380" y="15420"/>
                </a:lnTo>
                <a:cubicBezTo>
                  <a:pt x="16380" y="21660"/>
                  <a:pt x="13572" y="22440"/>
                  <a:pt x="9360" y="22440"/>
                </a:cubicBezTo>
                <a:cubicBezTo>
                  <a:pt x="5148" y="22440"/>
                  <a:pt x="2340" y="21660"/>
                  <a:pt x="2340" y="15420"/>
                </a:cubicBezTo>
                <a:lnTo>
                  <a:pt x="2340" y="918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盾牌防护·洞察</a:t>
            </a:r>
          </a:p>
        </p:txBody>
      </p:sp>
      <p:sp>
        <p:nvSpPr>
          <p:cNvPr id="16" name="RISK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lnTo>
                  <a:pt x="16380" y="9180"/>
                </a:lnTo>
                <a:lnTo>
                  <a:pt x="16380" y="15420"/>
                </a:lnTo>
                <a:cubicBezTo>
                  <a:pt x="16380" y="21660"/>
                  <a:pt x="13572" y="22440"/>
                  <a:pt x="9360" y="22440"/>
                </a:cubicBezTo>
                <a:cubicBezTo>
                  <a:pt x="5148" y="22440"/>
                  <a:pt x="2340" y="21660"/>
                  <a:pt x="2340" y="15420"/>
                </a:cubicBezTo>
                <a:lnTo>
                  <a:pt x="2340" y="918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盾牌防护·已验证</a:t>
            </a:r>
          </a:p>
        </p:txBody>
      </p:sp>
      <p:sp>
        <p:nvSpPr>
          <p:cNvPr id="19" name="RISK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lnTo>
                  <a:pt x="16380" y="9180"/>
                </a:lnTo>
                <a:lnTo>
                  <a:pt x="16380" y="15420"/>
                </a:lnTo>
                <a:cubicBezTo>
                  <a:pt x="16380" y="21660"/>
                  <a:pt x="13572" y="22440"/>
                  <a:pt x="9360" y="22440"/>
                </a:cubicBezTo>
                <a:cubicBezTo>
                  <a:pt x="5148" y="22440"/>
                  <a:pt x="2340" y="21660"/>
                  <a:pt x="2340" y="15420"/>
                </a:cubicBezTo>
                <a:lnTo>
                  <a:pt x="2340" y="9180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盾牌防护·失效</a:t>
            </a:r>
          </a:p>
        </p:txBody>
      </p:sp>
      <p:sp>
        <p:nvSpPr>
          <p:cNvPr id="22" name="RISK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500" y="9000"/>
                </a:moveTo>
                <a:lnTo>
                  <a:pt x="16500" y="9000"/>
                </a:lnTo>
                <a:cubicBezTo>
                  <a:pt x="17328" y="9000"/>
                  <a:pt x="18000" y="9672"/>
                  <a:pt x="18000" y="10500"/>
                </a:cubicBezTo>
                <a:lnTo>
                  <a:pt x="18000" y="17500"/>
                </a:lnTo>
                <a:cubicBezTo>
                  <a:pt x="18000" y="18328"/>
                  <a:pt x="17328" y="19000"/>
                  <a:pt x="16500" y="19000"/>
                </a:cubicBezTo>
                <a:lnTo>
                  <a:pt x="7500" y="19000"/>
                </a:lnTo>
                <a:cubicBezTo>
                  <a:pt x="6672" y="19000"/>
                  <a:pt x="6000" y="18328"/>
                  <a:pt x="6000" y="17500"/>
                </a:cubicBezTo>
                <a:lnTo>
                  <a:pt x="6000" y="10500"/>
                </a:lnTo>
                <a:cubicBezTo>
                  <a:pt x="6000" y="9672"/>
                  <a:pt x="6672" y="9000"/>
                  <a:pt x="7500" y="9000"/>
                </a:cubicBezTo>
                <a:close/>
                <a:moveTo>
                  <a:pt x="8500" y="9000"/>
                </a:moveTo>
                <a:lnTo>
                  <a:pt x="8500" y="5500"/>
                </a:lnTo>
                <a:cubicBezTo>
                  <a:pt x="8500" y="2500"/>
                  <a:pt x="15500" y="2500"/>
                  <a:pt x="15500" y="5500"/>
                </a:cubicBezTo>
                <a:lnTo>
                  <a:pt x="15500" y="9000"/>
                </a:lnTo>
                <a:lnTo>
                  <a:pt x="13800" y="9000"/>
                </a:lnTo>
                <a:lnTo>
                  <a:pt x="13800" y="5600"/>
                </a:lnTo>
                <a:cubicBezTo>
                  <a:pt x="13800" y="3800"/>
                  <a:pt x="10200" y="3800"/>
                  <a:pt x="10200" y="5600"/>
                </a:cubicBezTo>
                <a:lnTo>
                  <a:pt x="10200" y="9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加锁</a:t>
            </a:r>
          </a:p>
        </p:txBody>
      </p:sp>
      <p:sp>
        <p:nvSpPr>
          <p:cNvPr id="25" name="RISK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850" y="12300"/>
                </a:moveTo>
                <a:lnTo>
                  <a:pt x="12870" y="12300"/>
                </a:lnTo>
                <a:cubicBezTo>
                  <a:pt x="13516" y="12300"/>
                  <a:pt x="14040" y="12824"/>
                  <a:pt x="14040" y="13470"/>
                </a:cubicBezTo>
                <a:lnTo>
                  <a:pt x="14040" y="18930"/>
                </a:lnTo>
                <a:cubicBezTo>
                  <a:pt x="14040" y="19576"/>
                  <a:pt x="13516" y="20100"/>
                  <a:pt x="12870" y="20100"/>
                </a:cubicBezTo>
                <a:lnTo>
                  <a:pt x="5850" y="20100"/>
                </a:lnTo>
                <a:cubicBezTo>
                  <a:pt x="5204" y="20100"/>
                  <a:pt x="4680" y="19576"/>
                  <a:pt x="4680" y="18930"/>
                </a:cubicBezTo>
                <a:lnTo>
                  <a:pt x="4680" y="13470"/>
                </a:lnTo>
                <a:cubicBezTo>
                  <a:pt x="4680" y="12824"/>
                  <a:pt x="5204" y="12300"/>
                  <a:pt x="5850" y="12300"/>
                </a:cubicBezTo>
                <a:close/>
                <a:moveTo>
                  <a:pt x="6630" y="12300"/>
                </a:moveTo>
                <a:lnTo>
                  <a:pt x="6630" y="9570"/>
                </a:lnTo>
                <a:cubicBezTo>
                  <a:pt x="6630" y="7230"/>
                  <a:pt x="12090" y="7230"/>
                  <a:pt x="12090" y="9570"/>
                </a:cubicBezTo>
                <a:lnTo>
                  <a:pt x="12090" y="12300"/>
                </a:lnTo>
                <a:lnTo>
                  <a:pt x="10764" y="12300"/>
                </a:lnTo>
                <a:lnTo>
                  <a:pt x="10764" y="9648"/>
                </a:lnTo>
                <a:cubicBezTo>
                  <a:pt x="10764" y="8244"/>
                  <a:pt x="7956" y="8244"/>
                  <a:pt x="7956" y="9648"/>
                </a:cubicBezTo>
                <a:lnTo>
                  <a:pt x="7956" y="1230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加锁·预警</a:t>
            </a:r>
          </a:p>
        </p:txBody>
      </p:sp>
      <p:sp>
        <p:nvSpPr>
          <p:cNvPr id="28" name="RISK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850" y="12300"/>
                </a:moveTo>
                <a:lnTo>
                  <a:pt x="12870" y="12300"/>
                </a:lnTo>
                <a:cubicBezTo>
                  <a:pt x="13516" y="12300"/>
                  <a:pt x="14040" y="12824"/>
                  <a:pt x="14040" y="13470"/>
                </a:cubicBezTo>
                <a:lnTo>
                  <a:pt x="14040" y="18930"/>
                </a:lnTo>
                <a:cubicBezTo>
                  <a:pt x="14040" y="19576"/>
                  <a:pt x="13516" y="20100"/>
                  <a:pt x="12870" y="20100"/>
                </a:cubicBezTo>
                <a:lnTo>
                  <a:pt x="5850" y="20100"/>
                </a:lnTo>
                <a:cubicBezTo>
                  <a:pt x="5204" y="20100"/>
                  <a:pt x="4680" y="19576"/>
                  <a:pt x="4680" y="18930"/>
                </a:cubicBezTo>
                <a:lnTo>
                  <a:pt x="4680" y="13470"/>
                </a:lnTo>
                <a:cubicBezTo>
                  <a:pt x="4680" y="12824"/>
                  <a:pt x="5204" y="12300"/>
                  <a:pt x="5850" y="12300"/>
                </a:cubicBezTo>
                <a:close/>
                <a:moveTo>
                  <a:pt x="6630" y="12300"/>
                </a:moveTo>
                <a:lnTo>
                  <a:pt x="6630" y="9570"/>
                </a:lnTo>
                <a:cubicBezTo>
                  <a:pt x="6630" y="7230"/>
                  <a:pt x="12090" y="7230"/>
                  <a:pt x="12090" y="9570"/>
                </a:cubicBezTo>
                <a:lnTo>
                  <a:pt x="12090" y="12300"/>
                </a:lnTo>
                <a:lnTo>
                  <a:pt x="10764" y="12300"/>
                </a:lnTo>
                <a:lnTo>
                  <a:pt x="10764" y="9648"/>
                </a:lnTo>
                <a:cubicBezTo>
                  <a:pt x="10764" y="8244"/>
                  <a:pt x="7956" y="8244"/>
                  <a:pt x="7956" y="9648"/>
                </a:cubicBezTo>
                <a:lnTo>
                  <a:pt x="7956" y="1230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加锁·加锁</a:t>
            </a:r>
          </a:p>
        </p:txBody>
      </p:sp>
      <p:sp>
        <p:nvSpPr>
          <p:cNvPr id="31" name="RISK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850" y="12300"/>
                </a:moveTo>
                <a:lnTo>
                  <a:pt x="12870" y="12300"/>
                </a:lnTo>
                <a:cubicBezTo>
                  <a:pt x="13516" y="12300"/>
                  <a:pt x="14040" y="12824"/>
                  <a:pt x="14040" y="13470"/>
                </a:cubicBezTo>
                <a:lnTo>
                  <a:pt x="14040" y="18930"/>
                </a:lnTo>
                <a:cubicBezTo>
                  <a:pt x="14040" y="19576"/>
                  <a:pt x="13516" y="20100"/>
                  <a:pt x="12870" y="20100"/>
                </a:cubicBezTo>
                <a:lnTo>
                  <a:pt x="5850" y="20100"/>
                </a:lnTo>
                <a:cubicBezTo>
                  <a:pt x="5204" y="20100"/>
                  <a:pt x="4680" y="19576"/>
                  <a:pt x="4680" y="18930"/>
                </a:cubicBezTo>
                <a:lnTo>
                  <a:pt x="4680" y="13470"/>
                </a:lnTo>
                <a:cubicBezTo>
                  <a:pt x="4680" y="12824"/>
                  <a:pt x="5204" y="12300"/>
                  <a:pt x="5850" y="12300"/>
                </a:cubicBezTo>
                <a:close/>
                <a:moveTo>
                  <a:pt x="6630" y="12300"/>
                </a:moveTo>
                <a:lnTo>
                  <a:pt x="6630" y="9570"/>
                </a:lnTo>
                <a:cubicBezTo>
                  <a:pt x="6630" y="7230"/>
                  <a:pt x="12090" y="7230"/>
                  <a:pt x="12090" y="9570"/>
                </a:cubicBezTo>
                <a:lnTo>
                  <a:pt x="12090" y="12300"/>
                </a:lnTo>
                <a:lnTo>
                  <a:pt x="10764" y="12300"/>
                </a:lnTo>
                <a:lnTo>
                  <a:pt x="10764" y="9648"/>
                </a:lnTo>
                <a:cubicBezTo>
                  <a:pt x="10764" y="8244"/>
                  <a:pt x="7956" y="8244"/>
                  <a:pt x="7956" y="9648"/>
                </a:cubicBezTo>
                <a:lnTo>
                  <a:pt x="7956" y="1230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加锁·洞察</a:t>
            </a:r>
          </a:p>
        </p:txBody>
      </p:sp>
      <p:sp>
        <p:nvSpPr>
          <p:cNvPr id="34" name="RISK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850" y="12300"/>
                </a:moveTo>
                <a:lnTo>
                  <a:pt x="12870" y="12300"/>
                </a:lnTo>
                <a:cubicBezTo>
                  <a:pt x="13516" y="12300"/>
                  <a:pt x="14040" y="12824"/>
                  <a:pt x="14040" y="13470"/>
                </a:cubicBezTo>
                <a:lnTo>
                  <a:pt x="14040" y="18930"/>
                </a:lnTo>
                <a:cubicBezTo>
                  <a:pt x="14040" y="19576"/>
                  <a:pt x="13516" y="20100"/>
                  <a:pt x="12870" y="20100"/>
                </a:cubicBezTo>
                <a:lnTo>
                  <a:pt x="5850" y="20100"/>
                </a:lnTo>
                <a:cubicBezTo>
                  <a:pt x="5204" y="20100"/>
                  <a:pt x="4680" y="19576"/>
                  <a:pt x="4680" y="18930"/>
                </a:cubicBezTo>
                <a:lnTo>
                  <a:pt x="4680" y="13470"/>
                </a:lnTo>
                <a:cubicBezTo>
                  <a:pt x="4680" y="12824"/>
                  <a:pt x="5204" y="12300"/>
                  <a:pt x="5850" y="12300"/>
                </a:cubicBezTo>
                <a:close/>
                <a:moveTo>
                  <a:pt x="6630" y="12300"/>
                </a:moveTo>
                <a:lnTo>
                  <a:pt x="6630" y="9570"/>
                </a:lnTo>
                <a:cubicBezTo>
                  <a:pt x="6630" y="7230"/>
                  <a:pt x="12090" y="7230"/>
                  <a:pt x="12090" y="9570"/>
                </a:cubicBezTo>
                <a:lnTo>
                  <a:pt x="12090" y="12300"/>
                </a:lnTo>
                <a:lnTo>
                  <a:pt x="10764" y="12300"/>
                </a:lnTo>
                <a:lnTo>
                  <a:pt x="10764" y="9648"/>
                </a:lnTo>
                <a:cubicBezTo>
                  <a:pt x="10764" y="8244"/>
                  <a:pt x="7956" y="8244"/>
                  <a:pt x="7956" y="9648"/>
                </a:cubicBezTo>
                <a:lnTo>
                  <a:pt x="7956" y="1230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加锁·已验证</a:t>
            </a:r>
          </a:p>
        </p:txBody>
      </p:sp>
      <p:sp>
        <p:nvSpPr>
          <p:cNvPr id="37" name="RISK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850" y="12300"/>
                </a:moveTo>
                <a:lnTo>
                  <a:pt x="12870" y="12300"/>
                </a:lnTo>
                <a:cubicBezTo>
                  <a:pt x="13516" y="12300"/>
                  <a:pt x="14040" y="12824"/>
                  <a:pt x="14040" y="13470"/>
                </a:cubicBezTo>
                <a:lnTo>
                  <a:pt x="14040" y="18930"/>
                </a:lnTo>
                <a:cubicBezTo>
                  <a:pt x="14040" y="19576"/>
                  <a:pt x="13516" y="20100"/>
                  <a:pt x="12870" y="20100"/>
                </a:cubicBezTo>
                <a:lnTo>
                  <a:pt x="5850" y="20100"/>
                </a:lnTo>
                <a:cubicBezTo>
                  <a:pt x="5204" y="20100"/>
                  <a:pt x="4680" y="19576"/>
                  <a:pt x="4680" y="18930"/>
                </a:cubicBezTo>
                <a:lnTo>
                  <a:pt x="4680" y="13470"/>
                </a:lnTo>
                <a:cubicBezTo>
                  <a:pt x="4680" y="12824"/>
                  <a:pt x="5204" y="12300"/>
                  <a:pt x="5850" y="12300"/>
                </a:cubicBezTo>
                <a:close/>
                <a:moveTo>
                  <a:pt x="6630" y="12300"/>
                </a:moveTo>
                <a:lnTo>
                  <a:pt x="6630" y="9570"/>
                </a:lnTo>
                <a:cubicBezTo>
                  <a:pt x="6630" y="7230"/>
                  <a:pt x="12090" y="7230"/>
                  <a:pt x="12090" y="9570"/>
                </a:cubicBezTo>
                <a:lnTo>
                  <a:pt x="12090" y="12300"/>
                </a:lnTo>
                <a:lnTo>
                  <a:pt x="10764" y="12300"/>
                </a:lnTo>
                <a:lnTo>
                  <a:pt x="10764" y="9648"/>
                </a:lnTo>
                <a:cubicBezTo>
                  <a:pt x="10764" y="8244"/>
                  <a:pt x="7956" y="8244"/>
                  <a:pt x="7956" y="9648"/>
                </a:cubicBezTo>
                <a:lnTo>
                  <a:pt x="7956" y="12300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加锁·失效</a:t>
            </a:r>
          </a:p>
        </p:txBody>
      </p:sp>
      <p:sp>
        <p:nvSpPr>
          <p:cNvPr id="40" name="RISK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2500"/>
                </a:moveTo>
                <a:lnTo>
                  <a:pt x="22000" y="21000"/>
                </a:lnTo>
                <a:lnTo>
                  <a:pt x="2000" y="21000"/>
                </a:lnTo>
                <a:close/>
                <a:moveTo>
                  <a:pt x="11700" y="9000"/>
                </a:moveTo>
                <a:lnTo>
                  <a:pt x="12300" y="9000"/>
                </a:lnTo>
                <a:cubicBezTo>
                  <a:pt x="12576" y="9000"/>
                  <a:pt x="12800" y="9224"/>
                  <a:pt x="12800" y="9500"/>
                </a:cubicBezTo>
                <a:lnTo>
                  <a:pt x="12800" y="14500"/>
                </a:lnTo>
                <a:cubicBezTo>
                  <a:pt x="12800" y="14776"/>
                  <a:pt x="12576" y="15000"/>
                  <a:pt x="12300" y="15000"/>
                </a:cubicBezTo>
                <a:lnTo>
                  <a:pt x="11700" y="15000"/>
                </a:lnTo>
                <a:cubicBezTo>
                  <a:pt x="11424" y="15000"/>
                  <a:pt x="11200" y="14776"/>
                  <a:pt x="11200" y="14500"/>
                </a:cubicBezTo>
                <a:lnTo>
                  <a:pt x="11200" y="9500"/>
                </a:lnTo>
                <a:cubicBezTo>
                  <a:pt x="11200" y="9224"/>
                  <a:pt x="11424" y="9000"/>
                  <a:pt x="11700" y="9000"/>
                </a:cubicBezTo>
                <a:close/>
                <a:moveTo>
                  <a:pt x="12900" y="17500"/>
                </a:moveTo>
                <a:cubicBezTo>
                  <a:pt x="12900" y="17997"/>
                  <a:pt x="12497" y="18400"/>
                  <a:pt x="12000" y="18400"/>
                </a:cubicBezTo>
                <a:cubicBezTo>
                  <a:pt x="11503" y="18400"/>
                  <a:pt x="11100" y="17997"/>
                  <a:pt x="11100" y="17500"/>
                </a:cubicBezTo>
                <a:cubicBezTo>
                  <a:pt x="11100" y="17003"/>
                  <a:pt x="11503" y="16600"/>
                  <a:pt x="12000" y="16600"/>
                </a:cubicBezTo>
                <a:cubicBezTo>
                  <a:pt x="12497" y="16600"/>
                  <a:pt x="12900" y="17003"/>
                  <a:pt x="12900" y="17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</a:t>
            </a:r>
          </a:p>
        </p:txBody>
      </p:sp>
      <p:sp>
        <p:nvSpPr>
          <p:cNvPr id="43" name="RISK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230"/>
                </a:moveTo>
                <a:lnTo>
                  <a:pt x="17160" y="21660"/>
                </a:lnTo>
                <a:lnTo>
                  <a:pt x="1560" y="21660"/>
                </a:lnTo>
                <a:close/>
                <a:moveTo>
                  <a:pt x="9126" y="12300"/>
                </a:moveTo>
                <a:lnTo>
                  <a:pt x="9594" y="12300"/>
                </a:lnTo>
                <a:cubicBezTo>
                  <a:pt x="9809" y="12300"/>
                  <a:pt x="9984" y="12475"/>
                  <a:pt x="9984" y="12690"/>
                </a:cubicBezTo>
                <a:lnTo>
                  <a:pt x="9984" y="16590"/>
                </a:lnTo>
                <a:cubicBezTo>
                  <a:pt x="9984" y="16805"/>
                  <a:pt x="9809" y="16980"/>
                  <a:pt x="9594" y="16980"/>
                </a:cubicBezTo>
                <a:lnTo>
                  <a:pt x="9126" y="16980"/>
                </a:lnTo>
                <a:cubicBezTo>
                  <a:pt x="8911" y="16980"/>
                  <a:pt x="8736" y="16805"/>
                  <a:pt x="8736" y="16590"/>
                </a:cubicBezTo>
                <a:lnTo>
                  <a:pt x="8736" y="12690"/>
                </a:lnTo>
                <a:cubicBezTo>
                  <a:pt x="8736" y="12475"/>
                  <a:pt x="8911" y="12300"/>
                  <a:pt x="9126" y="12300"/>
                </a:cubicBezTo>
                <a:close/>
                <a:moveTo>
                  <a:pt x="10062" y="18930"/>
                </a:moveTo>
                <a:cubicBezTo>
                  <a:pt x="10062" y="19318"/>
                  <a:pt x="9748" y="19632"/>
                  <a:pt x="9360" y="19632"/>
                </a:cubicBezTo>
                <a:cubicBezTo>
                  <a:pt x="8972" y="19632"/>
                  <a:pt x="8658" y="19318"/>
                  <a:pt x="8658" y="18930"/>
                </a:cubicBezTo>
                <a:cubicBezTo>
                  <a:pt x="8658" y="18542"/>
                  <a:pt x="8972" y="18228"/>
                  <a:pt x="9360" y="18228"/>
                </a:cubicBezTo>
                <a:cubicBezTo>
                  <a:pt x="9748" y="18228"/>
                  <a:pt x="10062" y="18542"/>
                  <a:pt x="10062" y="1893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警告三角·预警</a:t>
            </a:r>
          </a:p>
        </p:txBody>
      </p:sp>
      <p:sp>
        <p:nvSpPr>
          <p:cNvPr id="46" name="RISK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230"/>
                </a:moveTo>
                <a:lnTo>
                  <a:pt x="17160" y="21660"/>
                </a:lnTo>
                <a:lnTo>
                  <a:pt x="1560" y="21660"/>
                </a:lnTo>
                <a:close/>
                <a:moveTo>
                  <a:pt x="9126" y="12300"/>
                </a:moveTo>
                <a:lnTo>
                  <a:pt x="9594" y="12300"/>
                </a:lnTo>
                <a:cubicBezTo>
                  <a:pt x="9809" y="12300"/>
                  <a:pt x="9984" y="12475"/>
                  <a:pt x="9984" y="12690"/>
                </a:cubicBezTo>
                <a:lnTo>
                  <a:pt x="9984" y="16590"/>
                </a:lnTo>
                <a:cubicBezTo>
                  <a:pt x="9984" y="16805"/>
                  <a:pt x="9809" y="16980"/>
                  <a:pt x="9594" y="16980"/>
                </a:cubicBezTo>
                <a:lnTo>
                  <a:pt x="9126" y="16980"/>
                </a:lnTo>
                <a:cubicBezTo>
                  <a:pt x="8911" y="16980"/>
                  <a:pt x="8736" y="16805"/>
                  <a:pt x="8736" y="16590"/>
                </a:cubicBezTo>
                <a:lnTo>
                  <a:pt x="8736" y="12690"/>
                </a:lnTo>
                <a:cubicBezTo>
                  <a:pt x="8736" y="12475"/>
                  <a:pt x="8911" y="12300"/>
                  <a:pt x="9126" y="12300"/>
                </a:cubicBezTo>
                <a:close/>
                <a:moveTo>
                  <a:pt x="10062" y="18930"/>
                </a:moveTo>
                <a:cubicBezTo>
                  <a:pt x="10062" y="19318"/>
                  <a:pt x="9748" y="19632"/>
                  <a:pt x="9360" y="19632"/>
                </a:cubicBezTo>
                <a:cubicBezTo>
                  <a:pt x="8972" y="19632"/>
                  <a:pt x="8658" y="19318"/>
                  <a:pt x="8658" y="18930"/>
                </a:cubicBezTo>
                <a:cubicBezTo>
                  <a:pt x="8658" y="18542"/>
                  <a:pt x="8972" y="18228"/>
                  <a:pt x="9360" y="18228"/>
                </a:cubicBezTo>
                <a:cubicBezTo>
                  <a:pt x="9748" y="18228"/>
                  <a:pt x="10062" y="18542"/>
                  <a:pt x="10062" y="1893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警告三角·加锁</a:t>
            </a:r>
          </a:p>
        </p:txBody>
      </p:sp>
      <p:sp>
        <p:nvSpPr>
          <p:cNvPr id="49" name="RISK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230"/>
                </a:moveTo>
                <a:lnTo>
                  <a:pt x="17160" y="21660"/>
                </a:lnTo>
                <a:lnTo>
                  <a:pt x="1560" y="21660"/>
                </a:lnTo>
                <a:close/>
                <a:moveTo>
                  <a:pt x="9126" y="12300"/>
                </a:moveTo>
                <a:lnTo>
                  <a:pt x="9594" y="12300"/>
                </a:lnTo>
                <a:cubicBezTo>
                  <a:pt x="9809" y="12300"/>
                  <a:pt x="9984" y="12475"/>
                  <a:pt x="9984" y="12690"/>
                </a:cubicBezTo>
                <a:lnTo>
                  <a:pt x="9984" y="16590"/>
                </a:lnTo>
                <a:cubicBezTo>
                  <a:pt x="9984" y="16805"/>
                  <a:pt x="9809" y="16980"/>
                  <a:pt x="9594" y="16980"/>
                </a:cubicBezTo>
                <a:lnTo>
                  <a:pt x="9126" y="16980"/>
                </a:lnTo>
                <a:cubicBezTo>
                  <a:pt x="8911" y="16980"/>
                  <a:pt x="8736" y="16805"/>
                  <a:pt x="8736" y="16590"/>
                </a:cubicBezTo>
                <a:lnTo>
                  <a:pt x="8736" y="12690"/>
                </a:lnTo>
                <a:cubicBezTo>
                  <a:pt x="8736" y="12475"/>
                  <a:pt x="8911" y="12300"/>
                  <a:pt x="9126" y="12300"/>
                </a:cubicBezTo>
                <a:close/>
                <a:moveTo>
                  <a:pt x="10062" y="18930"/>
                </a:moveTo>
                <a:cubicBezTo>
                  <a:pt x="10062" y="19318"/>
                  <a:pt x="9748" y="19632"/>
                  <a:pt x="9360" y="19632"/>
                </a:cubicBezTo>
                <a:cubicBezTo>
                  <a:pt x="8972" y="19632"/>
                  <a:pt x="8658" y="19318"/>
                  <a:pt x="8658" y="18930"/>
                </a:cubicBezTo>
                <a:cubicBezTo>
                  <a:pt x="8658" y="18542"/>
                  <a:pt x="8972" y="18228"/>
                  <a:pt x="9360" y="18228"/>
                </a:cubicBezTo>
                <a:cubicBezTo>
                  <a:pt x="9748" y="18228"/>
                  <a:pt x="10062" y="18542"/>
                  <a:pt x="10062" y="1893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警告三角·洞察</a:t>
            </a:r>
          </a:p>
        </p:txBody>
      </p:sp>
      <p:sp>
        <p:nvSpPr>
          <p:cNvPr id="52" name="RISK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230"/>
                </a:moveTo>
                <a:lnTo>
                  <a:pt x="17160" y="21660"/>
                </a:lnTo>
                <a:lnTo>
                  <a:pt x="1560" y="21660"/>
                </a:lnTo>
                <a:close/>
                <a:moveTo>
                  <a:pt x="9126" y="12300"/>
                </a:moveTo>
                <a:lnTo>
                  <a:pt x="9594" y="12300"/>
                </a:lnTo>
                <a:cubicBezTo>
                  <a:pt x="9809" y="12300"/>
                  <a:pt x="9984" y="12475"/>
                  <a:pt x="9984" y="12690"/>
                </a:cubicBezTo>
                <a:lnTo>
                  <a:pt x="9984" y="16590"/>
                </a:lnTo>
                <a:cubicBezTo>
                  <a:pt x="9984" y="16805"/>
                  <a:pt x="9809" y="16980"/>
                  <a:pt x="9594" y="16980"/>
                </a:cubicBezTo>
                <a:lnTo>
                  <a:pt x="9126" y="16980"/>
                </a:lnTo>
                <a:cubicBezTo>
                  <a:pt x="8911" y="16980"/>
                  <a:pt x="8736" y="16805"/>
                  <a:pt x="8736" y="16590"/>
                </a:cubicBezTo>
                <a:lnTo>
                  <a:pt x="8736" y="12690"/>
                </a:lnTo>
                <a:cubicBezTo>
                  <a:pt x="8736" y="12475"/>
                  <a:pt x="8911" y="12300"/>
                  <a:pt x="9126" y="12300"/>
                </a:cubicBezTo>
                <a:close/>
                <a:moveTo>
                  <a:pt x="10062" y="18930"/>
                </a:moveTo>
                <a:cubicBezTo>
                  <a:pt x="10062" y="19318"/>
                  <a:pt x="9748" y="19632"/>
                  <a:pt x="9360" y="19632"/>
                </a:cubicBezTo>
                <a:cubicBezTo>
                  <a:pt x="8972" y="19632"/>
                  <a:pt x="8658" y="19318"/>
                  <a:pt x="8658" y="18930"/>
                </a:cubicBezTo>
                <a:cubicBezTo>
                  <a:pt x="8658" y="18542"/>
                  <a:pt x="8972" y="18228"/>
                  <a:pt x="9360" y="18228"/>
                </a:cubicBezTo>
                <a:cubicBezTo>
                  <a:pt x="9748" y="18228"/>
                  <a:pt x="10062" y="18542"/>
                  <a:pt x="10062" y="1893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警告三角·已验证</a:t>
            </a:r>
          </a:p>
        </p:txBody>
      </p:sp>
      <p:sp>
        <p:nvSpPr>
          <p:cNvPr id="55" name="RISK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230"/>
                </a:moveTo>
                <a:lnTo>
                  <a:pt x="17160" y="21660"/>
                </a:lnTo>
                <a:lnTo>
                  <a:pt x="1560" y="21660"/>
                </a:lnTo>
                <a:close/>
                <a:moveTo>
                  <a:pt x="9126" y="12300"/>
                </a:moveTo>
                <a:lnTo>
                  <a:pt x="9594" y="12300"/>
                </a:lnTo>
                <a:cubicBezTo>
                  <a:pt x="9809" y="12300"/>
                  <a:pt x="9984" y="12475"/>
                  <a:pt x="9984" y="12690"/>
                </a:cubicBezTo>
                <a:lnTo>
                  <a:pt x="9984" y="16590"/>
                </a:lnTo>
                <a:cubicBezTo>
                  <a:pt x="9984" y="16805"/>
                  <a:pt x="9809" y="16980"/>
                  <a:pt x="9594" y="16980"/>
                </a:cubicBezTo>
                <a:lnTo>
                  <a:pt x="9126" y="16980"/>
                </a:lnTo>
                <a:cubicBezTo>
                  <a:pt x="8911" y="16980"/>
                  <a:pt x="8736" y="16805"/>
                  <a:pt x="8736" y="16590"/>
                </a:cubicBezTo>
                <a:lnTo>
                  <a:pt x="8736" y="12690"/>
                </a:lnTo>
                <a:cubicBezTo>
                  <a:pt x="8736" y="12475"/>
                  <a:pt x="8911" y="12300"/>
                  <a:pt x="9126" y="12300"/>
                </a:cubicBezTo>
                <a:close/>
                <a:moveTo>
                  <a:pt x="10062" y="18930"/>
                </a:moveTo>
                <a:cubicBezTo>
                  <a:pt x="10062" y="19318"/>
                  <a:pt x="9748" y="19632"/>
                  <a:pt x="9360" y="19632"/>
                </a:cubicBezTo>
                <a:cubicBezTo>
                  <a:pt x="8972" y="19632"/>
                  <a:pt x="8658" y="19318"/>
                  <a:pt x="8658" y="18930"/>
                </a:cubicBezTo>
                <a:cubicBezTo>
                  <a:pt x="8658" y="18542"/>
                  <a:pt x="8972" y="18228"/>
                  <a:pt x="9360" y="18228"/>
                </a:cubicBezTo>
                <a:cubicBezTo>
                  <a:pt x="9748" y="18228"/>
                  <a:pt x="10062" y="18542"/>
                  <a:pt x="10062" y="18930"/>
                </a:cubicBez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警告三角·失效</a:t>
            </a:r>
          </a:p>
        </p:txBody>
      </p:sp>
      <p:sp>
        <p:nvSpPr>
          <p:cNvPr id="58" name="RISK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800" y="4000"/>
                </a:moveTo>
                <a:lnTo>
                  <a:pt x="18200" y="4000"/>
                </a:lnTo>
                <a:cubicBezTo>
                  <a:pt x="18642" y="4000"/>
                  <a:pt x="19000" y="4358"/>
                  <a:pt x="19000" y="4800"/>
                </a:cubicBezTo>
                <a:lnTo>
                  <a:pt x="19000" y="21200"/>
                </a:lnTo>
                <a:cubicBezTo>
                  <a:pt x="19000" y="21642"/>
                  <a:pt x="18642" y="22000"/>
                  <a:pt x="18200" y="22000"/>
                </a:cubicBezTo>
                <a:lnTo>
                  <a:pt x="5800" y="22000"/>
                </a:lnTo>
                <a:cubicBezTo>
                  <a:pt x="5358" y="22000"/>
                  <a:pt x="5000" y="21642"/>
                  <a:pt x="5000" y="21200"/>
                </a:cubicBezTo>
                <a:lnTo>
                  <a:pt x="5000" y="4800"/>
                </a:lnTo>
                <a:cubicBezTo>
                  <a:pt x="5000" y="4358"/>
                  <a:pt x="5358" y="4000"/>
                  <a:pt x="5800" y="4000"/>
                </a:cubicBezTo>
                <a:close/>
                <a:moveTo>
                  <a:pt x="8600" y="2500"/>
                </a:moveTo>
                <a:lnTo>
                  <a:pt x="15400" y="2500"/>
                </a:lnTo>
                <a:cubicBezTo>
                  <a:pt x="15731" y="2500"/>
                  <a:pt x="16000" y="2769"/>
                  <a:pt x="16000" y="3100"/>
                </a:cubicBezTo>
                <a:lnTo>
                  <a:pt x="16000" y="4900"/>
                </a:lnTo>
                <a:cubicBezTo>
                  <a:pt x="16000" y="5231"/>
                  <a:pt x="15731" y="5500"/>
                  <a:pt x="15400" y="5500"/>
                </a:cubicBezTo>
                <a:lnTo>
                  <a:pt x="8600" y="5500"/>
                </a:lnTo>
                <a:cubicBezTo>
                  <a:pt x="8269" y="5500"/>
                  <a:pt x="8000" y="5231"/>
                  <a:pt x="8000" y="4900"/>
                </a:cubicBezTo>
                <a:lnTo>
                  <a:pt x="8000" y="3100"/>
                </a:lnTo>
                <a:cubicBezTo>
                  <a:pt x="8000" y="2769"/>
                  <a:pt x="8269" y="2500"/>
                  <a:pt x="8600" y="2500"/>
                </a:cubicBezTo>
                <a:close/>
                <a:moveTo>
                  <a:pt x="6682" y="9318"/>
                </a:moveTo>
                <a:lnTo>
                  <a:pt x="8682" y="11318"/>
                </a:lnTo>
                <a:lnTo>
                  <a:pt x="9318" y="10682"/>
                </a:lnTo>
                <a:lnTo>
                  <a:pt x="7318" y="8682"/>
                </a:lnTo>
                <a:close/>
                <a:moveTo>
                  <a:pt x="9318" y="11318"/>
                </a:moveTo>
                <a:lnTo>
                  <a:pt x="13318" y="7318"/>
                </a:lnTo>
                <a:lnTo>
                  <a:pt x="12682" y="6682"/>
                </a:lnTo>
                <a:lnTo>
                  <a:pt x="8682" y="10682"/>
                </a:lnTo>
                <a:close/>
                <a:moveTo>
                  <a:pt x="7300" y="13000"/>
                </a:moveTo>
                <a:lnTo>
                  <a:pt x="16700" y="13000"/>
                </a:lnTo>
                <a:cubicBezTo>
                  <a:pt x="16866" y="13000"/>
                  <a:pt x="17000" y="13134"/>
                  <a:pt x="17000" y="13300"/>
                </a:cubicBezTo>
                <a:lnTo>
                  <a:pt x="17000" y="13700"/>
                </a:lnTo>
                <a:cubicBezTo>
                  <a:pt x="17000" y="13866"/>
                  <a:pt x="16866" y="14000"/>
                  <a:pt x="16700" y="14000"/>
                </a:cubicBezTo>
                <a:lnTo>
                  <a:pt x="7300" y="14000"/>
                </a:lnTo>
                <a:cubicBezTo>
                  <a:pt x="7134" y="14000"/>
                  <a:pt x="7000" y="13866"/>
                  <a:pt x="7000" y="13700"/>
                </a:cubicBezTo>
                <a:lnTo>
                  <a:pt x="7000" y="13300"/>
                </a:lnTo>
                <a:cubicBezTo>
                  <a:pt x="7000" y="13134"/>
                  <a:pt x="7134" y="13000"/>
                  <a:pt x="7300" y="13000"/>
                </a:cubicBezTo>
                <a:close/>
                <a:moveTo>
                  <a:pt x="7300" y="16000"/>
                </a:moveTo>
                <a:lnTo>
                  <a:pt x="16700" y="16000"/>
                </a:lnTo>
                <a:cubicBezTo>
                  <a:pt x="16866" y="16000"/>
                  <a:pt x="17000" y="16134"/>
                  <a:pt x="17000" y="16300"/>
                </a:cubicBezTo>
                <a:lnTo>
                  <a:pt x="17000" y="16700"/>
                </a:lnTo>
                <a:cubicBezTo>
                  <a:pt x="17000" y="16866"/>
                  <a:pt x="16866" y="17000"/>
                  <a:pt x="16700" y="17000"/>
                </a:cubicBezTo>
                <a:lnTo>
                  <a:pt x="7300" y="17000"/>
                </a:lnTo>
                <a:cubicBezTo>
                  <a:pt x="7134" y="17000"/>
                  <a:pt x="7000" y="16866"/>
                  <a:pt x="7000" y="16700"/>
                </a:cubicBezTo>
                <a:lnTo>
                  <a:pt x="7000" y="16300"/>
                </a:lnTo>
                <a:cubicBezTo>
                  <a:pt x="7000" y="16134"/>
                  <a:pt x="7134" y="16000"/>
                  <a:pt x="7300" y="16000"/>
                </a:cubicBezTo>
                <a:close/>
                <a:moveTo>
                  <a:pt x="7300" y="19000"/>
                </a:moveTo>
                <a:lnTo>
                  <a:pt x="13700" y="19000"/>
                </a:lnTo>
                <a:cubicBezTo>
                  <a:pt x="13866" y="19000"/>
                  <a:pt x="14000" y="19134"/>
                  <a:pt x="14000" y="19300"/>
                </a:cubicBezTo>
                <a:lnTo>
                  <a:pt x="14000" y="19700"/>
                </a:lnTo>
                <a:cubicBezTo>
                  <a:pt x="14000" y="19866"/>
                  <a:pt x="13866" y="20000"/>
                  <a:pt x="13700" y="20000"/>
                </a:cubicBezTo>
                <a:lnTo>
                  <a:pt x="7300" y="20000"/>
                </a:lnTo>
                <a:cubicBezTo>
                  <a:pt x="7134" y="20000"/>
                  <a:pt x="7000" y="19866"/>
                  <a:pt x="7000" y="19700"/>
                </a:cubicBezTo>
                <a:lnTo>
                  <a:pt x="7000" y="19300"/>
                </a:lnTo>
                <a:cubicBezTo>
                  <a:pt x="7000" y="19134"/>
                  <a:pt x="7134" y="19000"/>
                  <a:pt x="73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审计清单</a:t>
            </a:r>
          </a:p>
        </p:txBody>
      </p:sp>
      <p:sp>
        <p:nvSpPr>
          <p:cNvPr id="61" name="RISK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524" y="8400"/>
                </a:moveTo>
                <a:lnTo>
                  <a:pt x="14196" y="8400"/>
                </a:lnTo>
                <a:cubicBezTo>
                  <a:pt x="14541" y="8400"/>
                  <a:pt x="14820" y="8679"/>
                  <a:pt x="14820" y="9024"/>
                </a:cubicBezTo>
                <a:lnTo>
                  <a:pt x="14820" y="21816"/>
                </a:lnTo>
                <a:cubicBezTo>
                  <a:pt x="14820" y="22161"/>
                  <a:pt x="14541" y="22440"/>
                  <a:pt x="14196" y="22440"/>
                </a:cubicBezTo>
                <a:lnTo>
                  <a:pt x="4524" y="22440"/>
                </a:lnTo>
                <a:cubicBezTo>
                  <a:pt x="4179" y="22440"/>
                  <a:pt x="3900" y="22161"/>
                  <a:pt x="3900" y="21816"/>
                </a:cubicBezTo>
                <a:lnTo>
                  <a:pt x="3900" y="9024"/>
                </a:lnTo>
                <a:cubicBezTo>
                  <a:pt x="3900" y="8679"/>
                  <a:pt x="4179" y="8400"/>
                  <a:pt x="4524" y="8400"/>
                </a:cubicBezTo>
                <a:close/>
                <a:moveTo>
                  <a:pt x="6708" y="7230"/>
                </a:moveTo>
                <a:lnTo>
                  <a:pt x="12012" y="7230"/>
                </a:lnTo>
                <a:cubicBezTo>
                  <a:pt x="12270" y="7230"/>
                  <a:pt x="12480" y="7440"/>
                  <a:pt x="12480" y="7698"/>
                </a:cubicBezTo>
                <a:lnTo>
                  <a:pt x="12480" y="9102"/>
                </a:lnTo>
                <a:cubicBezTo>
                  <a:pt x="12480" y="9360"/>
                  <a:pt x="12270" y="9570"/>
                  <a:pt x="12012" y="9570"/>
                </a:cubicBezTo>
                <a:lnTo>
                  <a:pt x="6708" y="9570"/>
                </a:lnTo>
                <a:cubicBezTo>
                  <a:pt x="6450" y="9570"/>
                  <a:pt x="6240" y="9360"/>
                  <a:pt x="6240" y="9102"/>
                </a:cubicBezTo>
                <a:lnTo>
                  <a:pt x="6240" y="7698"/>
                </a:lnTo>
                <a:cubicBezTo>
                  <a:pt x="6240" y="7440"/>
                  <a:pt x="6450" y="7230"/>
                  <a:pt x="6708" y="7230"/>
                </a:cubicBezTo>
                <a:close/>
                <a:moveTo>
                  <a:pt x="5212" y="12548"/>
                </a:moveTo>
                <a:lnTo>
                  <a:pt x="6772" y="14108"/>
                </a:lnTo>
                <a:lnTo>
                  <a:pt x="7268" y="13612"/>
                </a:lnTo>
                <a:lnTo>
                  <a:pt x="5708" y="12052"/>
                </a:lnTo>
                <a:close/>
                <a:moveTo>
                  <a:pt x="7268" y="14108"/>
                </a:moveTo>
                <a:lnTo>
                  <a:pt x="10388" y="10988"/>
                </a:lnTo>
                <a:lnTo>
                  <a:pt x="9892" y="10492"/>
                </a:lnTo>
                <a:lnTo>
                  <a:pt x="6772" y="13612"/>
                </a:lnTo>
                <a:close/>
                <a:moveTo>
                  <a:pt x="5694" y="15420"/>
                </a:moveTo>
                <a:lnTo>
                  <a:pt x="13026" y="15420"/>
                </a:lnTo>
                <a:cubicBezTo>
                  <a:pt x="13155" y="15420"/>
                  <a:pt x="13260" y="15525"/>
                  <a:pt x="13260" y="15654"/>
                </a:cubicBezTo>
                <a:lnTo>
                  <a:pt x="13260" y="15966"/>
                </a:lnTo>
                <a:cubicBezTo>
                  <a:pt x="13260" y="16095"/>
                  <a:pt x="13155" y="16200"/>
                  <a:pt x="1302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5694" y="17760"/>
                </a:moveTo>
                <a:lnTo>
                  <a:pt x="13026" y="17760"/>
                </a:lnTo>
                <a:cubicBezTo>
                  <a:pt x="13155" y="17760"/>
                  <a:pt x="13260" y="17865"/>
                  <a:pt x="13260" y="17994"/>
                </a:cubicBezTo>
                <a:lnTo>
                  <a:pt x="13260" y="18306"/>
                </a:lnTo>
                <a:cubicBezTo>
                  <a:pt x="13260" y="18435"/>
                  <a:pt x="13155" y="18540"/>
                  <a:pt x="1302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5694" y="20100"/>
                </a:moveTo>
                <a:lnTo>
                  <a:pt x="10686" y="20100"/>
                </a:lnTo>
                <a:cubicBezTo>
                  <a:pt x="10815" y="20100"/>
                  <a:pt x="10920" y="20205"/>
                  <a:pt x="10920" y="20334"/>
                </a:cubicBezTo>
                <a:lnTo>
                  <a:pt x="10920" y="20646"/>
                </a:lnTo>
                <a:cubicBezTo>
                  <a:pt x="10920" y="20775"/>
                  <a:pt x="10815" y="20880"/>
                  <a:pt x="10686" y="20880"/>
                </a:cubicBezTo>
                <a:lnTo>
                  <a:pt x="5694" y="20880"/>
                </a:lnTo>
                <a:cubicBezTo>
                  <a:pt x="5565" y="20880"/>
                  <a:pt x="5460" y="20775"/>
                  <a:pt x="5460" y="20646"/>
                </a:cubicBezTo>
                <a:lnTo>
                  <a:pt x="5460" y="20334"/>
                </a:lnTo>
                <a:cubicBezTo>
                  <a:pt x="5460" y="20205"/>
                  <a:pt x="5565" y="20100"/>
                  <a:pt x="5694" y="2010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审计清单·预警</a:t>
            </a:r>
          </a:p>
        </p:txBody>
      </p:sp>
      <p:sp>
        <p:nvSpPr>
          <p:cNvPr id="64" name="RISK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524" y="8400"/>
                </a:moveTo>
                <a:lnTo>
                  <a:pt x="14196" y="8400"/>
                </a:lnTo>
                <a:cubicBezTo>
                  <a:pt x="14541" y="8400"/>
                  <a:pt x="14820" y="8679"/>
                  <a:pt x="14820" y="9024"/>
                </a:cubicBezTo>
                <a:lnTo>
                  <a:pt x="14820" y="21816"/>
                </a:lnTo>
                <a:cubicBezTo>
                  <a:pt x="14820" y="22161"/>
                  <a:pt x="14541" y="22440"/>
                  <a:pt x="14196" y="22440"/>
                </a:cubicBezTo>
                <a:lnTo>
                  <a:pt x="4524" y="22440"/>
                </a:lnTo>
                <a:cubicBezTo>
                  <a:pt x="4179" y="22440"/>
                  <a:pt x="3900" y="22161"/>
                  <a:pt x="3900" y="21816"/>
                </a:cubicBezTo>
                <a:lnTo>
                  <a:pt x="3900" y="9024"/>
                </a:lnTo>
                <a:cubicBezTo>
                  <a:pt x="3900" y="8679"/>
                  <a:pt x="4179" y="8400"/>
                  <a:pt x="4524" y="8400"/>
                </a:cubicBezTo>
                <a:close/>
                <a:moveTo>
                  <a:pt x="6708" y="7230"/>
                </a:moveTo>
                <a:lnTo>
                  <a:pt x="12012" y="7230"/>
                </a:lnTo>
                <a:cubicBezTo>
                  <a:pt x="12270" y="7230"/>
                  <a:pt x="12480" y="7440"/>
                  <a:pt x="12480" y="7698"/>
                </a:cubicBezTo>
                <a:lnTo>
                  <a:pt x="12480" y="9102"/>
                </a:lnTo>
                <a:cubicBezTo>
                  <a:pt x="12480" y="9360"/>
                  <a:pt x="12270" y="9570"/>
                  <a:pt x="12012" y="9570"/>
                </a:cubicBezTo>
                <a:lnTo>
                  <a:pt x="6708" y="9570"/>
                </a:lnTo>
                <a:cubicBezTo>
                  <a:pt x="6450" y="9570"/>
                  <a:pt x="6240" y="9360"/>
                  <a:pt x="6240" y="9102"/>
                </a:cubicBezTo>
                <a:lnTo>
                  <a:pt x="6240" y="7698"/>
                </a:lnTo>
                <a:cubicBezTo>
                  <a:pt x="6240" y="7440"/>
                  <a:pt x="6450" y="7230"/>
                  <a:pt x="6708" y="7230"/>
                </a:cubicBezTo>
                <a:close/>
                <a:moveTo>
                  <a:pt x="5212" y="12548"/>
                </a:moveTo>
                <a:lnTo>
                  <a:pt x="6772" y="14108"/>
                </a:lnTo>
                <a:lnTo>
                  <a:pt x="7268" y="13612"/>
                </a:lnTo>
                <a:lnTo>
                  <a:pt x="5708" y="12052"/>
                </a:lnTo>
                <a:close/>
                <a:moveTo>
                  <a:pt x="7268" y="14108"/>
                </a:moveTo>
                <a:lnTo>
                  <a:pt x="10388" y="10988"/>
                </a:lnTo>
                <a:lnTo>
                  <a:pt x="9892" y="10492"/>
                </a:lnTo>
                <a:lnTo>
                  <a:pt x="6772" y="13612"/>
                </a:lnTo>
                <a:close/>
                <a:moveTo>
                  <a:pt x="5694" y="15420"/>
                </a:moveTo>
                <a:lnTo>
                  <a:pt x="13026" y="15420"/>
                </a:lnTo>
                <a:cubicBezTo>
                  <a:pt x="13155" y="15420"/>
                  <a:pt x="13260" y="15525"/>
                  <a:pt x="13260" y="15654"/>
                </a:cubicBezTo>
                <a:lnTo>
                  <a:pt x="13260" y="15966"/>
                </a:lnTo>
                <a:cubicBezTo>
                  <a:pt x="13260" y="16095"/>
                  <a:pt x="13155" y="16200"/>
                  <a:pt x="1302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5694" y="17760"/>
                </a:moveTo>
                <a:lnTo>
                  <a:pt x="13026" y="17760"/>
                </a:lnTo>
                <a:cubicBezTo>
                  <a:pt x="13155" y="17760"/>
                  <a:pt x="13260" y="17865"/>
                  <a:pt x="13260" y="17994"/>
                </a:cubicBezTo>
                <a:lnTo>
                  <a:pt x="13260" y="18306"/>
                </a:lnTo>
                <a:cubicBezTo>
                  <a:pt x="13260" y="18435"/>
                  <a:pt x="13155" y="18540"/>
                  <a:pt x="1302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5694" y="20100"/>
                </a:moveTo>
                <a:lnTo>
                  <a:pt x="10686" y="20100"/>
                </a:lnTo>
                <a:cubicBezTo>
                  <a:pt x="10815" y="20100"/>
                  <a:pt x="10920" y="20205"/>
                  <a:pt x="10920" y="20334"/>
                </a:cubicBezTo>
                <a:lnTo>
                  <a:pt x="10920" y="20646"/>
                </a:lnTo>
                <a:cubicBezTo>
                  <a:pt x="10920" y="20775"/>
                  <a:pt x="10815" y="20880"/>
                  <a:pt x="10686" y="20880"/>
                </a:cubicBezTo>
                <a:lnTo>
                  <a:pt x="5694" y="20880"/>
                </a:lnTo>
                <a:cubicBezTo>
                  <a:pt x="5565" y="20880"/>
                  <a:pt x="5460" y="20775"/>
                  <a:pt x="5460" y="20646"/>
                </a:cubicBezTo>
                <a:lnTo>
                  <a:pt x="5460" y="20334"/>
                </a:lnTo>
                <a:cubicBezTo>
                  <a:pt x="5460" y="20205"/>
                  <a:pt x="5565" y="20100"/>
                  <a:pt x="5694" y="2010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审计清单·加锁</a:t>
            </a:r>
          </a:p>
        </p:txBody>
      </p:sp>
      <p:sp>
        <p:nvSpPr>
          <p:cNvPr id="67" name="RISK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524" y="8400"/>
                </a:moveTo>
                <a:lnTo>
                  <a:pt x="14196" y="8400"/>
                </a:lnTo>
                <a:cubicBezTo>
                  <a:pt x="14541" y="8400"/>
                  <a:pt x="14820" y="8679"/>
                  <a:pt x="14820" y="9024"/>
                </a:cubicBezTo>
                <a:lnTo>
                  <a:pt x="14820" y="21816"/>
                </a:lnTo>
                <a:cubicBezTo>
                  <a:pt x="14820" y="22161"/>
                  <a:pt x="14541" y="22440"/>
                  <a:pt x="14196" y="22440"/>
                </a:cubicBezTo>
                <a:lnTo>
                  <a:pt x="4524" y="22440"/>
                </a:lnTo>
                <a:cubicBezTo>
                  <a:pt x="4179" y="22440"/>
                  <a:pt x="3900" y="22161"/>
                  <a:pt x="3900" y="21816"/>
                </a:cubicBezTo>
                <a:lnTo>
                  <a:pt x="3900" y="9024"/>
                </a:lnTo>
                <a:cubicBezTo>
                  <a:pt x="3900" y="8679"/>
                  <a:pt x="4179" y="8400"/>
                  <a:pt x="4524" y="8400"/>
                </a:cubicBezTo>
                <a:close/>
                <a:moveTo>
                  <a:pt x="6708" y="7230"/>
                </a:moveTo>
                <a:lnTo>
                  <a:pt x="12012" y="7230"/>
                </a:lnTo>
                <a:cubicBezTo>
                  <a:pt x="12270" y="7230"/>
                  <a:pt x="12480" y="7440"/>
                  <a:pt x="12480" y="7698"/>
                </a:cubicBezTo>
                <a:lnTo>
                  <a:pt x="12480" y="9102"/>
                </a:lnTo>
                <a:cubicBezTo>
                  <a:pt x="12480" y="9360"/>
                  <a:pt x="12270" y="9570"/>
                  <a:pt x="12012" y="9570"/>
                </a:cubicBezTo>
                <a:lnTo>
                  <a:pt x="6708" y="9570"/>
                </a:lnTo>
                <a:cubicBezTo>
                  <a:pt x="6450" y="9570"/>
                  <a:pt x="6240" y="9360"/>
                  <a:pt x="6240" y="9102"/>
                </a:cubicBezTo>
                <a:lnTo>
                  <a:pt x="6240" y="7698"/>
                </a:lnTo>
                <a:cubicBezTo>
                  <a:pt x="6240" y="7440"/>
                  <a:pt x="6450" y="7230"/>
                  <a:pt x="6708" y="7230"/>
                </a:cubicBezTo>
                <a:close/>
                <a:moveTo>
                  <a:pt x="5212" y="12548"/>
                </a:moveTo>
                <a:lnTo>
                  <a:pt x="6772" y="14108"/>
                </a:lnTo>
                <a:lnTo>
                  <a:pt x="7268" y="13612"/>
                </a:lnTo>
                <a:lnTo>
                  <a:pt x="5708" y="12052"/>
                </a:lnTo>
                <a:close/>
                <a:moveTo>
                  <a:pt x="7268" y="14108"/>
                </a:moveTo>
                <a:lnTo>
                  <a:pt x="10388" y="10988"/>
                </a:lnTo>
                <a:lnTo>
                  <a:pt x="9892" y="10492"/>
                </a:lnTo>
                <a:lnTo>
                  <a:pt x="6772" y="13612"/>
                </a:lnTo>
                <a:close/>
                <a:moveTo>
                  <a:pt x="5694" y="15420"/>
                </a:moveTo>
                <a:lnTo>
                  <a:pt x="13026" y="15420"/>
                </a:lnTo>
                <a:cubicBezTo>
                  <a:pt x="13155" y="15420"/>
                  <a:pt x="13260" y="15525"/>
                  <a:pt x="13260" y="15654"/>
                </a:cubicBezTo>
                <a:lnTo>
                  <a:pt x="13260" y="15966"/>
                </a:lnTo>
                <a:cubicBezTo>
                  <a:pt x="13260" y="16095"/>
                  <a:pt x="13155" y="16200"/>
                  <a:pt x="1302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5694" y="17760"/>
                </a:moveTo>
                <a:lnTo>
                  <a:pt x="13026" y="17760"/>
                </a:lnTo>
                <a:cubicBezTo>
                  <a:pt x="13155" y="17760"/>
                  <a:pt x="13260" y="17865"/>
                  <a:pt x="13260" y="17994"/>
                </a:cubicBezTo>
                <a:lnTo>
                  <a:pt x="13260" y="18306"/>
                </a:lnTo>
                <a:cubicBezTo>
                  <a:pt x="13260" y="18435"/>
                  <a:pt x="13155" y="18540"/>
                  <a:pt x="1302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5694" y="20100"/>
                </a:moveTo>
                <a:lnTo>
                  <a:pt x="10686" y="20100"/>
                </a:lnTo>
                <a:cubicBezTo>
                  <a:pt x="10815" y="20100"/>
                  <a:pt x="10920" y="20205"/>
                  <a:pt x="10920" y="20334"/>
                </a:cubicBezTo>
                <a:lnTo>
                  <a:pt x="10920" y="20646"/>
                </a:lnTo>
                <a:cubicBezTo>
                  <a:pt x="10920" y="20775"/>
                  <a:pt x="10815" y="20880"/>
                  <a:pt x="10686" y="20880"/>
                </a:cubicBezTo>
                <a:lnTo>
                  <a:pt x="5694" y="20880"/>
                </a:lnTo>
                <a:cubicBezTo>
                  <a:pt x="5565" y="20880"/>
                  <a:pt x="5460" y="20775"/>
                  <a:pt x="5460" y="20646"/>
                </a:cubicBezTo>
                <a:lnTo>
                  <a:pt x="5460" y="20334"/>
                </a:lnTo>
                <a:cubicBezTo>
                  <a:pt x="5460" y="20205"/>
                  <a:pt x="5565" y="20100"/>
                  <a:pt x="5694" y="201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审计清单·洞察</a:t>
            </a:r>
          </a:p>
        </p:txBody>
      </p:sp>
      <p:sp>
        <p:nvSpPr>
          <p:cNvPr id="70" name="RISK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524" y="8400"/>
                </a:moveTo>
                <a:lnTo>
                  <a:pt x="14196" y="8400"/>
                </a:lnTo>
                <a:cubicBezTo>
                  <a:pt x="14541" y="8400"/>
                  <a:pt x="14820" y="8679"/>
                  <a:pt x="14820" y="9024"/>
                </a:cubicBezTo>
                <a:lnTo>
                  <a:pt x="14820" y="21816"/>
                </a:lnTo>
                <a:cubicBezTo>
                  <a:pt x="14820" y="22161"/>
                  <a:pt x="14541" y="22440"/>
                  <a:pt x="14196" y="22440"/>
                </a:cubicBezTo>
                <a:lnTo>
                  <a:pt x="4524" y="22440"/>
                </a:lnTo>
                <a:cubicBezTo>
                  <a:pt x="4179" y="22440"/>
                  <a:pt x="3900" y="22161"/>
                  <a:pt x="3900" y="21816"/>
                </a:cubicBezTo>
                <a:lnTo>
                  <a:pt x="3900" y="9024"/>
                </a:lnTo>
                <a:cubicBezTo>
                  <a:pt x="3900" y="8679"/>
                  <a:pt x="4179" y="8400"/>
                  <a:pt x="4524" y="8400"/>
                </a:cubicBezTo>
                <a:close/>
                <a:moveTo>
                  <a:pt x="6708" y="7230"/>
                </a:moveTo>
                <a:lnTo>
                  <a:pt x="12012" y="7230"/>
                </a:lnTo>
                <a:cubicBezTo>
                  <a:pt x="12270" y="7230"/>
                  <a:pt x="12480" y="7440"/>
                  <a:pt x="12480" y="7698"/>
                </a:cubicBezTo>
                <a:lnTo>
                  <a:pt x="12480" y="9102"/>
                </a:lnTo>
                <a:cubicBezTo>
                  <a:pt x="12480" y="9360"/>
                  <a:pt x="12270" y="9570"/>
                  <a:pt x="12012" y="9570"/>
                </a:cubicBezTo>
                <a:lnTo>
                  <a:pt x="6708" y="9570"/>
                </a:lnTo>
                <a:cubicBezTo>
                  <a:pt x="6450" y="9570"/>
                  <a:pt x="6240" y="9360"/>
                  <a:pt x="6240" y="9102"/>
                </a:cubicBezTo>
                <a:lnTo>
                  <a:pt x="6240" y="7698"/>
                </a:lnTo>
                <a:cubicBezTo>
                  <a:pt x="6240" y="7440"/>
                  <a:pt x="6450" y="7230"/>
                  <a:pt x="6708" y="7230"/>
                </a:cubicBezTo>
                <a:close/>
                <a:moveTo>
                  <a:pt x="5212" y="12548"/>
                </a:moveTo>
                <a:lnTo>
                  <a:pt x="6772" y="14108"/>
                </a:lnTo>
                <a:lnTo>
                  <a:pt x="7268" y="13612"/>
                </a:lnTo>
                <a:lnTo>
                  <a:pt x="5708" y="12052"/>
                </a:lnTo>
                <a:close/>
                <a:moveTo>
                  <a:pt x="7268" y="14108"/>
                </a:moveTo>
                <a:lnTo>
                  <a:pt x="10388" y="10988"/>
                </a:lnTo>
                <a:lnTo>
                  <a:pt x="9892" y="10492"/>
                </a:lnTo>
                <a:lnTo>
                  <a:pt x="6772" y="13612"/>
                </a:lnTo>
                <a:close/>
                <a:moveTo>
                  <a:pt x="5694" y="15420"/>
                </a:moveTo>
                <a:lnTo>
                  <a:pt x="13026" y="15420"/>
                </a:lnTo>
                <a:cubicBezTo>
                  <a:pt x="13155" y="15420"/>
                  <a:pt x="13260" y="15525"/>
                  <a:pt x="13260" y="15654"/>
                </a:cubicBezTo>
                <a:lnTo>
                  <a:pt x="13260" y="15966"/>
                </a:lnTo>
                <a:cubicBezTo>
                  <a:pt x="13260" y="16095"/>
                  <a:pt x="13155" y="16200"/>
                  <a:pt x="1302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5694" y="17760"/>
                </a:moveTo>
                <a:lnTo>
                  <a:pt x="13026" y="17760"/>
                </a:lnTo>
                <a:cubicBezTo>
                  <a:pt x="13155" y="17760"/>
                  <a:pt x="13260" y="17865"/>
                  <a:pt x="13260" y="17994"/>
                </a:cubicBezTo>
                <a:lnTo>
                  <a:pt x="13260" y="18306"/>
                </a:lnTo>
                <a:cubicBezTo>
                  <a:pt x="13260" y="18435"/>
                  <a:pt x="13155" y="18540"/>
                  <a:pt x="1302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5694" y="20100"/>
                </a:moveTo>
                <a:lnTo>
                  <a:pt x="10686" y="20100"/>
                </a:lnTo>
                <a:cubicBezTo>
                  <a:pt x="10815" y="20100"/>
                  <a:pt x="10920" y="20205"/>
                  <a:pt x="10920" y="20334"/>
                </a:cubicBezTo>
                <a:lnTo>
                  <a:pt x="10920" y="20646"/>
                </a:lnTo>
                <a:cubicBezTo>
                  <a:pt x="10920" y="20775"/>
                  <a:pt x="10815" y="20880"/>
                  <a:pt x="10686" y="20880"/>
                </a:cubicBezTo>
                <a:lnTo>
                  <a:pt x="5694" y="20880"/>
                </a:lnTo>
                <a:cubicBezTo>
                  <a:pt x="5565" y="20880"/>
                  <a:pt x="5460" y="20775"/>
                  <a:pt x="5460" y="20646"/>
                </a:cubicBezTo>
                <a:lnTo>
                  <a:pt x="5460" y="20334"/>
                </a:lnTo>
                <a:cubicBezTo>
                  <a:pt x="5460" y="20205"/>
                  <a:pt x="5565" y="20100"/>
                  <a:pt x="5694" y="201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审计清单·已验证</a:t>
            </a:r>
          </a:p>
        </p:txBody>
      </p:sp>
      <p:sp>
        <p:nvSpPr>
          <p:cNvPr id="73" name="RISK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524" y="8400"/>
                </a:moveTo>
                <a:lnTo>
                  <a:pt x="14196" y="8400"/>
                </a:lnTo>
                <a:cubicBezTo>
                  <a:pt x="14541" y="8400"/>
                  <a:pt x="14820" y="8679"/>
                  <a:pt x="14820" y="9024"/>
                </a:cubicBezTo>
                <a:lnTo>
                  <a:pt x="14820" y="21816"/>
                </a:lnTo>
                <a:cubicBezTo>
                  <a:pt x="14820" y="22161"/>
                  <a:pt x="14541" y="22440"/>
                  <a:pt x="14196" y="22440"/>
                </a:cubicBezTo>
                <a:lnTo>
                  <a:pt x="4524" y="22440"/>
                </a:lnTo>
                <a:cubicBezTo>
                  <a:pt x="4179" y="22440"/>
                  <a:pt x="3900" y="22161"/>
                  <a:pt x="3900" y="21816"/>
                </a:cubicBezTo>
                <a:lnTo>
                  <a:pt x="3900" y="9024"/>
                </a:lnTo>
                <a:cubicBezTo>
                  <a:pt x="3900" y="8679"/>
                  <a:pt x="4179" y="8400"/>
                  <a:pt x="4524" y="8400"/>
                </a:cubicBezTo>
                <a:close/>
                <a:moveTo>
                  <a:pt x="6708" y="7230"/>
                </a:moveTo>
                <a:lnTo>
                  <a:pt x="12012" y="7230"/>
                </a:lnTo>
                <a:cubicBezTo>
                  <a:pt x="12270" y="7230"/>
                  <a:pt x="12480" y="7440"/>
                  <a:pt x="12480" y="7698"/>
                </a:cubicBezTo>
                <a:lnTo>
                  <a:pt x="12480" y="9102"/>
                </a:lnTo>
                <a:cubicBezTo>
                  <a:pt x="12480" y="9360"/>
                  <a:pt x="12270" y="9570"/>
                  <a:pt x="12012" y="9570"/>
                </a:cubicBezTo>
                <a:lnTo>
                  <a:pt x="6708" y="9570"/>
                </a:lnTo>
                <a:cubicBezTo>
                  <a:pt x="6450" y="9570"/>
                  <a:pt x="6240" y="9360"/>
                  <a:pt x="6240" y="9102"/>
                </a:cubicBezTo>
                <a:lnTo>
                  <a:pt x="6240" y="7698"/>
                </a:lnTo>
                <a:cubicBezTo>
                  <a:pt x="6240" y="7440"/>
                  <a:pt x="6450" y="7230"/>
                  <a:pt x="6708" y="7230"/>
                </a:cubicBezTo>
                <a:close/>
                <a:moveTo>
                  <a:pt x="5212" y="12548"/>
                </a:moveTo>
                <a:lnTo>
                  <a:pt x="6772" y="14108"/>
                </a:lnTo>
                <a:lnTo>
                  <a:pt x="7268" y="13612"/>
                </a:lnTo>
                <a:lnTo>
                  <a:pt x="5708" y="12052"/>
                </a:lnTo>
                <a:close/>
                <a:moveTo>
                  <a:pt x="7268" y="14108"/>
                </a:moveTo>
                <a:lnTo>
                  <a:pt x="10388" y="10988"/>
                </a:lnTo>
                <a:lnTo>
                  <a:pt x="9892" y="10492"/>
                </a:lnTo>
                <a:lnTo>
                  <a:pt x="6772" y="13612"/>
                </a:lnTo>
                <a:close/>
                <a:moveTo>
                  <a:pt x="5694" y="15420"/>
                </a:moveTo>
                <a:lnTo>
                  <a:pt x="13026" y="15420"/>
                </a:lnTo>
                <a:cubicBezTo>
                  <a:pt x="13155" y="15420"/>
                  <a:pt x="13260" y="15525"/>
                  <a:pt x="13260" y="15654"/>
                </a:cubicBezTo>
                <a:lnTo>
                  <a:pt x="13260" y="15966"/>
                </a:lnTo>
                <a:cubicBezTo>
                  <a:pt x="13260" y="16095"/>
                  <a:pt x="13155" y="16200"/>
                  <a:pt x="1302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5694" y="17760"/>
                </a:moveTo>
                <a:lnTo>
                  <a:pt x="13026" y="17760"/>
                </a:lnTo>
                <a:cubicBezTo>
                  <a:pt x="13155" y="17760"/>
                  <a:pt x="13260" y="17865"/>
                  <a:pt x="13260" y="17994"/>
                </a:cubicBezTo>
                <a:lnTo>
                  <a:pt x="13260" y="18306"/>
                </a:lnTo>
                <a:cubicBezTo>
                  <a:pt x="13260" y="18435"/>
                  <a:pt x="13155" y="18540"/>
                  <a:pt x="1302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5694" y="20100"/>
                </a:moveTo>
                <a:lnTo>
                  <a:pt x="10686" y="20100"/>
                </a:lnTo>
                <a:cubicBezTo>
                  <a:pt x="10815" y="20100"/>
                  <a:pt x="10920" y="20205"/>
                  <a:pt x="10920" y="20334"/>
                </a:cubicBezTo>
                <a:lnTo>
                  <a:pt x="10920" y="20646"/>
                </a:lnTo>
                <a:cubicBezTo>
                  <a:pt x="10920" y="20775"/>
                  <a:pt x="10815" y="20880"/>
                  <a:pt x="10686" y="20880"/>
                </a:cubicBezTo>
                <a:lnTo>
                  <a:pt x="5694" y="20880"/>
                </a:lnTo>
                <a:cubicBezTo>
                  <a:pt x="5565" y="20880"/>
                  <a:pt x="5460" y="20775"/>
                  <a:pt x="5460" y="20646"/>
                </a:cubicBezTo>
                <a:lnTo>
                  <a:pt x="5460" y="20334"/>
                </a:lnTo>
                <a:cubicBezTo>
                  <a:pt x="5460" y="20205"/>
                  <a:pt x="5565" y="20100"/>
                  <a:pt x="5694" y="20100"/>
                </a:cubicBez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审计清单·失效</a:t>
            </a:r>
          </a:p>
        </p:txBody>
      </p:sp>
      <p:sp>
        <p:nvSpPr>
          <p:cNvPr id="76" name="RISK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400" y="4000"/>
                </a:moveTo>
                <a:lnTo>
                  <a:pt x="12600" y="4000"/>
                </a:lnTo>
                <a:cubicBezTo>
                  <a:pt x="12821" y="4000"/>
                  <a:pt x="13000" y="4179"/>
                  <a:pt x="13000" y="4400"/>
                </a:cubicBezTo>
                <a:lnTo>
                  <a:pt x="13000" y="20600"/>
                </a:lnTo>
                <a:cubicBezTo>
                  <a:pt x="13000" y="20821"/>
                  <a:pt x="12821" y="21000"/>
                  <a:pt x="12600" y="21000"/>
                </a:cubicBezTo>
                <a:lnTo>
                  <a:pt x="11400" y="21000"/>
                </a:lnTo>
                <a:cubicBezTo>
                  <a:pt x="11179" y="21000"/>
                  <a:pt x="11000" y="20821"/>
                  <a:pt x="11000" y="20600"/>
                </a:cubicBezTo>
                <a:lnTo>
                  <a:pt x="11000" y="4400"/>
                </a:lnTo>
                <a:cubicBezTo>
                  <a:pt x="11000" y="4179"/>
                  <a:pt x="11179" y="4000"/>
                  <a:pt x="11400" y="4000"/>
                </a:cubicBezTo>
                <a:close/>
                <a:moveTo>
                  <a:pt x="4300" y="8000"/>
                </a:moveTo>
                <a:lnTo>
                  <a:pt x="19700" y="8000"/>
                </a:lnTo>
                <a:cubicBezTo>
                  <a:pt x="19866" y="8000"/>
                  <a:pt x="20000" y="8134"/>
                  <a:pt x="20000" y="8300"/>
                </a:cubicBezTo>
                <a:lnTo>
                  <a:pt x="20000" y="8900"/>
                </a:lnTo>
                <a:cubicBezTo>
                  <a:pt x="20000" y="9066"/>
                  <a:pt x="19866" y="9200"/>
                  <a:pt x="19700" y="9200"/>
                </a:cubicBezTo>
                <a:lnTo>
                  <a:pt x="4300" y="9200"/>
                </a:lnTo>
                <a:cubicBezTo>
                  <a:pt x="4134" y="9200"/>
                  <a:pt x="4000" y="9066"/>
                  <a:pt x="4000" y="8900"/>
                </a:cubicBezTo>
                <a:lnTo>
                  <a:pt x="4000" y="8300"/>
                </a:lnTo>
                <a:cubicBezTo>
                  <a:pt x="4000" y="8134"/>
                  <a:pt x="4134" y="8000"/>
                  <a:pt x="4300" y="8000"/>
                </a:cubicBezTo>
                <a:close/>
                <a:moveTo>
                  <a:pt x="4000" y="9000"/>
                </a:moveTo>
                <a:lnTo>
                  <a:pt x="1000" y="14000"/>
                </a:lnTo>
                <a:lnTo>
                  <a:pt x="7000" y="14000"/>
                </a:lnTo>
                <a:close/>
                <a:moveTo>
                  <a:pt x="20000" y="9000"/>
                </a:moveTo>
                <a:lnTo>
                  <a:pt x="17000" y="14000"/>
                </a:lnTo>
                <a:lnTo>
                  <a:pt x="23000" y="14000"/>
                </a:lnTo>
                <a:close/>
                <a:moveTo>
                  <a:pt x="8300" y="21000"/>
                </a:moveTo>
                <a:lnTo>
                  <a:pt x="15700" y="21000"/>
                </a:lnTo>
                <a:cubicBezTo>
                  <a:pt x="15866" y="21000"/>
                  <a:pt x="16000" y="21134"/>
                  <a:pt x="16000" y="21300"/>
                </a:cubicBezTo>
                <a:lnTo>
                  <a:pt x="16000" y="21700"/>
                </a:lnTo>
                <a:cubicBezTo>
                  <a:pt x="16000" y="21866"/>
                  <a:pt x="15866" y="22000"/>
                  <a:pt x="15700" y="22000"/>
                </a:cubicBezTo>
                <a:lnTo>
                  <a:pt x="8300" y="22000"/>
                </a:lnTo>
                <a:cubicBezTo>
                  <a:pt x="8134" y="22000"/>
                  <a:pt x="8000" y="21866"/>
                  <a:pt x="8000" y="21700"/>
                </a:cubicBezTo>
                <a:lnTo>
                  <a:pt x="8000" y="21300"/>
                </a:lnTo>
                <a:cubicBezTo>
                  <a:pt x="8000" y="21134"/>
                  <a:pt x="8134" y="21000"/>
                  <a:pt x="83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天平公正</a:t>
            </a:r>
          </a:p>
        </p:txBody>
      </p:sp>
      <p:sp>
        <p:nvSpPr>
          <p:cNvPr id="79" name="RISK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3354" y="11520"/>
                </a:moveTo>
                <a:lnTo>
                  <a:pt x="15366" y="11520"/>
                </a:lnTo>
                <a:cubicBezTo>
                  <a:pt x="15495" y="11520"/>
                  <a:pt x="15600" y="11625"/>
                  <a:pt x="15600" y="11754"/>
                </a:cubicBezTo>
                <a:lnTo>
                  <a:pt x="15600" y="12222"/>
                </a:lnTo>
                <a:cubicBezTo>
                  <a:pt x="15600" y="12351"/>
                  <a:pt x="15495" y="12456"/>
                  <a:pt x="15366" y="12456"/>
                </a:cubicBezTo>
                <a:lnTo>
                  <a:pt x="3354" y="12456"/>
                </a:lnTo>
                <a:cubicBezTo>
                  <a:pt x="3225" y="12456"/>
                  <a:pt x="3120" y="12351"/>
                  <a:pt x="3120" y="12222"/>
                </a:cubicBezTo>
                <a:lnTo>
                  <a:pt x="3120" y="11754"/>
                </a:lnTo>
                <a:cubicBezTo>
                  <a:pt x="3120" y="11625"/>
                  <a:pt x="3225" y="11520"/>
                  <a:pt x="3354" y="11520"/>
                </a:cubicBezTo>
                <a:close/>
                <a:moveTo>
                  <a:pt x="3120" y="12300"/>
                </a:moveTo>
                <a:lnTo>
                  <a:pt x="780" y="16200"/>
                </a:lnTo>
                <a:lnTo>
                  <a:pt x="5460" y="16200"/>
                </a:lnTo>
                <a:close/>
                <a:moveTo>
                  <a:pt x="15600" y="12300"/>
                </a:moveTo>
                <a:lnTo>
                  <a:pt x="13260" y="16200"/>
                </a:lnTo>
                <a:lnTo>
                  <a:pt x="17940" y="1620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天平公正·预警</a:t>
            </a:r>
          </a:p>
        </p:txBody>
      </p:sp>
      <p:sp>
        <p:nvSpPr>
          <p:cNvPr id="82" name="RISK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3354" y="11520"/>
                </a:moveTo>
                <a:lnTo>
                  <a:pt x="15366" y="11520"/>
                </a:lnTo>
                <a:cubicBezTo>
                  <a:pt x="15495" y="11520"/>
                  <a:pt x="15600" y="11625"/>
                  <a:pt x="15600" y="11754"/>
                </a:cubicBezTo>
                <a:lnTo>
                  <a:pt x="15600" y="12222"/>
                </a:lnTo>
                <a:cubicBezTo>
                  <a:pt x="15600" y="12351"/>
                  <a:pt x="15495" y="12456"/>
                  <a:pt x="15366" y="12456"/>
                </a:cubicBezTo>
                <a:lnTo>
                  <a:pt x="3354" y="12456"/>
                </a:lnTo>
                <a:cubicBezTo>
                  <a:pt x="3225" y="12456"/>
                  <a:pt x="3120" y="12351"/>
                  <a:pt x="3120" y="12222"/>
                </a:cubicBezTo>
                <a:lnTo>
                  <a:pt x="3120" y="11754"/>
                </a:lnTo>
                <a:cubicBezTo>
                  <a:pt x="3120" y="11625"/>
                  <a:pt x="3225" y="11520"/>
                  <a:pt x="3354" y="11520"/>
                </a:cubicBezTo>
                <a:close/>
                <a:moveTo>
                  <a:pt x="3120" y="12300"/>
                </a:moveTo>
                <a:lnTo>
                  <a:pt x="780" y="16200"/>
                </a:lnTo>
                <a:lnTo>
                  <a:pt x="5460" y="16200"/>
                </a:lnTo>
                <a:close/>
                <a:moveTo>
                  <a:pt x="15600" y="12300"/>
                </a:moveTo>
                <a:lnTo>
                  <a:pt x="13260" y="16200"/>
                </a:lnTo>
                <a:lnTo>
                  <a:pt x="17940" y="1620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天平公正·加锁</a:t>
            </a:r>
          </a:p>
        </p:txBody>
      </p:sp>
      <p:sp>
        <p:nvSpPr>
          <p:cNvPr id="85" name="RISK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3354" y="11520"/>
                </a:moveTo>
                <a:lnTo>
                  <a:pt x="15366" y="11520"/>
                </a:lnTo>
                <a:cubicBezTo>
                  <a:pt x="15495" y="11520"/>
                  <a:pt x="15600" y="11625"/>
                  <a:pt x="15600" y="11754"/>
                </a:cubicBezTo>
                <a:lnTo>
                  <a:pt x="15600" y="12222"/>
                </a:lnTo>
                <a:cubicBezTo>
                  <a:pt x="15600" y="12351"/>
                  <a:pt x="15495" y="12456"/>
                  <a:pt x="15366" y="12456"/>
                </a:cubicBezTo>
                <a:lnTo>
                  <a:pt x="3354" y="12456"/>
                </a:lnTo>
                <a:cubicBezTo>
                  <a:pt x="3225" y="12456"/>
                  <a:pt x="3120" y="12351"/>
                  <a:pt x="3120" y="12222"/>
                </a:cubicBezTo>
                <a:lnTo>
                  <a:pt x="3120" y="11754"/>
                </a:lnTo>
                <a:cubicBezTo>
                  <a:pt x="3120" y="11625"/>
                  <a:pt x="3225" y="11520"/>
                  <a:pt x="3354" y="11520"/>
                </a:cubicBezTo>
                <a:close/>
                <a:moveTo>
                  <a:pt x="3120" y="12300"/>
                </a:moveTo>
                <a:lnTo>
                  <a:pt x="780" y="16200"/>
                </a:lnTo>
                <a:lnTo>
                  <a:pt x="5460" y="16200"/>
                </a:lnTo>
                <a:close/>
                <a:moveTo>
                  <a:pt x="15600" y="12300"/>
                </a:moveTo>
                <a:lnTo>
                  <a:pt x="13260" y="16200"/>
                </a:lnTo>
                <a:lnTo>
                  <a:pt x="17940" y="1620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天平公正·洞察</a:t>
            </a:r>
          </a:p>
        </p:txBody>
      </p:sp>
      <p:sp>
        <p:nvSpPr>
          <p:cNvPr id="88" name="RISK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3354" y="11520"/>
                </a:moveTo>
                <a:lnTo>
                  <a:pt x="15366" y="11520"/>
                </a:lnTo>
                <a:cubicBezTo>
                  <a:pt x="15495" y="11520"/>
                  <a:pt x="15600" y="11625"/>
                  <a:pt x="15600" y="11754"/>
                </a:cubicBezTo>
                <a:lnTo>
                  <a:pt x="15600" y="12222"/>
                </a:lnTo>
                <a:cubicBezTo>
                  <a:pt x="15600" y="12351"/>
                  <a:pt x="15495" y="12456"/>
                  <a:pt x="15366" y="12456"/>
                </a:cubicBezTo>
                <a:lnTo>
                  <a:pt x="3354" y="12456"/>
                </a:lnTo>
                <a:cubicBezTo>
                  <a:pt x="3225" y="12456"/>
                  <a:pt x="3120" y="12351"/>
                  <a:pt x="3120" y="12222"/>
                </a:cubicBezTo>
                <a:lnTo>
                  <a:pt x="3120" y="11754"/>
                </a:lnTo>
                <a:cubicBezTo>
                  <a:pt x="3120" y="11625"/>
                  <a:pt x="3225" y="11520"/>
                  <a:pt x="3354" y="11520"/>
                </a:cubicBezTo>
                <a:close/>
                <a:moveTo>
                  <a:pt x="3120" y="12300"/>
                </a:moveTo>
                <a:lnTo>
                  <a:pt x="780" y="16200"/>
                </a:lnTo>
                <a:lnTo>
                  <a:pt x="5460" y="16200"/>
                </a:lnTo>
                <a:close/>
                <a:moveTo>
                  <a:pt x="15600" y="12300"/>
                </a:moveTo>
                <a:lnTo>
                  <a:pt x="13260" y="16200"/>
                </a:lnTo>
                <a:lnTo>
                  <a:pt x="17940" y="1620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天平公正·已验证</a:t>
            </a:r>
          </a:p>
        </p:txBody>
      </p:sp>
      <p:sp>
        <p:nvSpPr>
          <p:cNvPr id="91" name="RISK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21348"/>
                </a:lnTo>
                <a:cubicBezTo>
                  <a:pt x="10140" y="21520"/>
                  <a:pt x="10000" y="21660"/>
                  <a:pt x="9828" y="21660"/>
                </a:cubicBezTo>
                <a:lnTo>
                  <a:pt x="8892" y="21660"/>
                </a:lnTo>
                <a:cubicBezTo>
                  <a:pt x="8720" y="21660"/>
                  <a:pt x="8580" y="21520"/>
                  <a:pt x="8580" y="2134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3354" y="11520"/>
                </a:moveTo>
                <a:lnTo>
                  <a:pt x="15366" y="11520"/>
                </a:lnTo>
                <a:cubicBezTo>
                  <a:pt x="15495" y="11520"/>
                  <a:pt x="15600" y="11625"/>
                  <a:pt x="15600" y="11754"/>
                </a:cubicBezTo>
                <a:lnTo>
                  <a:pt x="15600" y="12222"/>
                </a:lnTo>
                <a:cubicBezTo>
                  <a:pt x="15600" y="12351"/>
                  <a:pt x="15495" y="12456"/>
                  <a:pt x="15366" y="12456"/>
                </a:cubicBezTo>
                <a:lnTo>
                  <a:pt x="3354" y="12456"/>
                </a:lnTo>
                <a:cubicBezTo>
                  <a:pt x="3225" y="12456"/>
                  <a:pt x="3120" y="12351"/>
                  <a:pt x="3120" y="12222"/>
                </a:cubicBezTo>
                <a:lnTo>
                  <a:pt x="3120" y="11754"/>
                </a:lnTo>
                <a:cubicBezTo>
                  <a:pt x="3120" y="11625"/>
                  <a:pt x="3225" y="11520"/>
                  <a:pt x="3354" y="11520"/>
                </a:cubicBezTo>
                <a:close/>
                <a:moveTo>
                  <a:pt x="3120" y="12300"/>
                </a:moveTo>
                <a:lnTo>
                  <a:pt x="780" y="16200"/>
                </a:lnTo>
                <a:lnTo>
                  <a:pt x="5460" y="16200"/>
                </a:lnTo>
                <a:close/>
                <a:moveTo>
                  <a:pt x="15600" y="12300"/>
                </a:moveTo>
                <a:lnTo>
                  <a:pt x="13260" y="16200"/>
                </a:lnTo>
                <a:lnTo>
                  <a:pt x="17940" y="1620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天平公正·失效</a:t>
            </a:r>
          </a:p>
        </p:txBody>
      </p:sp>
      <p:sp>
        <p:nvSpPr>
          <p:cNvPr id="94" name="RISK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500" y="10000"/>
                </a:moveTo>
                <a:cubicBezTo>
                  <a:pt x="15500" y="13038"/>
                  <a:pt x="13038" y="15500"/>
                  <a:pt x="10000" y="15500"/>
                </a:cubicBezTo>
                <a:cubicBezTo>
                  <a:pt x="6962" y="15500"/>
                  <a:pt x="4500" y="13038"/>
                  <a:pt x="4500" y="10000"/>
                </a:cubicBezTo>
                <a:cubicBezTo>
                  <a:pt x="4500" y="6962"/>
                  <a:pt x="6962" y="4500"/>
                  <a:pt x="10000" y="4500"/>
                </a:cubicBezTo>
                <a:cubicBezTo>
                  <a:pt x="13038" y="4500"/>
                  <a:pt x="15500" y="6962"/>
                  <a:pt x="15500" y="10000"/>
                </a:cubicBezTo>
                <a:close/>
                <a:moveTo>
                  <a:pt x="13300" y="10000"/>
                </a:moveTo>
                <a:cubicBezTo>
                  <a:pt x="13300" y="8177"/>
                  <a:pt x="11823" y="6700"/>
                  <a:pt x="10000" y="6700"/>
                </a:cubicBezTo>
                <a:cubicBezTo>
                  <a:pt x="8177" y="6700"/>
                  <a:pt x="6700" y="8177"/>
                  <a:pt x="6700" y="10000"/>
                </a:cubicBezTo>
                <a:cubicBezTo>
                  <a:pt x="6700" y="11823"/>
                  <a:pt x="8177" y="13300"/>
                  <a:pt x="10000" y="13300"/>
                </a:cubicBezTo>
                <a:cubicBezTo>
                  <a:pt x="11823" y="13300"/>
                  <a:pt x="13300" y="11823"/>
                  <a:pt x="13300" y="10000"/>
                </a:cubicBezTo>
                <a:close/>
                <a:moveTo>
                  <a:pt x="13111" y="14667"/>
                </a:moveTo>
                <a:lnTo>
                  <a:pt x="19222" y="20778"/>
                </a:lnTo>
                <a:lnTo>
                  <a:pt x="20778" y="19222"/>
                </a:lnTo>
                <a:lnTo>
                  <a:pt x="14667" y="1311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审查放大镜</a:t>
            </a:r>
          </a:p>
        </p:txBody>
      </p:sp>
      <p:sp>
        <p:nvSpPr>
          <p:cNvPr id="97" name="RISK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90" y="13080"/>
                </a:moveTo>
                <a:cubicBezTo>
                  <a:pt x="12090" y="15449"/>
                  <a:pt x="10169" y="17370"/>
                  <a:pt x="7800" y="17370"/>
                </a:cubicBezTo>
                <a:cubicBezTo>
                  <a:pt x="5431" y="17370"/>
                  <a:pt x="3510" y="15449"/>
                  <a:pt x="3510" y="13080"/>
                </a:cubicBezTo>
                <a:cubicBezTo>
                  <a:pt x="3510" y="10711"/>
                  <a:pt x="5431" y="8790"/>
                  <a:pt x="7800" y="8790"/>
                </a:cubicBezTo>
                <a:cubicBezTo>
                  <a:pt x="10169" y="8790"/>
                  <a:pt x="12090" y="10711"/>
                  <a:pt x="12090" y="13080"/>
                </a:cubicBezTo>
                <a:close/>
                <a:moveTo>
                  <a:pt x="10374" y="13080"/>
                </a:moveTo>
                <a:cubicBezTo>
                  <a:pt x="10374" y="11658"/>
                  <a:pt x="9222" y="10506"/>
                  <a:pt x="7800" y="10506"/>
                </a:cubicBezTo>
                <a:cubicBezTo>
                  <a:pt x="6378" y="10506"/>
                  <a:pt x="5226" y="11658"/>
                  <a:pt x="5226" y="13080"/>
                </a:cubicBezTo>
                <a:cubicBezTo>
                  <a:pt x="5226" y="14502"/>
                  <a:pt x="6378" y="15654"/>
                  <a:pt x="7800" y="15654"/>
                </a:cubicBezTo>
                <a:cubicBezTo>
                  <a:pt x="9222" y="15654"/>
                  <a:pt x="10374" y="14502"/>
                  <a:pt x="10374" y="13080"/>
                </a:cubicBezTo>
                <a:close/>
                <a:moveTo>
                  <a:pt x="10227" y="16720"/>
                </a:moveTo>
                <a:lnTo>
                  <a:pt x="14993" y="21487"/>
                </a:lnTo>
                <a:lnTo>
                  <a:pt x="16207" y="20273"/>
                </a:lnTo>
                <a:lnTo>
                  <a:pt x="11440" y="15507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审查放大镜·预警</a:t>
            </a:r>
          </a:p>
        </p:txBody>
      </p:sp>
      <p:sp>
        <p:nvSpPr>
          <p:cNvPr id="100" name="RISK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90" y="13080"/>
                </a:moveTo>
                <a:cubicBezTo>
                  <a:pt x="12090" y="15449"/>
                  <a:pt x="10169" y="17370"/>
                  <a:pt x="7800" y="17370"/>
                </a:cubicBezTo>
                <a:cubicBezTo>
                  <a:pt x="5431" y="17370"/>
                  <a:pt x="3510" y="15449"/>
                  <a:pt x="3510" y="13080"/>
                </a:cubicBezTo>
                <a:cubicBezTo>
                  <a:pt x="3510" y="10711"/>
                  <a:pt x="5431" y="8790"/>
                  <a:pt x="7800" y="8790"/>
                </a:cubicBezTo>
                <a:cubicBezTo>
                  <a:pt x="10169" y="8790"/>
                  <a:pt x="12090" y="10711"/>
                  <a:pt x="12090" y="13080"/>
                </a:cubicBezTo>
                <a:close/>
                <a:moveTo>
                  <a:pt x="10374" y="13080"/>
                </a:moveTo>
                <a:cubicBezTo>
                  <a:pt x="10374" y="11658"/>
                  <a:pt x="9222" y="10506"/>
                  <a:pt x="7800" y="10506"/>
                </a:cubicBezTo>
                <a:cubicBezTo>
                  <a:pt x="6378" y="10506"/>
                  <a:pt x="5226" y="11658"/>
                  <a:pt x="5226" y="13080"/>
                </a:cubicBezTo>
                <a:cubicBezTo>
                  <a:pt x="5226" y="14502"/>
                  <a:pt x="6378" y="15654"/>
                  <a:pt x="7800" y="15654"/>
                </a:cubicBezTo>
                <a:cubicBezTo>
                  <a:pt x="9222" y="15654"/>
                  <a:pt x="10374" y="14502"/>
                  <a:pt x="10374" y="13080"/>
                </a:cubicBezTo>
                <a:close/>
                <a:moveTo>
                  <a:pt x="10227" y="16720"/>
                </a:moveTo>
                <a:lnTo>
                  <a:pt x="14993" y="21487"/>
                </a:lnTo>
                <a:lnTo>
                  <a:pt x="16207" y="20273"/>
                </a:lnTo>
                <a:lnTo>
                  <a:pt x="11440" y="15507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审查放大镜·加锁</a:t>
            </a:r>
          </a:p>
        </p:txBody>
      </p:sp>
      <p:sp>
        <p:nvSpPr>
          <p:cNvPr id="103" name="RISK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90" y="13080"/>
                </a:moveTo>
                <a:cubicBezTo>
                  <a:pt x="12090" y="15449"/>
                  <a:pt x="10169" y="17370"/>
                  <a:pt x="7800" y="17370"/>
                </a:cubicBezTo>
                <a:cubicBezTo>
                  <a:pt x="5431" y="17370"/>
                  <a:pt x="3510" y="15449"/>
                  <a:pt x="3510" y="13080"/>
                </a:cubicBezTo>
                <a:cubicBezTo>
                  <a:pt x="3510" y="10711"/>
                  <a:pt x="5431" y="8790"/>
                  <a:pt x="7800" y="8790"/>
                </a:cubicBezTo>
                <a:cubicBezTo>
                  <a:pt x="10169" y="8790"/>
                  <a:pt x="12090" y="10711"/>
                  <a:pt x="12090" y="13080"/>
                </a:cubicBezTo>
                <a:close/>
                <a:moveTo>
                  <a:pt x="10374" y="13080"/>
                </a:moveTo>
                <a:cubicBezTo>
                  <a:pt x="10374" y="11658"/>
                  <a:pt x="9222" y="10506"/>
                  <a:pt x="7800" y="10506"/>
                </a:cubicBezTo>
                <a:cubicBezTo>
                  <a:pt x="6378" y="10506"/>
                  <a:pt x="5226" y="11658"/>
                  <a:pt x="5226" y="13080"/>
                </a:cubicBezTo>
                <a:cubicBezTo>
                  <a:pt x="5226" y="14502"/>
                  <a:pt x="6378" y="15654"/>
                  <a:pt x="7800" y="15654"/>
                </a:cubicBezTo>
                <a:cubicBezTo>
                  <a:pt x="9222" y="15654"/>
                  <a:pt x="10374" y="14502"/>
                  <a:pt x="10374" y="13080"/>
                </a:cubicBezTo>
                <a:close/>
                <a:moveTo>
                  <a:pt x="10227" y="16720"/>
                </a:moveTo>
                <a:lnTo>
                  <a:pt x="14993" y="21487"/>
                </a:lnTo>
                <a:lnTo>
                  <a:pt x="16207" y="20273"/>
                </a:lnTo>
                <a:lnTo>
                  <a:pt x="11440" y="15507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审查放大镜·洞察</a:t>
            </a:r>
          </a:p>
        </p:txBody>
      </p:sp>
      <p:sp>
        <p:nvSpPr>
          <p:cNvPr id="106" name="RISK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90" y="13080"/>
                </a:moveTo>
                <a:cubicBezTo>
                  <a:pt x="12090" y="15449"/>
                  <a:pt x="10169" y="17370"/>
                  <a:pt x="7800" y="17370"/>
                </a:cubicBezTo>
                <a:cubicBezTo>
                  <a:pt x="5431" y="17370"/>
                  <a:pt x="3510" y="15449"/>
                  <a:pt x="3510" y="13080"/>
                </a:cubicBezTo>
                <a:cubicBezTo>
                  <a:pt x="3510" y="10711"/>
                  <a:pt x="5431" y="8790"/>
                  <a:pt x="7800" y="8790"/>
                </a:cubicBezTo>
                <a:cubicBezTo>
                  <a:pt x="10169" y="8790"/>
                  <a:pt x="12090" y="10711"/>
                  <a:pt x="12090" y="13080"/>
                </a:cubicBezTo>
                <a:close/>
                <a:moveTo>
                  <a:pt x="10374" y="13080"/>
                </a:moveTo>
                <a:cubicBezTo>
                  <a:pt x="10374" y="11658"/>
                  <a:pt x="9222" y="10506"/>
                  <a:pt x="7800" y="10506"/>
                </a:cubicBezTo>
                <a:cubicBezTo>
                  <a:pt x="6378" y="10506"/>
                  <a:pt x="5226" y="11658"/>
                  <a:pt x="5226" y="13080"/>
                </a:cubicBezTo>
                <a:cubicBezTo>
                  <a:pt x="5226" y="14502"/>
                  <a:pt x="6378" y="15654"/>
                  <a:pt x="7800" y="15654"/>
                </a:cubicBezTo>
                <a:cubicBezTo>
                  <a:pt x="9222" y="15654"/>
                  <a:pt x="10374" y="14502"/>
                  <a:pt x="10374" y="13080"/>
                </a:cubicBezTo>
                <a:close/>
                <a:moveTo>
                  <a:pt x="10227" y="16720"/>
                </a:moveTo>
                <a:lnTo>
                  <a:pt x="14993" y="21487"/>
                </a:lnTo>
                <a:lnTo>
                  <a:pt x="16207" y="20273"/>
                </a:lnTo>
                <a:lnTo>
                  <a:pt x="11440" y="15507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审查放大镜·已验证</a:t>
            </a:r>
          </a:p>
        </p:txBody>
      </p:sp>
      <p:sp>
        <p:nvSpPr>
          <p:cNvPr id="109" name="RISK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90" y="13080"/>
                </a:moveTo>
                <a:cubicBezTo>
                  <a:pt x="12090" y="15449"/>
                  <a:pt x="10169" y="17370"/>
                  <a:pt x="7800" y="17370"/>
                </a:cubicBezTo>
                <a:cubicBezTo>
                  <a:pt x="5431" y="17370"/>
                  <a:pt x="3510" y="15449"/>
                  <a:pt x="3510" y="13080"/>
                </a:cubicBezTo>
                <a:cubicBezTo>
                  <a:pt x="3510" y="10711"/>
                  <a:pt x="5431" y="8790"/>
                  <a:pt x="7800" y="8790"/>
                </a:cubicBezTo>
                <a:cubicBezTo>
                  <a:pt x="10169" y="8790"/>
                  <a:pt x="12090" y="10711"/>
                  <a:pt x="12090" y="13080"/>
                </a:cubicBezTo>
                <a:close/>
                <a:moveTo>
                  <a:pt x="10374" y="13080"/>
                </a:moveTo>
                <a:cubicBezTo>
                  <a:pt x="10374" y="11658"/>
                  <a:pt x="9222" y="10506"/>
                  <a:pt x="7800" y="10506"/>
                </a:cubicBezTo>
                <a:cubicBezTo>
                  <a:pt x="6378" y="10506"/>
                  <a:pt x="5226" y="11658"/>
                  <a:pt x="5226" y="13080"/>
                </a:cubicBezTo>
                <a:cubicBezTo>
                  <a:pt x="5226" y="14502"/>
                  <a:pt x="6378" y="15654"/>
                  <a:pt x="7800" y="15654"/>
                </a:cubicBezTo>
                <a:cubicBezTo>
                  <a:pt x="9222" y="15654"/>
                  <a:pt x="10374" y="14502"/>
                  <a:pt x="10374" y="13080"/>
                </a:cubicBezTo>
                <a:close/>
                <a:moveTo>
                  <a:pt x="10227" y="16720"/>
                </a:moveTo>
                <a:lnTo>
                  <a:pt x="14993" y="21487"/>
                </a:lnTo>
                <a:lnTo>
                  <a:pt x="16207" y="20273"/>
                </a:lnTo>
                <a:lnTo>
                  <a:pt x="11440" y="15507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审查放大镜·失效</a:t>
            </a:r>
          </a:p>
        </p:txBody>
      </p:sp>
      <p:sp>
        <p:nvSpPr>
          <p:cNvPr id="112" name="RISK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4000"/>
                </a:moveTo>
                <a:cubicBezTo>
                  <a:pt x="7000" y="4000"/>
                  <a:pt x="4000" y="8000"/>
                  <a:pt x="4000" y="12000"/>
                </a:cubicBezTo>
                <a:cubicBezTo>
                  <a:pt x="4000" y="14000"/>
                  <a:pt x="5000" y="16000"/>
                  <a:pt x="6000" y="17000"/>
                </a:cubicBezTo>
                <a:moveTo>
                  <a:pt x="12000" y="7000"/>
                </a:moveTo>
                <a:cubicBezTo>
                  <a:pt x="9000" y="7000"/>
                  <a:pt x="7000" y="9000"/>
                  <a:pt x="7000" y="12000"/>
                </a:cubicBezTo>
                <a:cubicBezTo>
                  <a:pt x="7000" y="14000"/>
                  <a:pt x="8000" y="16000"/>
                  <a:pt x="9000" y="17000"/>
                </a:cubicBezTo>
                <a:moveTo>
                  <a:pt x="12000" y="10000"/>
                </a:moveTo>
                <a:cubicBezTo>
                  <a:pt x="11000" y="10000"/>
                  <a:pt x="10000" y="11000"/>
                  <a:pt x="10000" y="12000"/>
                </a:cubicBezTo>
                <a:cubicBezTo>
                  <a:pt x="10000" y="14000"/>
                  <a:pt x="11000" y="16000"/>
                  <a:pt x="12000" y="17000"/>
                </a:cubicBezTo>
                <a:moveTo>
                  <a:pt x="12000" y="4000"/>
                </a:moveTo>
                <a:cubicBezTo>
                  <a:pt x="17000" y="4000"/>
                  <a:pt x="20000" y="8000"/>
                  <a:pt x="20000" y="12000"/>
                </a:cubicBezTo>
                <a:cubicBezTo>
                  <a:pt x="20000" y="16000"/>
                  <a:pt x="18000" y="18000"/>
                  <a:pt x="16000" y="19000"/>
                </a:cubicBezTo>
                <a:moveTo>
                  <a:pt x="12000" y="13000"/>
                </a:moveTo>
                <a:cubicBezTo>
                  <a:pt x="13000" y="13000"/>
                  <a:pt x="14000" y="14000"/>
                  <a:pt x="14000" y="16000"/>
                </a:cubicBezTo>
                <a:cubicBezTo>
                  <a:pt x="14000" y="18000"/>
                  <a:pt x="13000" y="20000"/>
                  <a:pt x="12000" y="20000"/>
                </a:cubicBezTo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指纹识别</a:t>
            </a:r>
          </a:p>
        </p:txBody>
      </p:sp>
      <p:sp>
        <p:nvSpPr>
          <p:cNvPr id="115" name="RISK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8400"/>
                </a:moveTo>
                <a:cubicBezTo>
                  <a:pt x="5460" y="8400"/>
                  <a:pt x="3120" y="11520"/>
                  <a:pt x="3120" y="14640"/>
                </a:cubicBezTo>
                <a:cubicBezTo>
                  <a:pt x="3120" y="16200"/>
                  <a:pt x="3900" y="17760"/>
                  <a:pt x="4680" y="18540"/>
                </a:cubicBezTo>
                <a:moveTo>
                  <a:pt x="9360" y="10740"/>
                </a:moveTo>
                <a:cubicBezTo>
                  <a:pt x="7020" y="10740"/>
                  <a:pt x="5460" y="12300"/>
                  <a:pt x="5460" y="14640"/>
                </a:cubicBezTo>
                <a:cubicBezTo>
                  <a:pt x="5460" y="16200"/>
                  <a:pt x="6240" y="17760"/>
                  <a:pt x="7020" y="18540"/>
                </a:cubicBezTo>
                <a:moveTo>
                  <a:pt x="9360" y="13080"/>
                </a:moveTo>
                <a:cubicBezTo>
                  <a:pt x="8580" y="13080"/>
                  <a:pt x="7800" y="13860"/>
                  <a:pt x="7800" y="14640"/>
                </a:cubicBezTo>
                <a:cubicBezTo>
                  <a:pt x="7800" y="16200"/>
                  <a:pt x="8580" y="17760"/>
                  <a:pt x="9360" y="18540"/>
                </a:cubicBezTo>
                <a:moveTo>
                  <a:pt x="9360" y="8400"/>
                </a:moveTo>
                <a:cubicBezTo>
                  <a:pt x="13260" y="8400"/>
                  <a:pt x="15600" y="11520"/>
                  <a:pt x="15600" y="14640"/>
                </a:cubicBezTo>
                <a:cubicBezTo>
                  <a:pt x="15600" y="17760"/>
                  <a:pt x="14040" y="19320"/>
                  <a:pt x="12480" y="20100"/>
                </a:cubicBezTo>
                <a:moveTo>
                  <a:pt x="9360" y="15420"/>
                </a:moveTo>
                <a:cubicBezTo>
                  <a:pt x="10140" y="15420"/>
                  <a:pt x="10920" y="16200"/>
                  <a:pt x="10920" y="17760"/>
                </a:cubicBezTo>
                <a:cubicBezTo>
                  <a:pt x="10920" y="19320"/>
                  <a:pt x="10140" y="20880"/>
                  <a:pt x="9360" y="20880"/>
                </a:cubicBezTo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指纹识别·预警</a:t>
            </a:r>
          </a:p>
        </p:txBody>
      </p:sp>
      <p:sp>
        <p:nvSpPr>
          <p:cNvPr id="118" name="RISK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8400"/>
                </a:moveTo>
                <a:cubicBezTo>
                  <a:pt x="5460" y="8400"/>
                  <a:pt x="3120" y="11520"/>
                  <a:pt x="3120" y="14640"/>
                </a:cubicBezTo>
                <a:cubicBezTo>
                  <a:pt x="3120" y="16200"/>
                  <a:pt x="3900" y="17760"/>
                  <a:pt x="4680" y="18540"/>
                </a:cubicBezTo>
                <a:moveTo>
                  <a:pt x="9360" y="10740"/>
                </a:moveTo>
                <a:cubicBezTo>
                  <a:pt x="7020" y="10740"/>
                  <a:pt x="5460" y="12300"/>
                  <a:pt x="5460" y="14640"/>
                </a:cubicBezTo>
                <a:cubicBezTo>
                  <a:pt x="5460" y="16200"/>
                  <a:pt x="6240" y="17760"/>
                  <a:pt x="7020" y="18540"/>
                </a:cubicBezTo>
                <a:moveTo>
                  <a:pt x="9360" y="13080"/>
                </a:moveTo>
                <a:cubicBezTo>
                  <a:pt x="8580" y="13080"/>
                  <a:pt x="7800" y="13860"/>
                  <a:pt x="7800" y="14640"/>
                </a:cubicBezTo>
                <a:cubicBezTo>
                  <a:pt x="7800" y="16200"/>
                  <a:pt x="8580" y="17760"/>
                  <a:pt x="9360" y="18540"/>
                </a:cubicBezTo>
                <a:moveTo>
                  <a:pt x="9360" y="8400"/>
                </a:moveTo>
                <a:cubicBezTo>
                  <a:pt x="13260" y="8400"/>
                  <a:pt x="15600" y="11520"/>
                  <a:pt x="15600" y="14640"/>
                </a:cubicBezTo>
                <a:cubicBezTo>
                  <a:pt x="15600" y="17760"/>
                  <a:pt x="14040" y="19320"/>
                  <a:pt x="12480" y="20100"/>
                </a:cubicBezTo>
                <a:moveTo>
                  <a:pt x="9360" y="15420"/>
                </a:moveTo>
                <a:cubicBezTo>
                  <a:pt x="10140" y="15420"/>
                  <a:pt x="10920" y="16200"/>
                  <a:pt x="10920" y="17760"/>
                </a:cubicBezTo>
                <a:cubicBezTo>
                  <a:pt x="10920" y="19320"/>
                  <a:pt x="10140" y="20880"/>
                  <a:pt x="9360" y="20880"/>
                </a:cubicBezTo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指纹识别·加锁</a:t>
            </a:r>
          </a:p>
        </p:txBody>
      </p:sp>
      <p:sp>
        <p:nvSpPr>
          <p:cNvPr id="121" name="RISK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8400"/>
                </a:moveTo>
                <a:cubicBezTo>
                  <a:pt x="5460" y="8400"/>
                  <a:pt x="3120" y="11520"/>
                  <a:pt x="3120" y="14640"/>
                </a:cubicBezTo>
                <a:cubicBezTo>
                  <a:pt x="3120" y="16200"/>
                  <a:pt x="3900" y="17760"/>
                  <a:pt x="4680" y="18540"/>
                </a:cubicBezTo>
                <a:moveTo>
                  <a:pt x="9360" y="10740"/>
                </a:moveTo>
                <a:cubicBezTo>
                  <a:pt x="7020" y="10740"/>
                  <a:pt x="5460" y="12300"/>
                  <a:pt x="5460" y="14640"/>
                </a:cubicBezTo>
                <a:cubicBezTo>
                  <a:pt x="5460" y="16200"/>
                  <a:pt x="6240" y="17760"/>
                  <a:pt x="7020" y="18540"/>
                </a:cubicBezTo>
                <a:moveTo>
                  <a:pt x="9360" y="13080"/>
                </a:moveTo>
                <a:cubicBezTo>
                  <a:pt x="8580" y="13080"/>
                  <a:pt x="7800" y="13860"/>
                  <a:pt x="7800" y="14640"/>
                </a:cubicBezTo>
                <a:cubicBezTo>
                  <a:pt x="7800" y="16200"/>
                  <a:pt x="8580" y="17760"/>
                  <a:pt x="9360" y="18540"/>
                </a:cubicBezTo>
                <a:moveTo>
                  <a:pt x="9360" y="8400"/>
                </a:moveTo>
                <a:cubicBezTo>
                  <a:pt x="13260" y="8400"/>
                  <a:pt x="15600" y="11520"/>
                  <a:pt x="15600" y="14640"/>
                </a:cubicBezTo>
                <a:cubicBezTo>
                  <a:pt x="15600" y="17760"/>
                  <a:pt x="14040" y="19320"/>
                  <a:pt x="12480" y="20100"/>
                </a:cubicBezTo>
                <a:moveTo>
                  <a:pt x="9360" y="15420"/>
                </a:moveTo>
                <a:cubicBezTo>
                  <a:pt x="10140" y="15420"/>
                  <a:pt x="10920" y="16200"/>
                  <a:pt x="10920" y="17760"/>
                </a:cubicBezTo>
                <a:cubicBezTo>
                  <a:pt x="10920" y="19320"/>
                  <a:pt x="10140" y="20880"/>
                  <a:pt x="9360" y="20880"/>
                </a:cubicBezTo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指纹识别·洞察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05_风险合规管控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RISK · 第 2/3 页 · 共 83 个</a:t>
            </a:r>
          </a:p>
        </p:txBody>
      </p:sp>
      <p:sp>
        <p:nvSpPr>
          <p:cNvPr id="4" name="RISK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8400"/>
                </a:moveTo>
                <a:cubicBezTo>
                  <a:pt x="5460" y="8400"/>
                  <a:pt x="3120" y="11520"/>
                  <a:pt x="3120" y="14640"/>
                </a:cubicBezTo>
                <a:cubicBezTo>
                  <a:pt x="3120" y="16200"/>
                  <a:pt x="3900" y="17760"/>
                  <a:pt x="4680" y="18540"/>
                </a:cubicBezTo>
                <a:moveTo>
                  <a:pt x="9360" y="10740"/>
                </a:moveTo>
                <a:cubicBezTo>
                  <a:pt x="7020" y="10740"/>
                  <a:pt x="5460" y="12300"/>
                  <a:pt x="5460" y="14640"/>
                </a:cubicBezTo>
                <a:cubicBezTo>
                  <a:pt x="5460" y="16200"/>
                  <a:pt x="6240" y="17760"/>
                  <a:pt x="7020" y="18540"/>
                </a:cubicBezTo>
                <a:moveTo>
                  <a:pt x="9360" y="13080"/>
                </a:moveTo>
                <a:cubicBezTo>
                  <a:pt x="8580" y="13080"/>
                  <a:pt x="7800" y="13860"/>
                  <a:pt x="7800" y="14640"/>
                </a:cubicBezTo>
                <a:cubicBezTo>
                  <a:pt x="7800" y="16200"/>
                  <a:pt x="8580" y="17760"/>
                  <a:pt x="9360" y="18540"/>
                </a:cubicBezTo>
                <a:moveTo>
                  <a:pt x="9360" y="8400"/>
                </a:moveTo>
                <a:cubicBezTo>
                  <a:pt x="13260" y="8400"/>
                  <a:pt x="15600" y="11520"/>
                  <a:pt x="15600" y="14640"/>
                </a:cubicBezTo>
                <a:cubicBezTo>
                  <a:pt x="15600" y="17760"/>
                  <a:pt x="14040" y="19320"/>
                  <a:pt x="12480" y="20100"/>
                </a:cubicBezTo>
                <a:moveTo>
                  <a:pt x="9360" y="15420"/>
                </a:moveTo>
                <a:cubicBezTo>
                  <a:pt x="10140" y="15420"/>
                  <a:pt x="10920" y="16200"/>
                  <a:pt x="10920" y="17760"/>
                </a:cubicBezTo>
                <a:cubicBezTo>
                  <a:pt x="10920" y="19320"/>
                  <a:pt x="10140" y="20880"/>
                  <a:pt x="9360" y="20880"/>
                </a:cubicBezTo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指纹识别·已验证</a:t>
            </a:r>
          </a:p>
        </p:txBody>
      </p:sp>
      <p:sp>
        <p:nvSpPr>
          <p:cNvPr id="7" name="RISK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8400"/>
                </a:moveTo>
                <a:cubicBezTo>
                  <a:pt x="5460" y="8400"/>
                  <a:pt x="3120" y="11520"/>
                  <a:pt x="3120" y="14640"/>
                </a:cubicBezTo>
                <a:cubicBezTo>
                  <a:pt x="3120" y="16200"/>
                  <a:pt x="3900" y="17760"/>
                  <a:pt x="4680" y="18540"/>
                </a:cubicBezTo>
                <a:moveTo>
                  <a:pt x="9360" y="10740"/>
                </a:moveTo>
                <a:cubicBezTo>
                  <a:pt x="7020" y="10740"/>
                  <a:pt x="5460" y="12300"/>
                  <a:pt x="5460" y="14640"/>
                </a:cubicBezTo>
                <a:cubicBezTo>
                  <a:pt x="5460" y="16200"/>
                  <a:pt x="6240" y="17760"/>
                  <a:pt x="7020" y="18540"/>
                </a:cubicBezTo>
                <a:moveTo>
                  <a:pt x="9360" y="13080"/>
                </a:moveTo>
                <a:cubicBezTo>
                  <a:pt x="8580" y="13080"/>
                  <a:pt x="7800" y="13860"/>
                  <a:pt x="7800" y="14640"/>
                </a:cubicBezTo>
                <a:cubicBezTo>
                  <a:pt x="7800" y="16200"/>
                  <a:pt x="8580" y="17760"/>
                  <a:pt x="9360" y="18540"/>
                </a:cubicBezTo>
                <a:moveTo>
                  <a:pt x="9360" y="8400"/>
                </a:moveTo>
                <a:cubicBezTo>
                  <a:pt x="13260" y="8400"/>
                  <a:pt x="15600" y="11520"/>
                  <a:pt x="15600" y="14640"/>
                </a:cubicBezTo>
                <a:cubicBezTo>
                  <a:pt x="15600" y="17760"/>
                  <a:pt x="14040" y="19320"/>
                  <a:pt x="12480" y="20100"/>
                </a:cubicBezTo>
                <a:moveTo>
                  <a:pt x="9360" y="15420"/>
                </a:moveTo>
                <a:cubicBezTo>
                  <a:pt x="10140" y="15420"/>
                  <a:pt x="10920" y="16200"/>
                  <a:pt x="10920" y="17760"/>
                </a:cubicBezTo>
                <a:cubicBezTo>
                  <a:pt x="10920" y="19320"/>
                  <a:pt x="10140" y="20880"/>
                  <a:pt x="9360" y="20880"/>
                </a:cubicBezTo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指纹识别·失效</a:t>
            </a:r>
          </a:p>
        </p:txBody>
      </p:sp>
      <p:sp>
        <p:nvSpPr>
          <p:cNvPr id="10" name="RISK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8000"/>
                </a:moveTo>
                <a:lnTo>
                  <a:pt x="8000" y="2000"/>
                </a:lnTo>
                <a:lnTo>
                  <a:pt x="16000" y="10000"/>
                </a:lnTo>
                <a:lnTo>
                  <a:pt x="10000" y="16000"/>
                </a:lnTo>
                <a:close/>
                <a:moveTo>
                  <a:pt x="10151" y="11849"/>
                </a:moveTo>
                <a:lnTo>
                  <a:pt x="20151" y="21849"/>
                </a:lnTo>
                <a:lnTo>
                  <a:pt x="21849" y="20151"/>
                </a:lnTo>
                <a:lnTo>
                  <a:pt x="11849" y="10151"/>
                </a:lnTo>
                <a:close/>
                <a:moveTo>
                  <a:pt x="2400" y="19000"/>
                </a:moveTo>
                <a:lnTo>
                  <a:pt x="13600" y="19000"/>
                </a:lnTo>
                <a:cubicBezTo>
                  <a:pt x="13821" y="19000"/>
                  <a:pt x="14000" y="19179"/>
                  <a:pt x="14000" y="19400"/>
                </a:cubicBezTo>
                <a:lnTo>
                  <a:pt x="14000" y="20600"/>
                </a:lnTo>
                <a:cubicBezTo>
                  <a:pt x="14000" y="20821"/>
                  <a:pt x="13821" y="21000"/>
                  <a:pt x="13600" y="21000"/>
                </a:cubicBezTo>
                <a:lnTo>
                  <a:pt x="2400" y="21000"/>
                </a:lnTo>
                <a:cubicBezTo>
                  <a:pt x="2179" y="21000"/>
                  <a:pt x="2000" y="20821"/>
                  <a:pt x="2000" y="20600"/>
                </a:cubicBezTo>
                <a:lnTo>
                  <a:pt x="2000" y="19400"/>
                </a:lnTo>
                <a:cubicBezTo>
                  <a:pt x="2000" y="19179"/>
                  <a:pt x="2179" y="19000"/>
                  <a:pt x="24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法槌</a:t>
            </a:r>
          </a:p>
        </p:txBody>
      </p:sp>
      <p:sp>
        <p:nvSpPr>
          <p:cNvPr id="13" name="RISK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520"/>
                </a:moveTo>
                <a:lnTo>
                  <a:pt x="6240" y="6840"/>
                </a:lnTo>
                <a:lnTo>
                  <a:pt x="12480" y="13080"/>
                </a:lnTo>
                <a:lnTo>
                  <a:pt x="7800" y="17760"/>
                </a:lnTo>
                <a:close/>
                <a:moveTo>
                  <a:pt x="7918" y="14522"/>
                </a:moveTo>
                <a:lnTo>
                  <a:pt x="15718" y="22322"/>
                </a:lnTo>
                <a:lnTo>
                  <a:pt x="17042" y="20998"/>
                </a:lnTo>
                <a:lnTo>
                  <a:pt x="9242" y="13198"/>
                </a:lnTo>
                <a:close/>
                <a:moveTo>
                  <a:pt x="1872" y="20100"/>
                </a:moveTo>
                <a:lnTo>
                  <a:pt x="10608" y="20100"/>
                </a:lnTo>
                <a:cubicBezTo>
                  <a:pt x="10780" y="20100"/>
                  <a:pt x="10920" y="20240"/>
                  <a:pt x="10920" y="20412"/>
                </a:cubicBezTo>
                <a:lnTo>
                  <a:pt x="10920" y="21348"/>
                </a:lnTo>
                <a:cubicBezTo>
                  <a:pt x="10920" y="21520"/>
                  <a:pt x="10780" y="21660"/>
                  <a:pt x="10608" y="21660"/>
                </a:cubicBezTo>
                <a:lnTo>
                  <a:pt x="1872" y="21660"/>
                </a:lnTo>
                <a:cubicBezTo>
                  <a:pt x="1700" y="21660"/>
                  <a:pt x="1560" y="21520"/>
                  <a:pt x="1560" y="21348"/>
                </a:cubicBezTo>
                <a:lnTo>
                  <a:pt x="1560" y="20412"/>
                </a:lnTo>
                <a:cubicBezTo>
                  <a:pt x="1560" y="20240"/>
                  <a:pt x="1700" y="20100"/>
                  <a:pt x="1872" y="2010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法槌·预警</a:t>
            </a:r>
          </a:p>
        </p:txBody>
      </p:sp>
      <p:sp>
        <p:nvSpPr>
          <p:cNvPr id="16" name="RISK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520"/>
                </a:moveTo>
                <a:lnTo>
                  <a:pt x="6240" y="6840"/>
                </a:lnTo>
                <a:lnTo>
                  <a:pt x="12480" y="13080"/>
                </a:lnTo>
                <a:lnTo>
                  <a:pt x="7800" y="17760"/>
                </a:lnTo>
                <a:close/>
                <a:moveTo>
                  <a:pt x="7918" y="14522"/>
                </a:moveTo>
                <a:lnTo>
                  <a:pt x="15718" y="22322"/>
                </a:lnTo>
                <a:lnTo>
                  <a:pt x="17042" y="20998"/>
                </a:lnTo>
                <a:lnTo>
                  <a:pt x="9242" y="13198"/>
                </a:lnTo>
                <a:close/>
                <a:moveTo>
                  <a:pt x="1872" y="20100"/>
                </a:moveTo>
                <a:lnTo>
                  <a:pt x="10608" y="20100"/>
                </a:lnTo>
                <a:cubicBezTo>
                  <a:pt x="10780" y="20100"/>
                  <a:pt x="10920" y="20240"/>
                  <a:pt x="10920" y="20412"/>
                </a:cubicBezTo>
                <a:lnTo>
                  <a:pt x="10920" y="21348"/>
                </a:lnTo>
                <a:cubicBezTo>
                  <a:pt x="10920" y="21520"/>
                  <a:pt x="10780" y="21660"/>
                  <a:pt x="10608" y="21660"/>
                </a:cubicBezTo>
                <a:lnTo>
                  <a:pt x="1872" y="21660"/>
                </a:lnTo>
                <a:cubicBezTo>
                  <a:pt x="1700" y="21660"/>
                  <a:pt x="1560" y="21520"/>
                  <a:pt x="1560" y="21348"/>
                </a:cubicBezTo>
                <a:lnTo>
                  <a:pt x="1560" y="20412"/>
                </a:lnTo>
                <a:cubicBezTo>
                  <a:pt x="1560" y="20240"/>
                  <a:pt x="1700" y="20100"/>
                  <a:pt x="1872" y="2010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法槌·加锁</a:t>
            </a:r>
          </a:p>
        </p:txBody>
      </p:sp>
      <p:sp>
        <p:nvSpPr>
          <p:cNvPr id="19" name="RISK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520"/>
                </a:moveTo>
                <a:lnTo>
                  <a:pt x="6240" y="6840"/>
                </a:lnTo>
                <a:lnTo>
                  <a:pt x="12480" y="13080"/>
                </a:lnTo>
                <a:lnTo>
                  <a:pt x="7800" y="17760"/>
                </a:lnTo>
                <a:close/>
                <a:moveTo>
                  <a:pt x="7918" y="14522"/>
                </a:moveTo>
                <a:lnTo>
                  <a:pt x="15718" y="22322"/>
                </a:lnTo>
                <a:lnTo>
                  <a:pt x="17042" y="20998"/>
                </a:lnTo>
                <a:lnTo>
                  <a:pt x="9242" y="13198"/>
                </a:lnTo>
                <a:close/>
                <a:moveTo>
                  <a:pt x="1872" y="20100"/>
                </a:moveTo>
                <a:lnTo>
                  <a:pt x="10608" y="20100"/>
                </a:lnTo>
                <a:cubicBezTo>
                  <a:pt x="10780" y="20100"/>
                  <a:pt x="10920" y="20240"/>
                  <a:pt x="10920" y="20412"/>
                </a:cubicBezTo>
                <a:lnTo>
                  <a:pt x="10920" y="21348"/>
                </a:lnTo>
                <a:cubicBezTo>
                  <a:pt x="10920" y="21520"/>
                  <a:pt x="10780" y="21660"/>
                  <a:pt x="10608" y="21660"/>
                </a:cubicBezTo>
                <a:lnTo>
                  <a:pt x="1872" y="21660"/>
                </a:lnTo>
                <a:cubicBezTo>
                  <a:pt x="1700" y="21660"/>
                  <a:pt x="1560" y="21520"/>
                  <a:pt x="1560" y="21348"/>
                </a:cubicBezTo>
                <a:lnTo>
                  <a:pt x="1560" y="20412"/>
                </a:lnTo>
                <a:cubicBezTo>
                  <a:pt x="1560" y="20240"/>
                  <a:pt x="1700" y="20100"/>
                  <a:pt x="1872" y="201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法槌·洞察</a:t>
            </a:r>
          </a:p>
        </p:txBody>
      </p:sp>
      <p:sp>
        <p:nvSpPr>
          <p:cNvPr id="22" name="RISK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520"/>
                </a:moveTo>
                <a:lnTo>
                  <a:pt x="6240" y="6840"/>
                </a:lnTo>
                <a:lnTo>
                  <a:pt x="12480" y="13080"/>
                </a:lnTo>
                <a:lnTo>
                  <a:pt x="7800" y="17760"/>
                </a:lnTo>
                <a:close/>
                <a:moveTo>
                  <a:pt x="7918" y="14522"/>
                </a:moveTo>
                <a:lnTo>
                  <a:pt x="15718" y="22322"/>
                </a:lnTo>
                <a:lnTo>
                  <a:pt x="17042" y="20998"/>
                </a:lnTo>
                <a:lnTo>
                  <a:pt x="9242" y="13198"/>
                </a:lnTo>
                <a:close/>
                <a:moveTo>
                  <a:pt x="1872" y="20100"/>
                </a:moveTo>
                <a:lnTo>
                  <a:pt x="10608" y="20100"/>
                </a:lnTo>
                <a:cubicBezTo>
                  <a:pt x="10780" y="20100"/>
                  <a:pt x="10920" y="20240"/>
                  <a:pt x="10920" y="20412"/>
                </a:cubicBezTo>
                <a:lnTo>
                  <a:pt x="10920" y="21348"/>
                </a:lnTo>
                <a:cubicBezTo>
                  <a:pt x="10920" y="21520"/>
                  <a:pt x="10780" y="21660"/>
                  <a:pt x="10608" y="21660"/>
                </a:cubicBezTo>
                <a:lnTo>
                  <a:pt x="1872" y="21660"/>
                </a:lnTo>
                <a:cubicBezTo>
                  <a:pt x="1700" y="21660"/>
                  <a:pt x="1560" y="21520"/>
                  <a:pt x="1560" y="21348"/>
                </a:cubicBezTo>
                <a:lnTo>
                  <a:pt x="1560" y="20412"/>
                </a:lnTo>
                <a:cubicBezTo>
                  <a:pt x="1560" y="20240"/>
                  <a:pt x="1700" y="20100"/>
                  <a:pt x="1872" y="201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法槌·已验证</a:t>
            </a:r>
          </a:p>
        </p:txBody>
      </p:sp>
      <p:sp>
        <p:nvSpPr>
          <p:cNvPr id="25" name="RISK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520"/>
                </a:moveTo>
                <a:lnTo>
                  <a:pt x="6240" y="6840"/>
                </a:lnTo>
                <a:lnTo>
                  <a:pt x="12480" y="13080"/>
                </a:lnTo>
                <a:lnTo>
                  <a:pt x="7800" y="17760"/>
                </a:lnTo>
                <a:close/>
                <a:moveTo>
                  <a:pt x="7918" y="14522"/>
                </a:moveTo>
                <a:lnTo>
                  <a:pt x="15718" y="22322"/>
                </a:lnTo>
                <a:lnTo>
                  <a:pt x="17042" y="20998"/>
                </a:lnTo>
                <a:lnTo>
                  <a:pt x="9242" y="13198"/>
                </a:lnTo>
                <a:close/>
                <a:moveTo>
                  <a:pt x="1872" y="20100"/>
                </a:moveTo>
                <a:lnTo>
                  <a:pt x="10608" y="20100"/>
                </a:lnTo>
                <a:cubicBezTo>
                  <a:pt x="10780" y="20100"/>
                  <a:pt x="10920" y="20240"/>
                  <a:pt x="10920" y="20412"/>
                </a:cubicBezTo>
                <a:lnTo>
                  <a:pt x="10920" y="21348"/>
                </a:lnTo>
                <a:cubicBezTo>
                  <a:pt x="10920" y="21520"/>
                  <a:pt x="10780" y="21660"/>
                  <a:pt x="10608" y="21660"/>
                </a:cubicBezTo>
                <a:lnTo>
                  <a:pt x="1872" y="21660"/>
                </a:lnTo>
                <a:cubicBezTo>
                  <a:pt x="1700" y="21660"/>
                  <a:pt x="1560" y="21520"/>
                  <a:pt x="1560" y="21348"/>
                </a:cubicBezTo>
                <a:lnTo>
                  <a:pt x="1560" y="20412"/>
                </a:lnTo>
                <a:cubicBezTo>
                  <a:pt x="1560" y="20240"/>
                  <a:pt x="1700" y="20100"/>
                  <a:pt x="1872" y="20100"/>
                </a:cubicBez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法槌·失效</a:t>
            </a:r>
          </a:p>
        </p:txBody>
      </p:sp>
      <p:sp>
        <p:nvSpPr>
          <p:cNvPr id="28" name="RISK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000" y="6000"/>
                </a:moveTo>
                <a:lnTo>
                  <a:pt x="15000" y="6000"/>
                </a:lnTo>
                <a:cubicBezTo>
                  <a:pt x="15552" y="6000"/>
                  <a:pt x="16000" y="6448"/>
                  <a:pt x="16000" y="7000"/>
                </a:cubicBezTo>
                <a:lnTo>
                  <a:pt x="16000" y="18000"/>
                </a:lnTo>
                <a:cubicBezTo>
                  <a:pt x="16000" y="18552"/>
                  <a:pt x="15552" y="19000"/>
                  <a:pt x="15000" y="19000"/>
                </a:cubicBezTo>
                <a:lnTo>
                  <a:pt x="9000" y="19000"/>
                </a:lnTo>
                <a:cubicBezTo>
                  <a:pt x="8448" y="19000"/>
                  <a:pt x="8000" y="18552"/>
                  <a:pt x="8000" y="18000"/>
                </a:cubicBezTo>
                <a:lnTo>
                  <a:pt x="8000" y="7000"/>
                </a:lnTo>
                <a:cubicBezTo>
                  <a:pt x="8000" y="6448"/>
                  <a:pt x="8448" y="6000"/>
                  <a:pt x="9000" y="6000"/>
                </a:cubicBezTo>
                <a:close/>
                <a:moveTo>
                  <a:pt x="7400" y="4000"/>
                </a:moveTo>
                <a:lnTo>
                  <a:pt x="16600" y="4000"/>
                </a:lnTo>
                <a:cubicBezTo>
                  <a:pt x="16821" y="4000"/>
                  <a:pt x="17000" y="4179"/>
                  <a:pt x="17000" y="4400"/>
                </a:cubicBezTo>
                <a:lnTo>
                  <a:pt x="17000" y="6000"/>
                </a:lnTo>
                <a:cubicBezTo>
                  <a:pt x="17000" y="6221"/>
                  <a:pt x="16821" y="6400"/>
                  <a:pt x="16600" y="6400"/>
                </a:cubicBezTo>
                <a:lnTo>
                  <a:pt x="7400" y="6400"/>
                </a:lnTo>
                <a:cubicBezTo>
                  <a:pt x="7179" y="6400"/>
                  <a:pt x="7000" y="6221"/>
                  <a:pt x="7000" y="6000"/>
                </a:cubicBezTo>
                <a:lnTo>
                  <a:pt x="7000" y="4400"/>
                </a:lnTo>
                <a:cubicBezTo>
                  <a:pt x="7000" y="4179"/>
                  <a:pt x="7179" y="4000"/>
                  <a:pt x="7400" y="4000"/>
                </a:cubicBezTo>
                <a:close/>
                <a:moveTo>
                  <a:pt x="16000" y="8000"/>
                </a:moveTo>
                <a:lnTo>
                  <a:pt x="21000" y="8000"/>
                </a:lnTo>
                <a:lnTo>
                  <a:pt x="21000" y="11000"/>
                </a:lnTo>
                <a:lnTo>
                  <a:pt x="18000" y="11000"/>
                </a:lnTo>
                <a:moveTo>
                  <a:pt x="8000" y="11300"/>
                </a:moveTo>
                <a:lnTo>
                  <a:pt x="16000" y="11300"/>
                </a:lnTo>
                <a:lnTo>
                  <a:pt x="16000" y="10700"/>
                </a:lnTo>
                <a:lnTo>
                  <a:pt x="8000" y="107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灭火器</a:t>
            </a:r>
          </a:p>
        </p:txBody>
      </p:sp>
      <p:sp>
        <p:nvSpPr>
          <p:cNvPr id="31" name="RISK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9960"/>
                </a:moveTo>
                <a:lnTo>
                  <a:pt x="11700" y="9960"/>
                </a:lnTo>
                <a:cubicBezTo>
                  <a:pt x="12131" y="9960"/>
                  <a:pt x="12480" y="10309"/>
                  <a:pt x="12480" y="10740"/>
                </a:cubicBezTo>
                <a:lnTo>
                  <a:pt x="12480" y="19320"/>
                </a:lnTo>
                <a:cubicBezTo>
                  <a:pt x="12480" y="19751"/>
                  <a:pt x="12131" y="20100"/>
                  <a:pt x="11700" y="20100"/>
                </a:cubicBezTo>
                <a:lnTo>
                  <a:pt x="7020" y="20100"/>
                </a:lnTo>
                <a:cubicBezTo>
                  <a:pt x="6589" y="20100"/>
                  <a:pt x="6240" y="19751"/>
                  <a:pt x="6240" y="19320"/>
                </a:cubicBezTo>
                <a:lnTo>
                  <a:pt x="6240" y="10740"/>
                </a:lnTo>
                <a:cubicBezTo>
                  <a:pt x="6240" y="10309"/>
                  <a:pt x="6589" y="9960"/>
                  <a:pt x="7020" y="9960"/>
                </a:cubicBezTo>
                <a:close/>
                <a:moveTo>
                  <a:pt x="5772" y="8400"/>
                </a:moveTo>
                <a:lnTo>
                  <a:pt x="12948" y="8400"/>
                </a:lnTo>
                <a:cubicBezTo>
                  <a:pt x="13120" y="8400"/>
                  <a:pt x="13260" y="8540"/>
                  <a:pt x="13260" y="8712"/>
                </a:cubicBezTo>
                <a:lnTo>
                  <a:pt x="13260" y="9960"/>
                </a:lnTo>
                <a:cubicBezTo>
                  <a:pt x="13260" y="10132"/>
                  <a:pt x="13120" y="10272"/>
                  <a:pt x="12948" y="10272"/>
                </a:cubicBezTo>
                <a:lnTo>
                  <a:pt x="5772" y="10272"/>
                </a:lnTo>
                <a:cubicBezTo>
                  <a:pt x="5600" y="10272"/>
                  <a:pt x="5460" y="10132"/>
                  <a:pt x="5460" y="9960"/>
                </a:cubicBezTo>
                <a:lnTo>
                  <a:pt x="5460" y="8712"/>
                </a:lnTo>
                <a:cubicBezTo>
                  <a:pt x="5460" y="8540"/>
                  <a:pt x="5600" y="8400"/>
                  <a:pt x="5772" y="8400"/>
                </a:cubicBezTo>
                <a:close/>
                <a:moveTo>
                  <a:pt x="12480" y="11520"/>
                </a:moveTo>
                <a:lnTo>
                  <a:pt x="16380" y="11520"/>
                </a:lnTo>
                <a:lnTo>
                  <a:pt x="16380" y="13860"/>
                </a:lnTo>
                <a:lnTo>
                  <a:pt x="14040" y="13860"/>
                </a:lnTo>
                <a:moveTo>
                  <a:pt x="6240" y="14094"/>
                </a:moveTo>
                <a:lnTo>
                  <a:pt x="12480" y="14094"/>
                </a:lnTo>
                <a:lnTo>
                  <a:pt x="12480" y="13626"/>
                </a:lnTo>
                <a:lnTo>
                  <a:pt x="6240" y="13626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灭火器·预警</a:t>
            </a:r>
          </a:p>
        </p:txBody>
      </p:sp>
      <p:sp>
        <p:nvSpPr>
          <p:cNvPr id="34" name="RISK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9960"/>
                </a:moveTo>
                <a:lnTo>
                  <a:pt x="11700" y="9960"/>
                </a:lnTo>
                <a:cubicBezTo>
                  <a:pt x="12131" y="9960"/>
                  <a:pt x="12480" y="10309"/>
                  <a:pt x="12480" y="10740"/>
                </a:cubicBezTo>
                <a:lnTo>
                  <a:pt x="12480" y="19320"/>
                </a:lnTo>
                <a:cubicBezTo>
                  <a:pt x="12480" y="19751"/>
                  <a:pt x="12131" y="20100"/>
                  <a:pt x="11700" y="20100"/>
                </a:cubicBezTo>
                <a:lnTo>
                  <a:pt x="7020" y="20100"/>
                </a:lnTo>
                <a:cubicBezTo>
                  <a:pt x="6589" y="20100"/>
                  <a:pt x="6240" y="19751"/>
                  <a:pt x="6240" y="19320"/>
                </a:cubicBezTo>
                <a:lnTo>
                  <a:pt x="6240" y="10740"/>
                </a:lnTo>
                <a:cubicBezTo>
                  <a:pt x="6240" y="10309"/>
                  <a:pt x="6589" y="9960"/>
                  <a:pt x="7020" y="9960"/>
                </a:cubicBezTo>
                <a:close/>
                <a:moveTo>
                  <a:pt x="5772" y="8400"/>
                </a:moveTo>
                <a:lnTo>
                  <a:pt x="12948" y="8400"/>
                </a:lnTo>
                <a:cubicBezTo>
                  <a:pt x="13120" y="8400"/>
                  <a:pt x="13260" y="8540"/>
                  <a:pt x="13260" y="8712"/>
                </a:cubicBezTo>
                <a:lnTo>
                  <a:pt x="13260" y="9960"/>
                </a:lnTo>
                <a:cubicBezTo>
                  <a:pt x="13260" y="10132"/>
                  <a:pt x="13120" y="10272"/>
                  <a:pt x="12948" y="10272"/>
                </a:cubicBezTo>
                <a:lnTo>
                  <a:pt x="5772" y="10272"/>
                </a:lnTo>
                <a:cubicBezTo>
                  <a:pt x="5600" y="10272"/>
                  <a:pt x="5460" y="10132"/>
                  <a:pt x="5460" y="9960"/>
                </a:cubicBezTo>
                <a:lnTo>
                  <a:pt x="5460" y="8712"/>
                </a:lnTo>
                <a:cubicBezTo>
                  <a:pt x="5460" y="8540"/>
                  <a:pt x="5600" y="8400"/>
                  <a:pt x="5772" y="8400"/>
                </a:cubicBezTo>
                <a:close/>
                <a:moveTo>
                  <a:pt x="12480" y="11520"/>
                </a:moveTo>
                <a:lnTo>
                  <a:pt x="16380" y="11520"/>
                </a:lnTo>
                <a:lnTo>
                  <a:pt x="16380" y="13860"/>
                </a:lnTo>
                <a:lnTo>
                  <a:pt x="14040" y="13860"/>
                </a:lnTo>
                <a:moveTo>
                  <a:pt x="6240" y="14094"/>
                </a:moveTo>
                <a:lnTo>
                  <a:pt x="12480" y="14094"/>
                </a:lnTo>
                <a:lnTo>
                  <a:pt x="12480" y="13626"/>
                </a:lnTo>
                <a:lnTo>
                  <a:pt x="6240" y="13626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灭火器·加锁</a:t>
            </a:r>
          </a:p>
        </p:txBody>
      </p:sp>
      <p:sp>
        <p:nvSpPr>
          <p:cNvPr id="37" name="RISK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9960"/>
                </a:moveTo>
                <a:lnTo>
                  <a:pt x="11700" y="9960"/>
                </a:lnTo>
                <a:cubicBezTo>
                  <a:pt x="12131" y="9960"/>
                  <a:pt x="12480" y="10309"/>
                  <a:pt x="12480" y="10740"/>
                </a:cubicBezTo>
                <a:lnTo>
                  <a:pt x="12480" y="19320"/>
                </a:lnTo>
                <a:cubicBezTo>
                  <a:pt x="12480" y="19751"/>
                  <a:pt x="12131" y="20100"/>
                  <a:pt x="11700" y="20100"/>
                </a:cubicBezTo>
                <a:lnTo>
                  <a:pt x="7020" y="20100"/>
                </a:lnTo>
                <a:cubicBezTo>
                  <a:pt x="6589" y="20100"/>
                  <a:pt x="6240" y="19751"/>
                  <a:pt x="6240" y="19320"/>
                </a:cubicBezTo>
                <a:lnTo>
                  <a:pt x="6240" y="10740"/>
                </a:lnTo>
                <a:cubicBezTo>
                  <a:pt x="6240" y="10309"/>
                  <a:pt x="6589" y="9960"/>
                  <a:pt x="7020" y="9960"/>
                </a:cubicBezTo>
                <a:close/>
                <a:moveTo>
                  <a:pt x="5772" y="8400"/>
                </a:moveTo>
                <a:lnTo>
                  <a:pt x="12948" y="8400"/>
                </a:lnTo>
                <a:cubicBezTo>
                  <a:pt x="13120" y="8400"/>
                  <a:pt x="13260" y="8540"/>
                  <a:pt x="13260" y="8712"/>
                </a:cubicBezTo>
                <a:lnTo>
                  <a:pt x="13260" y="9960"/>
                </a:lnTo>
                <a:cubicBezTo>
                  <a:pt x="13260" y="10132"/>
                  <a:pt x="13120" y="10272"/>
                  <a:pt x="12948" y="10272"/>
                </a:cubicBezTo>
                <a:lnTo>
                  <a:pt x="5772" y="10272"/>
                </a:lnTo>
                <a:cubicBezTo>
                  <a:pt x="5600" y="10272"/>
                  <a:pt x="5460" y="10132"/>
                  <a:pt x="5460" y="9960"/>
                </a:cubicBezTo>
                <a:lnTo>
                  <a:pt x="5460" y="8712"/>
                </a:lnTo>
                <a:cubicBezTo>
                  <a:pt x="5460" y="8540"/>
                  <a:pt x="5600" y="8400"/>
                  <a:pt x="5772" y="8400"/>
                </a:cubicBezTo>
                <a:close/>
                <a:moveTo>
                  <a:pt x="12480" y="11520"/>
                </a:moveTo>
                <a:lnTo>
                  <a:pt x="16380" y="11520"/>
                </a:lnTo>
                <a:lnTo>
                  <a:pt x="16380" y="13860"/>
                </a:lnTo>
                <a:lnTo>
                  <a:pt x="14040" y="13860"/>
                </a:lnTo>
                <a:moveTo>
                  <a:pt x="6240" y="14094"/>
                </a:moveTo>
                <a:lnTo>
                  <a:pt x="12480" y="14094"/>
                </a:lnTo>
                <a:lnTo>
                  <a:pt x="12480" y="13626"/>
                </a:lnTo>
                <a:lnTo>
                  <a:pt x="6240" y="13626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灭火器·洞察</a:t>
            </a:r>
          </a:p>
        </p:txBody>
      </p:sp>
      <p:sp>
        <p:nvSpPr>
          <p:cNvPr id="40" name="RISK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9960"/>
                </a:moveTo>
                <a:lnTo>
                  <a:pt x="11700" y="9960"/>
                </a:lnTo>
                <a:cubicBezTo>
                  <a:pt x="12131" y="9960"/>
                  <a:pt x="12480" y="10309"/>
                  <a:pt x="12480" y="10740"/>
                </a:cubicBezTo>
                <a:lnTo>
                  <a:pt x="12480" y="19320"/>
                </a:lnTo>
                <a:cubicBezTo>
                  <a:pt x="12480" y="19751"/>
                  <a:pt x="12131" y="20100"/>
                  <a:pt x="11700" y="20100"/>
                </a:cubicBezTo>
                <a:lnTo>
                  <a:pt x="7020" y="20100"/>
                </a:lnTo>
                <a:cubicBezTo>
                  <a:pt x="6589" y="20100"/>
                  <a:pt x="6240" y="19751"/>
                  <a:pt x="6240" y="19320"/>
                </a:cubicBezTo>
                <a:lnTo>
                  <a:pt x="6240" y="10740"/>
                </a:lnTo>
                <a:cubicBezTo>
                  <a:pt x="6240" y="10309"/>
                  <a:pt x="6589" y="9960"/>
                  <a:pt x="7020" y="9960"/>
                </a:cubicBezTo>
                <a:close/>
                <a:moveTo>
                  <a:pt x="5772" y="8400"/>
                </a:moveTo>
                <a:lnTo>
                  <a:pt x="12948" y="8400"/>
                </a:lnTo>
                <a:cubicBezTo>
                  <a:pt x="13120" y="8400"/>
                  <a:pt x="13260" y="8540"/>
                  <a:pt x="13260" y="8712"/>
                </a:cubicBezTo>
                <a:lnTo>
                  <a:pt x="13260" y="9960"/>
                </a:lnTo>
                <a:cubicBezTo>
                  <a:pt x="13260" y="10132"/>
                  <a:pt x="13120" y="10272"/>
                  <a:pt x="12948" y="10272"/>
                </a:cubicBezTo>
                <a:lnTo>
                  <a:pt x="5772" y="10272"/>
                </a:lnTo>
                <a:cubicBezTo>
                  <a:pt x="5600" y="10272"/>
                  <a:pt x="5460" y="10132"/>
                  <a:pt x="5460" y="9960"/>
                </a:cubicBezTo>
                <a:lnTo>
                  <a:pt x="5460" y="8712"/>
                </a:lnTo>
                <a:cubicBezTo>
                  <a:pt x="5460" y="8540"/>
                  <a:pt x="5600" y="8400"/>
                  <a:pt x="5772" y="8400"/>
                </a:cubicBezTo>
                <a:close/>
                <a:moveTo>
                  <a:pt x="12480" y="11520"/>
                </a:moveTo>
                <a:lnTo>
                  <a:pt x="16380" y="11520"/>
                </a:lnTo>
                <a:lnTo>
                  <a:pt x="16380" y="13860"/>
                </a:lnTo>
                <a:lnTo>
                  <a:pt x="14040" y="13860"/>
                </a:lnTo>
                <a:moveTo>
                  <a:pt x="6240" y="14094"/>
                </a:moveTo>
                <a:lnTo>
                  <a:pt x="12480" y="14094"/>
                </a:lnTo>
                <a:lnTo>
                  <a:pt x="12480" y="13626"/>
                </a:lnTo>
                <a:lnTo>
                  <a:pt x="6240" y="13626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灭火器·已验证</a:t>
            </a:r>
          </a:p>
        </p:txBody>
      </p:sp>
      <p:sp>
        <p:nvSpPr>
          <p:cNvPr id="43" name="RISK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9960"/>
                </a:moveTo>
                <a:lnTo>
                  <a:pt x="11700" y="9960"/>
                </a:lnTo>
                <a:cubicBezTo>
                  <a:pt x="12131" y="9960"/>
                  <a:pt x="12480" y="10309"/>
                  <a:pt x="12480" y="10740"/>
                </a:cubicBezTo>
                <a:lnTo>
                  <a:pt x="12480" y="19320"/>
                </a:lnTo>
                <a:cubicBezTo>
                  <a:pt x="12480" y="19751"/>
                  <a:pt x="12131" y="20100"/>
                  <a:pt x="11700" y="20100"/>
                </a:cubicBezTo>
                <a:lnTo>
                  <a:pt x="7020" y="20100"/>
                </a:lnTo>
                <a:cubicBezTo>
                  <a:pt x="6589" y="20100"/>
                  <a:pt x="6240" y="19751"/>
                  <a:pt x="6240" y="19320"/>
                </a:cubicBezTo>
                <a:lnTo>
                  <a:pt x="6240" y="10740"/>
                </a:lnTo>
                <a:cubicBezTo>
                  <a:pt x="6240" y="10309"/>
                  <a:pt x="6589" y="9960"/>
                  <a:pt x="7020" y="9960"/>
                </a:cubicBezTo>
                <a:close/>
                <a:moveTo>
                  <a:pt x="5772" y="8400"/>
                </a:moveTo>
                <a:lnTo>
                  <a:pt x="12948" y="8400"/>
                </a:lnTo>
                <a:cubicBezTo>
                  <a:pt x="13120" y="8400"/>
                  <a:pt x="13260" y="8540"/>
                  <a:pt x="13260" y="8712"/>
                </a:cubicBezTo>
                <a:lnTo>
                  <a:pt x="13260" y="9960"/>
                </a:lnTo>
                <a:cubicBezTo>
                  <a:pt x="13260" y="10132"/>
                  <a:pt x="13120" y="10272"/>
                  <a:pt x="12948" y="10272"/>
                </a:cubicBezTo>
                <a:lnTo>
                  <a:pt x="5772" y="10272"/>
                </a:lnTo>
                <a:cubicBezTo>
                  <a:pt x="5600" y="10272"/>
                  <a:pt x="5460" y="10132"/>
                  <a:pt x="5460" y="9960"/>
                </a:cubicBezTo>
                <a:lnTo>
                  <a:pt x="5460" y="8712"/>
                </a:lnTo>
                <a:cubicBezTo>
                  <a:pt x="5460" y="8540"/>
                  <a:pt x="5600" y="8400"/>
                  <a:pt x="5772" y="8400"/>
                </a:cubicBezTo>
                <a:close/>
                <a:moveTo>
                  <a:pt x="12480" y="11520"/>
                </a:moveTo>
                <a:lnTo>
                  <a:pt x="16380" y="11520"/>
                </a:lnTo>
                <a:lnTo>
                  <a:pt x="16380" y="13860"/>
                </a:lnTo>
                <a:lnTo>
                  <a:pt x="14040" y="13860"/>
                </a:lnTo>
                <a:moveTo>
                  <a:pt x="6240" y="14094"/>
                </a:moveTo>
                <a:lnTo>
                  <a:pt x="12480" y="14094"/>
                </a:lnTo>
                <a:lnTo>
                  <a:pt x="12480" y="13626"/>
                </a:lnTo>
                <a:lnTo>
                  <a:pt x="6240" y="13626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灭火器·失效</a:t>
            </a:r>
          </a:p>
        </p:txBody>
      </p:sp>
      <p:sp>
        <p:nvSpPr>
          <p:cNvPr id="46" name="RISK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17000"/>
                </a:moveTo>
                <a:quadBezTo>
                  <a:pt x="4000" y="8000"/>
                  <a:pt x="12000" y="8000"/>
                </a:quadBezTo>
                <a:quadBezTo>
                  <a:pt x="20000" y="8000"/>
                  <a:pt x="20000" y="17000"/>
                </a:quadBezTo>
                <a:close/>
                <a:moveTo>
                  <a:pt x="2400" y="17000"/>
                </a:moveTo>
                <a:lnTo>
                  <a:pt x="21600" y="17000"/>
                </a:lnTo>
                <a:cubicBezTo>
                  <a:pt x="21821" y="17000"/>
                  <a:pt x="22000" y="17179"/>
                  <a:pt x="22000" y="17400"/>
                </a:cubicBezTo>
                <a:lnTo>
                  <a:pt x="22000" y="18600"/>
                </a:lnTo>
                <a:cubicBezTo>
                  <a:pt x="22000" y="18821"/>
                  <a:pt x="21821" y="19000"/>
                  <a:pt x="21600" y="19000"/>
                </a:cubicBezTo>
                <a:lnTo>
                  <a:pt x="2400" y="19000"/>
                </a:lnTo>
                <a:cubicBezTo>
                  <a:pt x="2179" y="19000"/>
                  <a:pt x="2000" y="18821"/>
                  <a:pt x="2000" y="18600"/>
                </a:cubicBezTo>
                <a:lnTo>
                  <a:pt x="2000" y="17400"/>
                </a:lnTo>
                <a:cubicBezTo>
                  <a:pt x="2000" y="17179"/>
                  <a:pt x="2179" y="17000"/>
                  <a:pt x="2400" y="17000"/>
                </a:cubicBezTo>
                <a:close/>
                <a:moveTo>
                  <a:pt x="11400" y="4000"/>
                </a:moveTo>
                <a:lnTo>
                  <a:pt x="12600" y="4000"/>
                </a:lnTo>
                <a:cubicBezTo>
                  <a:pt x="12821" y="4000"/>
                  <a:pt x="13000" y="4179"/>
                  <a:pt x="13000" y="4400"/>
                </a:cubicBezTo>
                <a:lnTo>
                  <a:pt x="13000" y="7600"/>
                </a:lnTo>
                <a:cubicBezTo>
                  <a:pt x="13000" y="7821"/>
                  <a:pt x="12821" y="8000"/>
                  <a:pt x="12600" y="8000"/>
                </a:cubicBezTo>
                <a:lnTo>
                  <a:pt x="11400" y="8000"/>
                </a:lnTo>
                <a:cubicBezTo>
                  <a:pt x="11179" y="8000"/>
                  <a:pt x="11000" y="7821"/>
                  <a:pt x="11000" y="7600"/>
                </a:cubicBezTo>
                <a:lnTo>
                  <a:pt x="11000" y="4400"/>
                </a:lnTo>
                <a:cubicBezTo>
                  <a:pt x="11000" y="4179"/>
                  <a:pt x="11179" y="4000"/>
                  <a:pt x="11400" y="4000"/>
                </a:cubicBezTo>
                <a:close/>
                <a:moveTo>
                  <a:pt x="7222" y="5667"/>
                </a:moveTo>
                <a:lnTo>
                  <a:pt x="4222" y="3667"/>
                </a:lnTo>
                <a:lnTo>
                  <a:pt x="3778" y="4333"/>
                </a:lnTo>
                <a:lnTo>
                  <a:pt x="6778" y="6333"/>
                </a:lnTo>
                <a:close/>
                <a:moveTo>
                  <a:pt x="17222" y="6333"/>
                </a:moveTo>
                <a:lnTo>
                  <a:pt x="20222" y="4333"/>
                </a:lnTo>
                <a:lnTo>
                  <a:pt x="19778" y="3667"/>
                </a:lnTo>
                <a:lnTo>
                  <a:pt x="16778" y="566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警报</a:t>
            </a:r>
          </a:p>
        </p:txBody>
      </p:sp>
      <p:sp>
        <p:nvSpPr>
          <p:cNvPr id="49" name="RISK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8540"/>
                </a:moveTo>
                <a:quadBezTo>
                  <a:pt x="3120" y="11520"/>
                  <a:pt x="9360" y="11520"/>
                </a:quadBezTo>
                <a:quadBezTo>
                  <a:pt x="15600" y="11520"/>
                  <a:pt x="15600" y="18540"/>
                </a:quadBezTo>
                <a:close/>
                <a:moveTo>
                  <a:pt x="1872" y="18540"/>
                </a:moveTo>
                <a:lnTo>
                  <a:pt x="16848" y="18540"/>
                </a:lnTo>
                <a:cubicBezTo>
                  <a:pt x="17020" y="18540"/>
                  <a:pt x="17160" y="18680"/>
                  <a:pt x="17160" y="18852"/>
                </a:cubicBezTo>
                <a:lnTo>
                  <a:pt x="17160" y="19788"/>
                </a:lnTo>
                <a:cubicBezTo>
                  <a:pt x="17160" y="19960"/>
                  <a:pt x="17020" y="20100"/>
                  <a:pt x="16848" y="20100"/>
                </a:cubicBezTo>
                <a:lnTo>
                  <a:pt x="1872" y="20100"/>
                </a:lnTo>
                <a:cubicBezTo>
                  <a:pt x="1700" y="20100"/>
                  <a:pt x="1560" y="19960"/>
                  <a:pt x="1560" y="19788"/>
                </a:cubicBezTo>
                <a:lnTo>
                  <a:pt x="1560" y="18852"/>
                </a:lnTo>
                <a:cubicBezTo>
                  <a:pt x="1560" y="18680"/>
                  <a:pt x="1700" y="18540"/>
                  <a:pt x="1872" y="18540"/>
                </a:cubicBezTo>
                <a:close/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11208"/>
                </a:lnTo>
                <a:cubicBezTo>
                  <a:pt x="10140" y="11380"/>
                  <a:pt x="10000" y="11520"/>
                  <a:pt x="9828" y="11520"/>
                </a:cubicBezTo>
                <a:lnTo>
                  <a:pt x="8892" y="11520"/>
                </a:lnTo>
                <a:cubicBezTo>
                  <a:pt x="8720" y="11520"/>
                  <a:pt x="8580" y="11380"/>
                  <a:pt x="8580" y="1120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5633" y="9700"/>
                </a:moveTo>
                <a:lnTo>
                  <a:pt x="3293" y="8140"/>
                </a:lnTo>
                <a:lnTo>
                  <a:pt x="2947" y="8660"/>
                </a:lnTo>
                <a:lnTo>
                  <a:pt x="5287" y="10220"/>
                </a:lnTo>
                <a:close/>
                <a:moveTo>
                  <a:pt x="13433" y="10220"/>
                </a:moveTo>
                <a:lnTo>
                  <a:pt x="15773" y="8660"/>
                </a:lnTo>
                <a:lnTo>
                  <a:pt x="15427" y="8140"/>
                </a:lnTo>
                <a:lnTo>
                  <a:pt x="13087" y="970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警报·预警</a:t>
            </a:r>
          </a:p>
        </p:txBody>
      </p:sp>
      <p:sp>
        <p:nvSpPr>
          <p:cNvPr id="52" name="RISK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8540"/>
                </a:moveTo>
                <a:quadBezTo>
                  <a:pt x="3120" y="11520"/>
                  <a:pt x="9360" y="11520"/>
                </a:quadBezTo>
                <a:quadBezTo>
                  <a:pt x="15600" y="11520"/>
                  <a:pt x="15600" y="18540"/>
                </a:quadBezTo>
                <a:close/>
                <a:moveTo>
                  <a:pt x="1872" y="18540"/>
                </a:moveTo>
                <a:lnTo>
                  <a:pt x="16848" y="18540"/>
                </a:lnTo>
                <a:cubicBezTo>
                  <a:pt x="17020" y="18540"/>
                  <a:pt x="17160" y="18680"/>
                  <a:pt x="17160" y="18852"/>
                </a:cubicBezTo>
                <a:lnTo>
                  <a:pt x="17160" y="19788"/>
                </a:lnTo>
                <a:cubicBezTo>
                  <a:pt x="17160" y="19960"/>
                  <a:pt x="17020" y="20100"/>
                  <a:pt x="16848" y="20100"/>
                </a:cubicBezTo>
                <a:lnTo>
                  <a:pt x="1872" y="20100"/>
                </a:lnTo>
                <a:cubicBezTo>
                  <a:pt x="1700" y="20100"/>
                  <a:pt x="1560" y="19960"/>
                  <a:pt x="1560" y="19788"/>
                </a:cubicBezTo>
                <a:lnTo>
                  <a:pt x="1560" y="18852"/>
                </a:lnTo>
                <a:cubicBezTo>
                  <a:pt x="1560" y="18680"/>
                  <a:pt x="1700" y="18540"/>
                  <a:pt x="1872" y="18540"/>
                </a:cubicBezTo>
                <a:close/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11208"/>
                </a:lnTo>
                <a:cubicBezTo>
                  <a:pt x="10140" y="11380"/>
                  <a:pt x="10000" y="11520"/>
                  <a:pt x="9828" y="11520"/>
                </a:cubicBezTo>
                <a:lnTo>
                  <a:pt x="8892" y="11520"/>
                </a:lnTo>
                <a:cubicBezTo>
                  <a:pt x="8720" y="11520"/>
                  <a:pt x="8580" y="11380"/>
                  <a:pt x="8580" y="1120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5633" y="9700"/>
                </a:moveTo>
                <a:lnTo>
                  <a:pt x="3293" y="8140"/>
                </a:lnTo>
                <a:lnTo>
                  <a:pt x="2947" y="8660"/>
                </a:lnTo>
                <a:lnTo>
                  <a:pt x="5287" y="10220"/>
                </a:lnTo>
                <a:close/>
                <a:moveTo>
                  <a:pt x="13433" y="10220"/>
                </a:moveTo>
                <a:lnTo>
                  <a:pt x="15773" y="8660"/>
                </a:lnTo>
                <a:lnTo>
                  <a:pt x="15427" y="8140"/>
                </a:lnTo>
                <a:lnTo>
                  <a:pt x="13087" y="970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警报·加锁</a:t>
            </a:r>
          </a:p>
        </p:txBody>
      </p:sp>
      <p:sp>
        <p:nvSpPr>
          <p:cNvPr id="55" name="RISK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8540"/>
                </a:moveTo>
                <a:quadBezTo>
                  <a:pt x="3120" y="11520"/>
                  <a:pt x="9360" y="11520"/>
                </a:quadBezTo>
                <a:quadBezTo>
                  <a:pt x="15600" y="11520"/>
                  <a:pt x="15600" y="18540"/>
                </a:quadBezTo>
                <a:close/>
                <a:moveTo>
                  <a:pt x="1872" y="18540"/>
                </a:moveTo>
                <a:lnTo>
                  <a:pt x="16848" y="18540"/>
                </a:lnTo>
                <a:cubicBezTo>
                  <a:pt x="17020" y="18540"/>
                  <a:pt x="17160" y="18680"/>
                  <a:pt x="17160" y="18852"/>
                </a:cubicBezTo>
                <a:lnTo>
                  <a:pt x="17160" y="19788"/>
                </a:lnTo>
                <a:cubicBezTo>
                  <a:pt x="17160" y="19960"/>
                  <a:pt x="17020" y="20100"/>
                  <a:pt x="16848" y="20100"/>
                </a:cubicBezTo>
                <a:lnTo>
                  <a:pt x="1872" y="20100"/>
                </a:lnTo>
                <a:cubicBezTo>
                  <a:pt x="1700" y="20100"/>
                  <a:pt x="1560" y="19960"/>
                  <a:pt x="1560" y="19788"/>
                </a:cubicBezTo>
                <a:lnTo>
                  <a:pt x="1560" y="18852"/>
                </a:lnTo>
                <a:cubicBezTo>
                  <a:pt x="1560" y="18680"/>
                  <a:pt x="1700" y="18540"/>
                  <a:pt x="1872" y="18540"/>
                </a:cubicBezTo>
                <a:close/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11208"/>
                </a:lnTo>
                <a:cubicBezTo>
                  <a:pt x="10140" y="11380"/>
                  <a:pt x="10000" y="11520"/>
                  <a:pt x="9828" y="11520"/>
                </a:cubicBezTo>
                <a:lnTo>
                  <a:pt x="8892" y="11520"/>
                </a:lnTo>
                <a:cubicBezTo>
                  <a:pt x="8720" y="11520"/>
                  <a:pt x="8580" y="11380"/>
                  <a:pt x="8580" y="1120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5633" y="9700"/>
                </a:moveTo>
                <a:lnTo>
                  <a:pt x="3293" y="8140"/>
                </a:lnTo>
                <a:lnTo>
                  <a:pt x="2947" y="8660"/>
                </a:lnTo>
                <a:lnTo>
                  <a:pt x="5287" y="10220"/>
                </a:lnTo>
                <a:close/>
                <a:moveTo>
                  <a:pt x="13433" y="10220"/>
                </a:moveTo>
                <a:lnTo>
                  <a:pt x="15773" y="8660"/>
                </a:lnTo>
                <a:lnTo>
                  <a:pt x="15427" y="8140"/>
                </a:lnTo>
                <a:lnTo>
                  <a:pt x="13087" y="970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警报·洞察</a:t>
            </a:r>
          </a:p>
        </p:txBody>
      </p:sp>
      <p:sp>
        <p:nvSpPr>
          <p:cNvPr id="58" name="RISK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8540"/>
                </a:moveTo>
                <a:quadBezTo>
                  <a:pt x="3120" y="11520"/>
                  <a:pt x="9360" y="11520"/>
                </a:quadBezTo>
                <a:quadBezTo>
                  <a:pt x="15600" y="11520"/>
                  <a:pt x="15600" y="18540"/>
                </a:quadBezTo>
                <a:close/>
                <a:moveTo>
                  <a:pt x="1872" y="18540"/>
                </a:moveTo>
                <a:lnTo>
                  <a:pt x="16848" y="18540"/>
                </a:lnTo>
                <a:cubicBezTo>
                  <a:pt x="17020" y="18540"/>
                  <a:pt x="17160" y="18680"/>
                  <a:pt x="17160" y="18852"/>
                </a:cubicBezTo>
                <a:lnTo>
                  <a:pt x="17160" y="19788"/>
                </a:lnTo>
                <a:cubicBezTo>
                  <a:pt x="17160" y="19960"/>
                  <a:pt x="17020" y="20100"/>
                  <a:pt x="16848" y="20100"/>
                </a:cubicBezTo>
                <a:lnTo>
                  <a:pt x="1872" y="20100"/>
                </a:lnTo>
                <a:cubicBezTo>
                  <a:pt x="1700" y="20100"/>
                  <a:pt x="1560" y="19960"/>
                  <a:pt x="1560" y="19788"/>
                </a:cubicBezTo>
                <a:lnTo>
                  <a:pt x="1560" y="18852"/>
                </a:lnTo>
                <a:cubicBezTo>
                  <a:pt x="1560" y="18680"/>
                  <a:pt x="1700" y="18540"/>
                  <a:pt x="1872" y="18540"/>
                </a:cubicBezTo>
                <a:close/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11208"/>
                </a:lnTo>
                <a:cubicBezTo>
                  <a:pt x="10140" y="11380"/>
                  <a:pt x="10000" y="11520"/>
                  <a:pt x="9828" y="11520"/>
                </a:cubicBezTo>
                <a:lnTo>
                  <a:pt x="8892" y="11520"/>
                </a:lnTo>
                <a:cubicBezTo>
                  <a:pt x="8720" y="11520"/>
                  <a:pt x="8580" y="11380"/>
                  <a:pt x="8580" y="1120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5633" y="9700"/>
                </a:moveTo>
                <a:lnTo>
                  <a:pt x="3293" y="8140"/>
                </a:lnTo>
                <a:lnTo>
                  <a:pt x="2947" y="8660"/>
                </a:lnTo>
                <a:lnTo>
                  <a:pt x="5287" y="10220"/>
                </a:lnTo>
                <a:close/>
                <a:moveTo>
                  <a:pt x="13433" y="10220"/>
                </a:moveTo>
                <a:lnTo>
                  <a:pt x="15773" y="8660"/>
                </a:lnTo>
                <a:lnTo>
                  <a:pt x="15427" y="8140"/>
                </a:lnTo>
                <a:lnTo>
                  <a:pt x="13087" y="970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警报·已验证</a:t>
            </a:r>
          </a:p>
        </p:txBody>
      </p:sp>
      <p:sp>
        <p:nvSpPr>
          <p:cNvPr id="61" name="RISK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8540"/>
                </a:moveTo>
                <a:quadBezTo>
                  <a:pt x="3120" y="11520"/>
                  <a:pt x="9360" y="11520"/>
                </a:quadBezTo>
                <a:quadBezTo>
                  <a:pt x="15600" y="11520"/>
                  <a:pt x="15600" y="18540"/>
                </a:quadBezTo>
                <a:close/>
                <a:moveTo>
                  <a:pt x="1872" y="18540"/>
                </a:moveTo>
                <a:lnTo>
                  <a:pt x="16848" y="18540"/>
                </a:lnTo>
                <a:cubicBezTo>
                  <a:pt x="17020" y="18540"/>
                  <a:pt x="17160" y="18680"/>
                  <a:pt x="17160" y="18852"/>
                </a:cubicBezTo>
                <a:lnTo>
                  <a:pt x="17160" y="19788"/>
                </a:lnTo>
                <a:cubicBezTo>
                  <a:pt x="17160" y="19960"/>
                  <a:pt x="17020" y="20100"/>
                  <a:pt x="16848" y="20100"/>
                </a:cubicBezTo>
                <a:lnTo>
                  <a:pt x="1872" y="20100"/>
                </a:lnTo>
                <a:cubicBezTo>
                  <a:pt x="1700" y="20100"/>
                  <a:pt x="1560" y="19960"/>
                  <a:pt x="1560" y="19788"/>
                </a:cubicBezTo>
                <a:lnTo>
                  <a:pt x="1560" y="18852"/>
                </a:lnTo>
                <a:cubicBezTo>
                  <a:pt x="1560" y="18680"/>
                  <a:pt x="1700" y="18540"/>
                  <a:pt x="1872" y="18540"/>
                </a:cubicBezTo>
                <a:close/>
                <a:moveTo>
                  <a:pt x="8892" y="8400"/>
                </a:moveTo>
                <a:lnTo>
                  <a:pt x="9828" y="8400"/>
                </a:lnTo>
                <a:cubicBezTo>
                  <a:pt x="10000" y="8400"/>
                  <a:pt x="10140" y="8540"/>
                  <a:pt x="10140" y="8712"/>
                </a:cubicBezTo>
                <a:lnTo>
                  <a:pt x="10140" y="11208"/>
                </a:lnTo>
                <a:cubicBezTo>
                  <a:pt x="10140" y="11380"/>
                  <a:pt x="10000" y="11520"/>
                  <a:pt x="9828" y="11520"/>
                </a:cubicBezTo>
                <a:lnTo>
                  <a:pt x="8892" y="11520"/>
                </a:lnTo>
                <a:cubicBezTo>
                  <a:pt x="8720" y="11520"/>
                  <a:pt x="8580" y="11380"/>
                  <a:pt x="8580" y="11208"/>
                </a:cubicBezTo>
                <a:lnTo>
                  <a:pt x="8580" y="8712"/>
                </a:lnTo>
                <a:cubicBezTo>
                  <a:pt x="8580" y="8540"/>
                  <a:pt x="8720" y="8400"/>
                  <a:pt x="8892" y="8400"/>
                </a:cubicBezTo>
                <a:close/>
                <a:moveTo>
                  <a:pt x="5633" y="9700"/>
                </a:moveTo>
                <a:lnTo>
                  <a:pt x="3293" y="8140"/>
                </a:lnTo>
                <a:lnTo>
                  <a:pt x="2947" y="8660"/>
                </a:lnTo>
                <a:lnTo>
                  <a:pt x="5287" y="10220"/>
                </a:lnTo>
                <a:close/>
                <a:moveTo>
                  <a:pt x="13433" y="10220"/>
                </a:moveTo>
                <a:lnTo>
                  <a:pt x="15773" y="8660"/>
                </a:lnTo>
                <a:lnTo>
                  <a:pt x="15427" y="8140"/>
                </a:lnTo>
                <a:lnTo>
                  <a:pt x="13087" y="9700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警报·失效</a:t>
            </a:r>
          </a:p>
        </p:txBody>
      </p:sp>
      <p:sp>
        <p:nvSpPr>
          <p:cNvPr id="64" name="RISK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12000"/>
                </a:moveTo>
                <a:quadBezTo>
                  <a:pt x="6000" y="5000"/>
                  <a:pt x="12000" y="5000"/>
                </a:quadBezTo>
                <a:quadBezTo>
                  <a:pt x="18000" y="5000"/>
                  <a:pt x="22000" y="12000"/>
                </a:quadBezTo>
                <a:quadBezTo>
                  <a:pt x="18000" y="19000"/>
                  <a:pt x="12000" y="19000"/>
                </a:quadBezTo>
                <a:quadBezTo>
                  <a:pt x="6000" y="19000"/>
                  <a:pt x="2000" y="12000"/>
                </a:quadBezTo>
                <a:close/>
                <a:moveTo>
                  <a:pt x="12000" y="8000"/>
                </a:moveTo>
                <a:cubicBezTo>
                  <a:pt x="9800" y="8000"/>
                  <a:pt x="8000" y="9800"/>
                  <a:pt x="8000" y="12000"/>
                </a:cubicBezTo>
                <a:cubicBezTo>
                  <a:pt x="8000" y="14200"/>
                  <a:pt x="9800" y="16000"/>
                  <a:pt x="12000" y="16000"/>
                </a:cubicBezTo>
                <a:cubicBezTo>
                  <a:pt x="14200" y="16000"/>
                  <a:pt x="16000" y="14200"/>
                  <a:pt x="16000" y="12000"/>
                </a:cubicBezTo>
                <a:cubicBezTo>
                  <a:pt x="16000" y="9800"/>
                  <a:pt x="14200" y="8000"/>
                  <a:pt x="12000" y="8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审查之眼</a:t>
            </a:r>
          </a:p>
        </p:txBody>
      </p:sp>
      <p:sp>
        <p:nvSpPr>
          <p:cNvPr id="67" name="RISK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quadBezTo>
                  <a:pt x="4680" y="9180"/>
                  <a:pt x="9360" y="9180"/>
                </a:quadBezTo>
                <a:quadBezTo>
                  <a:pt x="14040" y="9180"/>
                  <a:pt x="17160" y="14640"/>
                </a:quadBezTo>
                <a:quadBezTo>
                  <a:pt x="14040" y="20100"/>
                  <a:pt x="9360" y="20100"/>
                </a:quadBezTo>
                <a:quadBezTo>
                  <a:pt x="4680" y="20100"/>
                  <a:pt x="1560" y="14640"/>
                </a:quadBezTo>
                <a:close/>
                <a:moveTo>
                  <a:pt x="9360" y="11520"/>
                </a:moveTo>
                <a:cubicBezTo>
                  <a:pt x="7644" y="11520"/>
                  <a:pt x="6240" y="12924"/>
                  <a:pt x="6240" y="14640"/>
                </a:cubicBezTo>
                <a:cubicBezTo>
                  <a:pt x="6240" y="16356"/>
                  <a:pt x="7644" y="17760"/>
                  <a:pt x="9360" y="17760"/>
                </a:cubicBezTo>
                <a:cubicBezTo>
                  <a:pt x="11076" y="17760"/>
                  <a:pt x="12480" y="16356"/>
                  <a:pt x="12480" y="14640"/>
                </a:cubicBezTo>
                <a:cubicBezTo>
                  <a:pt x="12480" y="12924"/>
                  <a:pt x="11076" y="11520"/>
                  <a:pt x="9360" y="11520"/>
                </a:cubicBezTo>
                <a:close/>
                <a:moveTo>
                  <a:pt x="10920" y="14640"/>
                </a:moveTo>
                <a:cubicBezTo>
                  <a:pt x="10920" y="15502"/>
                  <a:pt x="10222" y="16200"/>
                  <a:pt x="9360" y="16200"/>
                </a:cubicBezTo>
                <a:cubicBezTo>
                  <a:pt x="8498" y="16200"/>
                  <a:pt x="7800" y="15502"/>
                  <a:pt x="7800" y="14640"/>
                </a:cubicBezTo>
                <a:cubicBezTo>
                  <a:pt x="7800" y="13778"/>
                  <a:pt x="8498" y="13080"/>
                  <a:pt x="9360" y="13080"/>
                </a:cubicBezTo>
                <a:cubicBezTo>
                  <a:pt x="10222" y="13080"/>
                  <a:pt x="10920" y="13778"/>
                  <a:pt x="10920" y="1464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审查之眼·预警</a:t>
            </a:r>
          </a:p>
        </p:txBody>
      </p:sp>
      <p:sp>
        <p:nvSpPr>
          <p:cNvPr id="70" name="RISK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quadBezTo>
                  <a:pt x="4680" y="9180"/>
                  <a:pt x="9360" y="9180"/>
                </a:quadBezTo>
                <a:quadBezTo>
                  <a:pt x="14040" y="9180"/>
                  <a:pt x="17160" y="14640"/>
                </a:quadBezTo>
                <a:quadBezTo>
                  <a:pt x="14040" y="20100"/>
                  <a:pt x="9360" y="20100"/>
                </a:quadBezTo>
                <a:quadBezTo>
                  <a:pt x="4680" y="20100"/>
                  <a:pt x="1560" y="14640"/>
                </a:quadBezTo>
                <a:close/>
                <a:moveTo>
                  <a:pt x="9360" y="11520"/>
                </a:moveTo>
                <a:cubicBezTo>
                  <a:pt x="7644" y="11520"/>
                  <a:pt x="6240" y="12924"/>
                  <a:pt x="6240" y="14640"/>
                </a:cubicBezTo>
                <a:cubicBezTo>
                  <a:pt x="6240" y="16356"/>
                  <a:pt x="7644" y="17760"/>
                  <a:pt x="9360" y="17760"/>
                </a:cubicBezTo>
                <a:cubicBezTo>
                  <a:pt x="11076" y="17760"/>
                  <a:pt x="12480" y="16356"/>
                  <a:pt x="12480" y="14640"/>
                </a:cubicBezTo>
                <a:cubicBezTo>
                  <a:pt x="12480" y="12924"/>
                  <a:pt x="11076" y="11520"/>
                  <a:pt x="9360" y="11520"/>
                </a:cubicBezTo>
                <a:close/>
                <a:moveTo>
                  <a:pt x="10920" y="14640"/>
                </a:moveTo>
                <a:cubicBezTo>
                  <a:pt x="10920" y="15502"/>
                  <a:pt x="10222" y="16200"/>
                  <a:pt x="9360" y="16200"/>
                </a:cubicBezTo>
                <a:cubicBezTo>
                  <a:pt x="8498" y="16200"/>
                  <a:pt x="7800" y="15502"/>
                  <a:pt x="7800" y="14640"/>
                </a:cubicBezTo>
                <a:cubicBezTo>
                  <a:pt x="7800" y="13778"/>
                  <a:pt x="8498" y="13080"/>
                  <a:pt x="9360" y="13080"/>
                </a:cubicBezTo>
                <a:cubicBezTo>
                  <a:pt x="10222" y="13080"/>
                  <a:pt x="10920" y="13778"/>
                  <a:pt x="10920" y="1464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审查之眼·加锁</a:t>
            </a:r>
          </a:p>
        </p:txBody>
      </p:sp>
      <p:sp>
        <p:nvSpPr>
          <p:cNvPr id="73" name="RISK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quadBezTo>
                  <a:pt x="4680" y="9180"/>
                  <a:pt x="9360" y="9180"/>
                </a:quadBezTo>
                <a:quadBezTo>
                  <a:pt x="14040" y="9180"/>
                  <a:pt x="17160" y="14640"/>
                </a:quadBezTo>
                <a:quadBezTo>
                  <a:pt x="14040" y="20100"/>
                  <a:pt x="9360" y="20100"/>
                </a:quadBezTo>
                <a:quadBezTo>
                  <a:pt x="4680" y="20100"/>
                  <a:pt x="1560" y="14640"/>
                </a:quadBezTo>
                <a:close/>
                <a:moveTo>
                  <a:pt x="9360" y="11520"/>
                </a:moveTo>
                <a:cubicBezTo>
                  <a:pt x="7644" y="11520"/>
                  <a:pt x="6240" y="12924"/>
                  <a:pt x="6240" y="14640"/>
                </a:cubicBezTo>
                <a:cubicBezTo>
                  <a:pt x="6240" y="16356"/>
                  <a:pt x="7644" y="17760"/>
                  <a:pt x="9360" y="17760"/>
                </a:cubicBezTo>
                <a:cubicBezTo>
                  <a:pt x="11076" y="17760"/>
                  <a:pt x="12480" y="16356"/>
                  <a:pt x="12480" y="14640"/>
                </a:cubicBezTo>
                <a:cubicBezTo>
                  <a:pt x="12480" y="12924"/>
                  <a:pt x="11076" y="11520"/>
                  <a:pt x="9360" y="11520"/>
                </a:cubicBezTo>
                <a:close/>
                <a:moveTo>
                  <a:pt x="10920" y="14640"/>
                </a:moveTo>
                <a:cubicBezTo>
                  <a:pt x="10920" y="15502"/>
                  <a:pt x="10222" y="16200"/>
                  <a:pt x="9360" y="16200"/>
                </a:cubicBezTo>
                <a:cubicBezTo>
                  <a:pt x="8498" y="16200"/>
                  <a:pt x="7800" y="15502"/>
                  <a:pt x="7800" y="14640"/>
                </a:cubicBezTo>
                <a:cubicBezTo>
                  <a:pt x="7800" y="13778"/>
                  <a:pt x="8498" y="13080"/>
                  <a:pt x="9360" y="13080"/>
                </a:cubicBezTo>
                <a:cubicBezTo>
                  <a:pt x="10222" y="13080"/>
                  <a:pt x="10920" y="13778"/>
                  <a:pt x="10920" y="1464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审查之眼·洞察</a:t>
            </a:r>
          </a:p>
        </p:txBody>
      </p:sp>
      <p:sp>
        <p:nvSpPr>
          <p:cNvPr id="76" name="RISK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quadBezTo>
                  <a:pt x="4680" y="9180"/>
                  <a:pt x="9360" y="9180"/>
                </a:quadBezTo>
                <a:quadBezTo>
                  <a:pt x="14040" y="9180"/>
                  <a:pt x="17160" y="14640"/>
                </a:quadBezTo>
                <a:quadBezTo>
                  <a:pt x="14040" y="20100"/>
                  <a:pt x="9360" y="20100"/>
                </a:quadBezTo>
                <a:quadBezTo>
                  <a:pt x="4680" y="20100"/>
                  <a:pt x="1560" y="14640"/>
                </a:quadBezTo>
                <a:close/>
                <a:moveTo>
                  <a:pt x="9360" y="11520"/>
                </a:moveTo>
                <a:cubicBezTo>
                  <a:pt x="7644" y="11520"/>
                  <a:pt x="6240" y="12924"/>
                  <a:pt x="6240" y="14640"/>
                </a:cubicBezTo>
                <a:cubicBezTo>
                  <a:pt x="6240" y="16356"/>
                  <a:pt x="7644" y="17760"/>
                  <a:pt x="9360" y="17760"/>
                </a:cubicBezTo>
                <a:cubicBezTo>
                  <a:pt x="11076" y="17760"/>
                  <a:pt x="12480" y="16356"/>
                  <a:pt x="12480" y="14640"/>
                </a:cubicBezTo>
                <a:cubicBezTo>
                  <a:pt x="12480" y="12924"/>
                  <a:pt x="11076" y="11520"/>
                  <a:pt x="9360" y="11520"/>
                </a:cubicBezTo>
                <a:close/>
                <a:moveTo>
                  <a:pt x="10920" y="14640"/>
                </a:moveTo>
                <a:cubicBezTo>
                  <a:pt x="10920" y="15502"/>
                  <a:pt x="10222" y="16200"/>
                  <a:pt x="9360" y="16200"/>
                </a:cubicBezTo>
                <a:cubicBezTo>
                  <a:pt x="8498" y="16200"/>
                  <a:pt x="7800" y="15502"/>
                  <a:pt x="7800" y="14640"/>
                </a:cubicBezTo>
                <a:cubicBezTo>
                  <a:pt x="7800" y="13778"/>
                  <a:pt x="8498" y="13080"/>
                  <a:pt x="9360" y="13080"/>
                </a:cubicBezTo>
                <a:cubicBezTo>
                  <a:pt x="10222" y="13080"/>
                  <a:pt x="10920" y="13778"/>
                  <a:pt x="10920" y="1464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审查之眼·已验证</a:t>
            </a:r>
          </a:p>
        </p:txBody>
      </p:sp>
      <p:sp>
        <p:nvSpPr>
          <p:cNvPr id="79" name="RISK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quadBezTo>
                  <a:pt x="4680" y="9180"/>
                  <a:pt x="9360" y="9180"/>
                </a:quadBezTo>
                <a:quadBezTo>
                  <a:pt x="14040" y="9180"/>
                  <a:pt x="17160" y="14640"/>
                </a:quadBezTo>
                <a:quadBezTo>
                  <a:pt x="14040" y="20100"/>
                  <a:pt x="9360" y="20100"/>
                </a:quadBezTo>
                <a:quadBezTo>
                  <a:pt x="4680" y="20100"/>
                  <a:pt x="1560" y="14640"/>
                </a:quadBezTo>
                <a:close/>
                <a:moveTo>
                  <a:pt x="9360" y="11520"/>
                </a:moveTo>
                <a:cubicBezTo>
                  <a:pt x="7644" y="11520"/>
                  <a:pt x="6240" y="12924"/>
                  <a:pt x="6240" y="14640"/>
                </a:cubicBezTo>
                <a:cubicBezTo>
                  <a:pt x="6240" y="16356"/>
                  <a:pt x="7644" y="17760"/>
                  <a:pt x="9360" y="17760"/>
                </a:cubicBezTo>
                <a:cubicBezTo>
                  <a:pt x="11076" y="17760"/>
                  <a:pt x="12480" y="16356"/>
                  <a:pt x="12480" y="14640"/>
                </a:cubicBezTo>
                <a:cubicBezTo>
                  <a:pt x="12480" y="12924"/>
                  <a:pt x="11076" y="11520"/>
                  <a:pt x="9360" y="11520"/>
                </a:cubicBezTo>
                <a:close/>
                <a:moveTo>
                  <a:pt x="10920" y="14640"/>
                </a:moveTo>
                <a:cubicBezTo>
                  <a:pt x="10920" y="15502"/>
                  <a:pt x="10222" y="16200"/>
                  <a:pt x="9360" y="16200"/>
                </a:cubicBezTo>
                <a:cubicBezTo>
                  <a:pt x="8498" y="16200"/>
                  <a:pt x="7800" y="15502"/>
                  <a:pt x="7800" y="14640"/>
                </a:cubicBezTo>
                <a:cubicBezTo>
                  <a:pt x="7800" y="13778"/>
                  <a:pt x="8498" y="13080"/>
                  <a:pt x="9360" y="13080"/>
                </a:cubicBezTo>
                <a:cubicBezTo>
                  <a:pt x="10222" y="13080"/>
                  <a:pt x="10920" y="13778"/>
                  <a:pt x="10920" y="14640"/>
                </a:cubicBez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审查之眼·失效</a:t>
            </a:r>
          </a:p>
        </p:txBody>
      </p:sp>
      <p:sp>
        <p:nvSpPr>
          <p:cNvPr id="82" name="RISK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4000"/>
                </a:moveTo>
                <a:lnTo>
                  <a:pt x="21000" y="4000"/>
                </a:lnTo>
                <a:cubicBezTo>
                  <a:pt x="21552" y="4000"/>
                  <a:pt x="22000" y="4448"/>
                  <a:pt x="22000" y="5000"/>
                </a:cubicBezTo>
                <a:lnTo>
                  <a:pt x="22000" y="16000"/>
                </a:lnTo>
                <a:cubicBezTo>
                  <a:pt x="22000" y="16552"/>
                  <a:pt x="21552" y="17000"/>
                  <a:pt x="21000" y="17000"/>
                </a:cubicBezTo>
                <a:lnTo>
                  <a:pt x="3000" y="17000"/>
                </a:lnTo>
                <a:cubicBezTo>
                  <a:pt x="2448" y="17000"/>
                  <a:pt x="2000" y="16552"/>
                  <a:pt x="2000" y="16000"/>
                </a:cubicBezTo>
                <a:lnTo>
                  <a:pt x="2000" y="5000"/>
                </a:lnTo>
                <a:cubicBezTo>
                  <a:pt x="2000" y="4448"/>
                  <a:pt x="2448" y="4000"/>
                  <a:pt x="3000" y="4000"/>
                </a:cubicBezTo>
                <a:close/>
                <a:moveTo>
                  <a:pt x="2200" y="14000"/>
                </a:moveTo>
                <a:lnTo>
                  <a:pt x="21800" y="14000"/>
                </a:lnTo>
                <a:cubicBezTo>
                  <a:pt x="21910" y="14000"/>
                  <a:pt x="22000" y="14090"/>
                  <a:pt x="22000" y="14200"/>
                </a:cubicBezTo>
                <a:lnTo>
                  <a:pt x="22000" y="14800"/>
                </a:lnTo>
                <a:cubicBezTo>
                  <a:pt x="22000" y="14910"/>
                  <a:pt x="21910" y="15000"/>
                  <a:pt x="21800" y="15000"/>
                </a:cubicBezTo>
                <a:lnTo>
                  <a:pt x="2200" y="15000"/>
                </a:lnTo>
                <a:cubicBezTo>
                  <a:pt x="2090" y="15000"/>
                  <a:pt x="2000" y="14910"/>
                  <a:pt x="2000" y="14800"/>
                </a:cubicBezTo>
                <a:lnTo>
                  <a:pt x="2000" y="14200"/>
                </a:lnTo>
                <a:cubicBezTo>
                  <a:pt x="2000" y="14090"/>
                  <a:pt x="2090" y="14000"/>
                  <a:pt x="2200" y="14000"/>
                </a:cubicBezTo>
                <a:close/>
                <a:moveTo>
                  <a:pt x="8300" y="18000"/>
                </a:moveTo>
                <a:lnTo>
                  <a:pt x="15700" y="18000"/>
                </a:lnTo>
                <a:cubicBezTo>
                  <a:pt x="15866" y="18000"/>
                  <a:pt x="16000" y="18134"/>
                  <a:pt x="16000" y="18300"/>
                </a:cubicBezTo>
                <a:lnTo>
                  <a:pt x="16000" y="19100"/>
                </a:lnTo>
                <a:cubicBezTo>
                  <a:pt x="16000" y="19266"/>
                  <a:pt x="15866" y="19400"/>
                  <a:pt x="15700" y="19400"/>
                </a:cubicBezTo>
                <a:lnTo>
                  <a:pt x="8300" y="19400"/>
                </a:lnTo>
                <a:cubicBezTo>
                  <a:pt x="8134" y="19400"/>
                  <a:pt x="8000" y="19266"/>
                  <a:pt x="8000" y="19100"/>
                </a:cubicBezTo>
                <a:lnTo>
                  <a:pt x="8000" y="18300"/>
                </a:lnTo>
                <a:cubicBezTo>
                  <a:pt x="8000" y="18134"/>
                  <a:pt x="8134" y="18000"/>
                  <a:pt x="8300" y="18000"/>
                </a:cubicBezTo>
                <a:close/>
                <a:moveTo>
                  <a:pt x="10000" y="17000"/>
                </a:moveTo>
                <a:lnTo>
                  <a:pt x="14000" y="17000"/>
                </a:lnTo>
                <a:lnTo>
                  <a:pt x="14000" y="18400"/>
                </a:lnTo>
                <a:lnTo>
                  <a:pt x="10000" y="18400"/>
                </a:lnTo>
                <a:close/>
                <a:moveTo>
                  <a:pt x="4717" y="8283"/>
                </a:moveTo>
                <a:lnTo>
                  <a:pt x="8717" y="12283"/>
                </a:lnTo>
                <a:lnTo>
                  <a:pt x="9283" y="11717"/>
                </a:lnTo>
                <a:lnTo>
                  <a:pt x="5283" y="7717"/>
                </a:lnTo>
                <a:close/>
                <a:moveTo>
                  <a:pt x="9283" y="12283"/>
                </a:moveTo>
                <a:lnTo>
                  <a:pt x="12283" y="9283"/>
                </a:lnTo>
                <a:lnTo>
                  <a:pt x="11717" y="8717"/>
                </a:lnTo>
                <a:lnTo>
                  <a:pt x="8717" y="11717"/>
                </a:lnTo>
                <a:close/>
                <a:moveTo>
                  <a:pt x="11717" y="9283"/>
                </a:moveTo>
                <a:lnTo>
                  <a:pt x="15717" y="13283"/>
                </a:lnTo>
                <a:lnTo>
                  <a:pt x="16283" y="12717"/>
                </a:lnTo>
                <a:lnTo>
                  <a:pt x="12283" y="8717"/>
                </a:lnTo>
                <a:close/>
                <a:moveTo>
                  <a:pt x="16358" y="13179"/>
                </a:moveTo>
                <a:lnTo>
                  <a:pt x="19358" y="7179"/>
                </a:lnTo>
                <a:lnTo>
                  <a:pt x="18642" y="6821"/>
                </a:lnTo>
                <a:lnTo>
                  <a:pt x="15642" y="1282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监控屏</a:t>
            </a:r>
          </a:p>
        </p:txBody>
      </p:sp>
      <p:sp>
        <p:nvSpPr>
          <p:cNvPr id="85" name="RISK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cubicBezTo>
                  <a:pt x="16811" y="8400"/>
                  <a:pt x="17160" y="8749"/>
                  <a:pt x="17160" y="9180"/>
                </a:cubicBezTo>
                <a:lnTo>
                  <a:pt x="17160" y="17760"/>
                </a:lnTo>
                <a:cubicBezTo>
                  <a:pt x="17160" y="18191"/>
                  <a:pt x="16811" y="18540"/>
                  <a:pt x="16380" y="18540"/>
                </a:cubicBezTo>
                <a:lnTo>
                  <a:pt x="2340" y="18540"/>
                </a:lnTo>
                <a:cubicBezTo>
                  <a:pt x="1909" y="18540"/>
                  <a:pt x="1560" y="18191"/>
                  <a:pt x="1560" y="17760"/>
                </a:cubicBezTo>
                <a:lnTo>
                  <a:pt x="1560" y="9180"/>
                </a:lnTo>
                <a:cubicBezTo>
                  <a:pt x="1560" y="8749"/>
                  <a:pt x="1909" y="8400"/>
                  <a:pt x="2340" y="8400"/>
                </a:cubicBezTo>
                <a:close/>
                <a:moveTo>
                  <a:pt x="1716" y="16200"/>
                </a:moveTo>
                <a:lnTo>
                  <a:pt x="17004" y="16200"/>
                </a:lnTo>
                <a:cubicBezTo>
                  <a:pt x="17090" y="16200"/>
                  <a:pt x="17160" y="16270"/>
                  <a:pt x="17160" y="16356"/>
                </a:cubicBezTo>
                <a:lnTo>
                  <a:pt x="17160" y="16824"/>
                </a:lnTo>
                <a:cubicBezTo>
                  <a:pt x="17160" y="16910"/>
                  <a:pt x="17090" y="16980"/>
                  <a:pt x="17004" y="16980"/>
                </a:cubicBezTo>
                <a:lnTo>
                  <a:pt x="1716" y="16980"/>
                </a:lnTo>
                <a:cubicBezTo>
                  <a:pt x="1630" y="16980"/>
                  <a:pt x="1560" y="16910"/>
                  <a:pt x="1560" y="16824"/>
                </a:cubicBezTo>
                <a:lnTo>
                  <a:pt x="1560" y="16356"/>
                </a:lnTo>
                <a:cubicBezTo>
                  <a:pt x="1560" y="16270"/>
                  <a:pt x="1630" y="16200"/>
                  <a:pt x="1716" y="16200"/>
                </a:cubicBezTo>
                <a:close/>
                <a:moveTo>
                  <a:pt x="647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20178"/>
                </a:lnTo>
                <a:cubicBezTo>
                  <a:pt x="12480" y="20307"/>
                  <a:pt x="12375" y="20412"/>
                  <a:pt x="12246" y="20412"/>
                </a:cubicBezTo>
                <a:lnTo>
                  <a:pt x="6474" y="20412"/>
                </a:lnTo>
                <a:cubicBezTo>
                  <a:pt x="6345" y="20412"/>
                  <a:pt x="6240" y="20307"/>
                  <a:pt x="6240" y="20178"/>
                </a:cubicBezTo>
                <a:lnTo>
                  <a:pt x="6240" y="19554"/>
                </a:lnTo>
                <a:cubicBezTo>
                  <a:pt x="6240" y="19425"/>
                  <a:pt x="6345" y="19320"/>
                  <a:pt x="6474" y="19320"/>
                </a:cubicBezTo>
                <a:close/>
                <a:moveTo>
                  <a:pt x="7800" y="18540"/>
                </a:moveTo>
                <a:lnTo>
                  <a:pt x="10920" y="18540"/>
                </a:lnTo>
                <a:lnTo>
                  <a:pt x="10920" y="19632"/>
                </a:lnTo>
                <a:lnTo>
                  <a:pt x="7800" y="19632"/>
                </a:lnTo>
                <a:close/>
                <a:moveTo>
                  <a:pt x="3679" y="11741"/>
                </a:moveTo>
                <a:lnTo>
                  <a:pt x="6799" y="14861"/>
                </a:lnTo>
                <a:lnTo>
                  <a:pt x="7241" y="14419"/>
                </a:lnTo>
                <a:lnTo>
                  <a:pt x="4121" y="11299"/>
                </a:lnTo>
                <a:close/>
                <a:moveTo>
                  <a:pt x="7241" y="14861"/>
                </a:moveTo>
                <a:lnTo>
                  <a:pt x="9581" y="12521"/>
                </a:lnTo>
                <a:lnTo>
                  <a:pt x="9139" y="12079"/>
                </a:lnTo>
                <a:lnTo>
                  <a:pt x="6799" y="14419"/>
                </a:lnTo>
                <a:close/>
                <a:moveTo>
                  <a:pt x="9139" y="12521"/>
                </a:moveTo>
                <a:lnTo>
                  <a:pt x="12259" y="15641"/>
                </a:lnTo>
                <a:lnTo>
                  <a:pt x="12701" y="15199"/>
                </a:lnTo>
                <a:lnTo>
                  <a:pt x="9581" y="12079"/>
                </a:lnTo>
                <a:close/>
                <a:moveTo>
                  <a:pt x="12759" y="15560"/>
                </a:moveTo>
                <a:lnTo>
                  <a:pt x="15099" y="10880"/>
                </a:lnTo>
                <a:lnTo>
                  <a:pt x="14541" y="10600"/>
                </a:lnTo>
                <a:lnTo>
                  <a:pt x="12201" y="1528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监控屏·预警</a:t>
            </a:r>
          </a:p>
        </p:txBody>
      </p:sp>
      <p:sp>
        <p:nvSpPr>
          <p:cNvPr id="88" name="RISK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cubicBezTo>
                  <a:pt x="16811" y="8400"/>
                  <a:pt x="17160" y="8749"/>
                  <a:pt x="17160" y="9180"/>
                </a:cubicBezTo>
                <a:lnTo>
                  <a:pt x="17160" y="17760"/>
                </a:lnTo>
                <a:cubicBezTo>
                  <a:pt x="17160" y="18191"/>
                  <a:pt x="16811" y="18540"/>
                  <a:pt x="16380" y="18540"/>
                </a:cubicBezTo>
                <a:lnTo>
                  <a:pt x="2340" y="18540"/>
                </a:lnTo>
                <a:cubicBezTo>
                  <a:pt x="1909" y="18540"/>
                  <a:pt x="1560" y="18191"/>
                  <a:pt x="1560" y="17760"/>
                </a:cubicBezTo>
                <a:lnTo>
                  <a:pt x="1560" y="9180"/>
                </a:lnTo>
                <a:cubicBezTo>
                  <a:pt x="1560" y="8749"/>
                  <a:pt x="1909" y="8400"/>
                  <a:pt x="2340" y="8400"/>
                </a:cubicBezTo>
                <a:close/>
                <a:moveTo>
                  <a:pt x="1716" y="16200"/>
                </a:moveTo>
                <a:lnTo>
                  <a:pt x="17004" y="16200"/>
                </a:lnTo>
                <a:cubicBezTo>
                  <a:pt x="17090" y="16200"/>
                  <a:pt x="17160" y="16270"/>
                  <a:pt x="17160" y="16356"/>
                </a:cubicBezTo>
                <a:lnTo>
                  <a:pt x="17160" y="16824"/>
                </a:lnTo>
                <a:cubicBezTo>
                  <a:pt x="17160" y="16910"/>
                  <a:pt x="17090" y="16980"/>
                  <a:pt x="17004" y="16980"/>
                </a:cubicBezTo>
                <a:lnTo>
                  <a:pt x="1716" y="16980"/>
                </a:lnTo>
                <a:cubicBezTo>
                  <a:pt x="1630" y="16980"/>
                  <a:pt x="1560" y="16910"/>
                  <a:pt x="1560" y="16824"/>
                </a:cubicBezTo>
                <a:lnTo>
                  <a:pt x="1560" y="16356"/>
                </a:lnTo>
                <a:cubicBezTo>
                  <a:pt x="1560" y="16270"/>
                  <a:pt x="1630" y="16200"/>
                  <a:pt x="1716" y="16200"/>
                </a:cubicBezTo>
                <a:close/>
                <a:moveTo>
                  <a:pt x="647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20178"/>
                </a:lnTo>
                <a:cubicBezTo>
                  <a:pt x="12480" y="20307"/>
                  <a:pt x="12375" y="20412"/>
                  <a:pt x="12246" y="20412"/>
                </a:cubicBezTo>
                <a:lnTo>
                  <a:pt x="6474" y="20412"/>
                </a:lnTo>
                <a:cubicBezTo>
                  <a:pt x="6345" y="20412"/>
                  <a:pt x="6240" y="20307"/>
                  <a:pt x="6240" y="20178"/>
                </a:cubicBezTo>
                <a:lnTo>
                  <a:pt x="6240" y="19554"/>
                </a:lnTo>
                <a:cubicBezTo>
                  <a:pt x="6240" y="19425"/>
                  <a:pt x="6345" y="19320"/>
                  <a:pt x="6474" y="19320"/>
                </a:cubicBezTo>
                <a:close/>
                <a:moveTo>
                  <a:pt x="7800" y="18540"/>
                </a:moveTo>
                <a:lnTo>
                  <a:pt x="10920" y="18540"/>
                </a:lnTo>
                <a:lnTo>
                  <a:pt x="10920" y="19632"/>
                </a:lnTo>
                <a:lnTo>
                  <a:pt x="7800" y="19632"/>
                </a:lnTo>
                <a:close/>
                <a:moveTo>
                  <a:pt x="3679" y="11741"/>
                </a:moveTo>
                <a:lnTo>
                  <a:pt x="6799" y="14861"/>
                </a:lnTo>
                <a:lnTo>
                  <a:pt x="7241" y="14419"/>
                </a:lnTo>
                <a:lnTo>
                  <a:pt x="4121" y="11299"/>
                </a:lnTo>
                <a:close/>
                <a:moveTo>
                  <a:pt x="7241" y="14861"/>
                </a:moveTo>
                <a:lnTo>
                  <a:pt x="9581" y="12521"/>
                </a:lnTo>
                <a:lnTo>
                  <a:pt x="9139" y="12079"/>
                </a:lnTo>
                <a:lnTo>
                  <a:pt x="6799" y="14419"/>
                </a:lnTo>
                <a:close/>
                <a:moveTo>
                  <a:pt x="9139" y="12521"/>
                </a:moveTo>
                <a:lnTo>
                  <a:pt x="12259" y="15641"/>
                </a:lnTo>
                <a:lnTo>
                  <a:pt x="12701" y="15199"/>
                </a:lnTo>
                <a:lnTo>
                  <a:pt x="9581" y="12079"/>
                </a:lnTo>
                <a:close/>
                <a:moveTo>
                  <a:pt x="12759" y="15560"/>
                </a:moveTo>
                <a:lnTo>
                  <a:pt x="15099" y="10880"/>
                </a:lnTo>
                <a:lnTo>
                  <a:pt x="14541" y="10600"/>
                </a:lnTo>
                <a:lnTo>
                  <a:pt x="12201" y="1528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监控屏·加锁</a:t>
            </a:r>
          </a:p>
        </p:txBody>
      </p:sp>
      <p:sp>
        <p:nvSpPr>
          <p:cNvPr id="91" name="RISK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cubicBezTo>
                  <a:pt x="16811" y="8400"/>
                  <a:pt x="17160" y="8749"/>
                  <a:pt x="17160" y="9180"/>
                </a:cubicBezTo>
                <a:lnTo>
                  <a:pt x="17160" y="17760"/>
                </a:lnTo>
                <a:cubicBezTo>
                  <a:pt x="17160" y="18191"/>
                  <a:pt x="16811" y="18540"/>
                  <a:pt x="16380" y="18540"/>
                </a:cubicBezTo>
                <a:lnTo>
                  <a:pt x="2340" y="18540"/>
                </a:lnTo>
                <a:cubicBezTo>
                  <a:pt x="1909" y="18540"/>
                  <a:pt x="1560" y="18191"/>
                  <a:pt x="1560" y="17760"/>
                </a:cubicBezTo>
                <a:lnTo>
                  <a:pt x="1560" y="9180"/>
                </a:lnTo>
                <a:cubicBezTo>
                  <a:pt x="1560" y="8749"/>
                  <a:pt x="1909" y="8400"/>
                  <a:pt x="2340" y="8400"/>
                </a:cubicBezTo>
                <a:close/>
                <a:moveTo>
                  <a:pt x="1716" y="16200"/>
                </a:moveTo>
                <a:lnTo>
                  <a:pt x="17004" y="16200"/>
                </a:lnTo>
                <a:cubicBezTo>
                  <a:pt x="17090" y="16200"/>
                  <a:pt x="17160" y="16270"/>
                  <a:pt x="17160" y="16356"/>
                </a:cubicBezTo>
                <a:lnTo>
                  <a:pt x="17160" y="16824"/>
                </a:lnTo>
                <a:cubicBezTo>
                  <a:pt x="17160" y="16910"/>
                  <a:pt x="17090" y="16980"/>
                  <a:pt x="17004" y="16980"/>
                </a:cubicBezTo>
                <a:lnTo>
                  <a:pt x="1716" y="16980"/>
                </a:lnTo>
                <a:cubicBezTo>
                  <a:pt x="1630" y="16980"/>
                  <a:pt x="1560" y="16910"/>
                  <a:pt x="1560" y="16824"/>
                </a:cubicBezTo>
                <a:lnTo>
                  <a:pt x="1560" y="16356"/>
                </a:lnTo>
                <a:cubicBezTo>
                  <a:pt x="1560" y="16270"/>
                  <a:pt x="1630" y="16200"/>
                  <a:pt x="1716" y="16200"/>
                </a:cubicBezTo>
                <a:close/>
                <a:moveTo>
                  <a:pt x="647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20178"/>
                </a:lnTo>
                <a:cubicBezTo>
                  <a:pt x="12480" y="20307"/>
                  <a:pt x="12375" y="20412"/>
                  <a:pt x="12246" y="20412"/>
                </a:cubicBezTo>
                <a:lnTo>
                  <a:pt x="6474" y="20412"/>
                </a:lnTo>
                <a:cubicBezTo>
                  <a:pt x="6345" y="20412"/>
                  <a:pt x="6240" y="20307"/>
                  <a:pt x="6240" y="20178"/>
                </a:cubicBezTo>
                <a:lnTo>
                  <a:pt x="6240" y="19554"/>
                </a:lnTo>
                <a:cubicBezTo>
                  <a:pt x="6240" y="19425"/>
                  <a:pt x="6345" y="19320"/>
                  <a:pt x="6474" y="19320"/>
                </a:cubicBezTo>
                <a:close/>
                <a:moveTo>
                  <a:pt x="7800" y="18540"/>
                </a:moveTo>
                <a:lnTo>
                  <a:pt x="10920" y="18540"/>
                </a:lnTo>
                <a:lnTo>
                  <a:pt x="10920" y="19632"/>
                </a:lnTo>
                <a:lnTo>
                  <a:pt x="7800" y="19632"/>
                </a:lnTo>
                <a:close/>
                <a:moveTo>
                  <a:pt x="3679" y="11741"/>
                </a:moveTo>
                <a:lnTo>
                  <a:pt x="6799" y="14861"/>
                </a:lnTo>
                <a:lnTo>
                  <a:pt x="7241" y="14419"/>
                </a:lnTo>
                <a:lnTo>
                  <a:pt x="4121" y="11299"/>
                </a:lnTo>
                <a:close/>
                <a:moveTo>
                  <a:pt x="7241" y="14861"/>
                </a:moveTo>
                <a:lnTo>
                  <a:pt x="9581" y="12521"/>
                </a:lnTo>
                <a:lnTo>
                  <a:pt x="9139" y="12079"/>
                </a:lnTo>
                <a:lnTo>
                  <a:pt x="6799" y="14419"/>
                </a:lnTo>
                <a:close/>
                <a:moveTo>
                  <a:pt x="9139" y="12521"/>
                </a:moveTo>
                <a:lnTo>
                  <a:pt x="12259" y="15641"/>
                </a:lnTo>
                <a:lnTo>
                  <a:pt x="12701" y="15199"/>
                </a:lnTo>
                <a:lnTo>
                  <a:pt x="9581" y="12079"/>
                </a:lnTo>
                <a:close/>
                <a:moveTo>
                  <a:pt x="12759" y="15560"/>
                </a:moveTo>
                <a:lnTo>
                  <a:pt x="15099" y="10880"/>
                </a:lnTo>
                <a:lnTo>
                  <a:pt x="14541" y="10600"/>
                </a:lnTo>
                <a:lnTo>
                  <a:pt x="12201" y="1528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监控屏·洞察</a:t>
            </a:r>
          </a:p>
        </p:txBody>
      </p:sp>
      <p:sp>
        <p:nvSpPr>
          <p:cNvPr id="94" name="RISK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cubicBezTo>
                  <a:pt x="16811" y="8400"/>
                  <a:pt x="17160" y="8749"/>
                  <a:pt x="17160" y="9180"/>
                </a:cubicBezTo>
                <a:lnTo>
                  <a:pt x="17160" y="17760"/>
                </a:lnTo>
                <a:cubicBezTo>
                  <a:pt x="17160" y="18191"/>
                  <a:pt x="16811" y="18540"/>
                  <a:pt x="16380" y="18540"/>
                </a:cubicBezTo>
                <a:lnTo>
                  <a:pt x="2340" y="18540"/>
                </a:lnTo>
                <a:cubicBezTo>
                  <a:pt x="1909" y="18540"/>
                  <a:pt x="1560" y="18191"/>
                  <a:pt x="1560" y="17760"/>
                </a:cubicBezTo>
                <a:lnTo>
                  <a:pt x="1560" y="9180"/>
                </a:lnTo>
                <a:cubicBezTo>
                  <a:pt x="1560" y="8749"/>
                  <a:pt x="1909" y="8400"/>
                  <a:pt x="2340" y="8400"/>
                </a:cubicBezTo>
                <a:close/>
                <a:moveTo>
                  <a:pt x="1716" y="16200"/>
                </a:moveTo>
                <a:lnTo>
                  <a:pt x="17004" y="16200"/>
                </a:lnTo>
                <a:cubicBezTo>
                  <a:pt x="17090" y="16200"/>
                  <a:pt x="17160" y="16270"/>
                  <a:pt x="17160" y="16356"/>
                </a:cubicBezTo>
                <a:lnTo>
                  <a:pt x="17160" y="16824"/>
                </a:lnTo>
                <a:cubicBezTo>
                  <a:pt x="17160" y="16910"/>
                  <a:pt x="17090" y="16980"/>
                  <a:pt x="17004" y="16980"/>
                </a:cubicBezTo>
                <a:lnTo>
                  <a:pt x="1716" y="16980"/>
                </a:lnTo>
                <a:cubicBezTo>
                  <a:pt x="1630" y="16980"/>
                  <a:pt x="1560" y="16910"/>
                  <a:pt x="1560" y="16824"/>
                </a:cubicBezTo>
                <a:lnTo>
                  <a:pt x="1560" y="16356"/>
                </a:lnTo>
                <a:cubicBezTo>
                  <a:pt x="1560" y="16270"/>
                  <a:pt x="1630" y="16200"/>
                  <a:pt x="1716" y="16200"/>
                </a:cubicBezTo>
                <a:close/>
                <a:moveTo>
                  <a:pt x="647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20178"/>
                </a:lnTo>
                <a:cubicBezTo>
                  <a:pt x="12480" y="20307"/>
                  <a:pt x="12375" y="20412"/>
                  <a:pt x="12246" y="20412"/>
                </a:cubicBezTo>
                <a:lnTo>
                  <a:pt x="6474" y="20412"/>
                </a:lnTo>
                <a:cubicBezTo>
                  <a:pt x="6345" y="20412"/>
                  <a:pt x="6240" y="20307"/>
                  <a:pt x="6240" y="20178"/>
                </a:cubicBezTo>
                <a:lnTo>
                  <a:pt x="6240" y="19554"/>
                </a:lnTo>
                <a:cubicBezTo>
                  <a:pt x="6240" y="19425"/>
                  <a:pt x="6345" y="19320"/>
                  <a:pt x="6474" y="19320"/>
                </a:cubicBezTo>
                <a:close/>
                <a:moveTo>
                  <a:pt x="7800" y="18540"/>
                </a:moveTo>
                <a:lnTo>
                  <a:pt x="10920" y="18540"/>
                </a:lnTo>
                <a:lnTo>
                  <a:pt x="10920" y="19632"/>
                </a:lnTo>
                <a:lnTo>
                  <a:pt x="7800" y="19632"/>
                </a:lnTo>
                <a:close/>
                <a:moveTo>
                  <a:pt x="3679" y="11741"/>
                </a:moveTo>
                <a:lnTo>
                  <a:pt x="6799" y="14861"/>
                </a:lnTo>
                <a:lnTo>
                  <a:pt x="7241" y="14419"/>
                </a:lnTo>
                <a:lnTo>
                  <a:pt x="4121" y="11299"/>
                </a:lnTo>
                <a:close/>
                <a:moveTo>
                  <a:pt x="7241" y="14861"/>
                </a:moveTo>
                <a:lnTo>
                  <a:pt x="9581" y="12521"/>
                </a:lnTo>
                <a:lnTo>
                  <a:pt x="9139" y="12079"/>
                </a:lnTo>
                <a:lnTo>
                  <a:pt x="6799" y="14419"/>
                </a:lnTo>
                <a:close/>
                <a:moveTo>
                  <a:pt x="9139" y="12521"/>
                </a:moveTo>
                <a:lnTo>
                  <a:pt x="12259" y="15641"/>
                </a:lnTo>
                <a:lnTo>
                  <a:pt x="12701" y="15199"/>
                </a:lnTo>
                <a:lnTo>
                  <a:pt x="9581" y="12079"/>
                </a:lnTo>
                <a:close/>
                <a:moveTo>
                  <a:pt x="12759" y="15560"/>
                </a:moveTo>
                <a:lnTo>
                  <a:pt x="15099" y="10880"/>
                </a:lnTo>
                <a:lnTo>
                  <a:pt x="14541" y="10600"/>
                </a:lnTo>
                <a:lnTo>
                  <a:pt x="12201" y="1528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监控屏·已验证</a:t>
            </a:r>
          </a:p>
        </p:txBody>
      </p:sp>
      <p:sp>
        <p:nvSpPr>
          <p:cNvPr id="97" name="RISK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8400"/>
                </a:moveTo>
                <a:lnTo>
                  <a:pt x="16380" y="8400"/>
                </a:lnTo>
                <a:cubicBezTo>
                  <a:pt x="16811" y="8400"/>
                  <a:pt x="17160" y="8749"/>
                  <a:pt x="17160" y="9180"/>
                </a:cubicBezTo>
                <a:lnTo>
                  <a:pt x="17160" y="17760"/>
                </a:lnTo>
                <a:cubicBezTo>
                  <a:pt x="17160" y="18191"/>
                  <a:pt x="16811" y="18540"/>
                  <a:pt x="16380" y="18540"/>
                </a:cubicBezTo>
                <a:lnTo>
                  <a:pt x="2340" y="18540"/>
                </a:lnTo>
                <a:cubicBezTo>
                  <a:pt x="1909" y="18540"/>
                  <a:pt x="1560" y="18191"/>
                  <a:pt x="1560" y="17760"/>
                </a:cubicBezTo>
                <a:lnTo>
                  <a:pt x="1560" y="9180"/>
                </a:lnTo>
                <a:cubicBezTo>
                  <a:pt x="1560" y="8749"/>
                  <a:pt x="1909" y="8400"/>
                  <a:pt x="2340" y="8400"/>
                </a:cubicBezTo>
                <a:close/>
                <a:moveTo>
                  <a:pt x="1716" y="16200"/>
                </a:moveTo>
                <a:lnTo>
                  <a:pt x="17004" y="16200"/>
                </a:lnTo>
                <a:cubicBezTo>
                  <a:pt x="17090" y="16200"/>
                  <a:pt x="17160" y="16270"/>
                  <a:pt x="17160" y="16356"/>
                </a:cubicBezTo>
                <a:lnTo>
                  <a:pt x="17160" y="16824"/>
                </a:lnTo>
                <a:cubicBezTo>
                  <a:pt x="17160" y="16910"/>
                  <a:pt x="17090" y="16980"/>
                  <a:pt x="17004" y="16980"/>
                </a:cubicBezTo>
                <a:lnTo>
                  <a:pt x="1716" y="16980"/>
                </a:lnTo>
                <a:cubicBezTo>
                  <a:pt x="1630" y="16980"/>
                  <a:pt x="1560" y="16910"/>
                  <a:pt x="1560" y="16824"/>
                </a:cubicBezTo>
                <a:lnTo>
                  <a:pt x="1560" y="16356"/>
                </a:lnTo>
                <a:cubicBezTo>
                  <a:pt x="1560" y="16270"/>
                  <a:pt x="1630" y="16200"/>
                  <a:pt x="1716" y="16200"/>
                </a:cubicBezTo>
                <a:close/>
                <a:moveTo>
                  <a:pt x="647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20178"/>
                </a:lnTo>
                <a:cubicBezTo>
                  <a:pt x="12480" y="20307"/>
                  <a:pt x="12375" y="20412"/>
                  <a:pt x="12246" y="20412"/>
                </a:cubicBezTo>
                <a:lnTo>
                  <a:pt x="6474" y="20412"/>
                </a:lnTo>
                <a:cubicBezTo>
                  <a:pt x="6345" y="20412"/>
                  <a:pt x="6240" y="20307"/>
                  <a:pt x="6240" y="20178"/>
                </a:cubicBezTo>
                <a:lnTo>
                  <a:pt x="6240" y="19554"/>
                </a:lnTo>
                <a:cubicBezTo>
                  <a:pt x="6240" y="19425"/>
                  <a:pt x="6345" y="19320"/>
                  <a:pt x="6474" y="19320"/>
                </a:cubicBezTo>
                <a:close/>
                <a:moveTo>
                  <a:pt x="7800" y="18540"/>
                </a:moveTo>
                <a:lnTo>
                  <a:pt x="10920" y="18540"/>
                </a:lnTo>
                <a:lnTo>
                  <a:pt x="10920" y="19632"/>
                </a:lnTo>
                <a:lnTo>
                  <a:pt x="7800" y="19632"/>
                </a:lnTo>
                <a:close/>
                <a:moveTo>
                  <a:pt x="3679" y="11741"/>
                </a:moveTo>
                <a:lnTo>
                  <a:pt x="6799" y="14861"/>
                </a:lnTo>
                <a:lnTo>
                  <a:pt x="7241" y="14419"/>
                </a:lnTo>
                <a:lnTo>
                  <a:pt x="4121" y="11299"/>
                </a:lnTo>
                <a:close/>
                <a:moveTo>
                  <a:pt x="7241" y="14861"/>
                </a:moveTo>
                <a:lnTo>
                  <a:pt x="9581" y="12521"/>
                </a:lnTo>
                <a:lnTo>
                  <a:pt x="9139" y="12079"/>
                </a:lnTo>
                <a:lnTo>
                  <a:pt x="6799" y="14419"/>
                </a:lnTo>
                <a:close/>
                <a:moveTo>
                  <a:pt x="9139" y="12521"/>
                </a:moveTo>
                <a:lnTo>
                  <a:pt x="12259" y="15641"/>
                </a:lnTo>
                <a:lnTo>
                  <a:pt x="12701" y="15199"/>
                </a:lnTo>
                <a:lnTo>
                  <a:pt x="9581" y="12079"/>
                </a:lnTo>
                <a:close/>
                <a:moveTo>
                  <a:pt x="12759" y="15560"/>
                </a:moveTo>
                <a:lnTo>
                  <a:pt x="15099" y="10880"/>
                </a:lnTo>
                <a:lnTo>
                  <a:pt x="14541" y="10600"/>
                </a:lnTo>
                <a:lnTo>
                  <a:pt x="12201" y="15280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监控屏·失效</a:t>
            </a:r>
          </a:p>
        </p:txBody>
      </p:sp>
      <p:sp>
        <p:nvSpPr>
          <p:cNvPr id="100" name="RISK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8500" y="9000"/>
                </a:moveTo>
                <a:cubicBezTo>
                  <a:pt x="18500" y="12590"/>
                  <a:pt x="15590" y="15500"/>
                  <a:pt x="12000" y="15500"/>
                </a:cubicBezTo>
                <a:cubicBezTo>
                  <a:pt x="8410" y="15500"/>
                  <a:pt x="5500" y="12590"/>
                  <a:pt x="5500" y="9000"/>
                </a:cubicBezTo>
                <a:cubicBezTo>
                  <a:pt x="5500" y="5410"/>
                  <a:pt x="8410" y="2500"/>
                  <a:pt x="12000" y="2500"/>
                </a:cubicBezTo>
                <a:cubicBezTo>
                  <a:pt x="15590" y="2500"/>
                  <a:pt x="18500" y="5410"/>
                  <a:pt x="18500" y="9000"/>
                </a:cubicBezTo>
                <a:close/>
                <a:moveTo>
                  <a:pt x="12000" y="4500"/>
                </a:moveTo>
                <a:lnTo>
                  <a:pt x="13058" y="7544"/>
                </a:lnTo>
                <a:lnTo>
                  <a:pt x="16280" y="7609"/>
                </a:lnTo>
                <a:lnTo>
                  <a:pt x="13712" y="9556"/>
                </a:lnTo>
                <a:lnTo>
                  <a:pt x="14645" y="12641"/>
                </a:lnTo>
                <a:lnTo>
                  <a:pt x="12000" y="10800"/>
                </a:lnTo>
                <a:lnTo>
                  <a:pt x="9355" y="12641"/>
                </a:lnTo>
                <a:lnTo>
                  <a:pt x="10288" y="9556"/>
                </a:lnTo>
                <a:lnTo>
                  <a:pt x="7720" y="7609"/>
                </a:lnTo>
                <a:lnTo>
                  <a:pt x="10942" y="7544"/>
                </a:lnTo>
                <a:close/>
                <a:moveTo>
                  <a:pt x="4300" y="17000"/>
                </a:moveTo>
                <a:lnTo>
                  <a:pt x="19700" y="17000"/>
                </a:lnTo>
                <a:cubicBezTo>
                  <a:pt x="19866" y="17000"/>
                  <a:pt x="20000" y="17134"/>
                  <a:pt x="20000" y="17300"/>
                </a:cubicBezTo>
                <a:lnTo>
                  <a:pt x="20000" y="18100"/>
                </a:lnTo>
                <a:cubicBezTo>
                  <a:pt x="20000" y="18266"/>
                  <a:pt x="19866" y="18400"/>
                  <a:pt x="19700" y="18400"/>
                </a:cubicBezTo>
                <a:lnTo>
                  <a:pt x="4300" y="18400"/>
                </a:lnTo>
                <a:cubicBezTo>
                  <a:pt x="4134" y="18400"/>
                  <a:pt x="4000" y="18266"/>
                  <a:pt x="4000" y="18100"/>
                </a:cubicBezTo>
                <a:lnTo>
                  <a:pt x="4000" y="17300"/>
                </a:lnTo>
                <a:cubicBezTo>
                  <a:pt x="4000" y="17134"/>
                  <a:pt x="4134" y="17000"/>
                  <a:pt x="4300" y="17000"/>
                </a:cubicBezTo>
                <a:close/>
                <a:moveTo>
                  <a:pt x="2400" y="19000"/>
                </a:moveTo>
                <a:lnTo>
                  <a:pt x="21600" y="19000"/>
                </a:lnTo>
                <a:cubicBezTo>
                  <a:pt x="21821" y="19000"/>
                  <a:pt x="22000" y="19179"/>
                  <a:pt x="22000" y="19400"/>
                </a:cubicBezTo>
                <a:lnTo>
                  <a:pt x="22000" y="20600"/>
                </a:lnTo>
                <a:cubicBezTo>
                  <a:pt x="22000" y="20821"/>
                  <a:pt x="21821" y="21000"/>
                  <a:pt x="21600" y="21000"/>
                </a:cubicBezTo>
                <a:lnTo>
                  <a:pt x="2400" y="21000"/>
                </a:lnTo>
                <a:cubicBezTo>
                  <a:pt x="2179" y="21000"/>
                  <a:pt x="2000" y="20821"/>
                  <a:pt x="2000" y="20600"/>
                </a:cubicBezTo>
                <a:lnTo>
                  <a:pt x="2000" y="19400"/>
                </a:lnTo>
                <a:cubicBezTo>
                  <a:pt x="2000" y="19179"/>
                  <a:pt x="2179" y="19000"/>
                  <a:pt x="24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印章</a:t>
            </a:r>
          </a:p>
        </p:txBody>
      </p:sp>
      <p:sp>
        <p:nvSpPr>
          <p:cNvPr id="103" name="RISK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30" y="12300"/>
                </a:moveTo>
                <a:cubicBezTo>
                  <a:pt x="14430" y="15100"/>
                  <a:pt x="12160" y="17370"/>
                  <a:pt x="9360" y="17370"/>
                </a:cubicBezTo>
                <a:cubicBezTo>
                  <a:pt x="6560" y="17370"/>
                  <a:pt x="4290" y="15100"/>
                  <a:pt x="4290" y="12300"/>
                </a:cubicBezTo>
                <a:cubicBezTo>
                  <a:pt x="4290" y="9500"/>
                  <a:pt x="6560" y="7230"/>
                  <a:pt x="9360" y="7230"/>
                </a:cubicBezTo>
                <a:cubicBezTo>
                  <a:pt x="12160" y="7230"/>
                  <a:pt x="14430" y="9500"/>
                  <a:pt x="14430" y="12300"/>
                </a:cubicBezTo>
                <a:close/>
                <a:moveTo>
                  <a:pt x="9360" y="8790"/>
                </a:moveTo>
                <a:lnTo>
                  <a:pt x="10185" y="11164"/>
                </a:lnTo>
                <a:lnTo>
                  <a:pt x="12698" y="11215"/>
                </a:lnTo>
                <a:lnTo>
                  <a:pt x="10695" y="12734"/>
                </a:lnTo>
                <a:lnTo>
                  <a:pt x="11423" y="15140"/>
                </a:lnTo>
                <a:lnTo>
                  <a:pt x="9360" y="13704"/>
                </a:lnTo>
                <a:lnTo>
                  <a:pt x="7297" y="15140"/>
                </a:lnTo>
                <a:lnTo>
                  <a:pt x="8025" y="12734"/>
                </a:lnTo>
                <a:lnTo>
                  <a:pt x="6022" y="11215"/>
                </a:lnTo>
                <a:lnTo>
                  <a:pt x="8535" y="11164"/>
                </a:lnTo>
                <a:close/>
                <a:moveTo>
                  <a:pt x="3354" y="18540"/>
                </a:moveTo>
                <a:lnTo>
                  <a:pt x="15366" y="18540"/>
                </a:lnTo>
                <a:cubicBezTo>
                  <a:pt x="15495" y="18540"/>
                  <a:pt x="15600" y="18645"/>
                  <a:pt x="15600" y="18774"/>
                </a:cubicBezTo>
                <a:lnTo>
                  <a:pt x="15600" y="19398"/>
                </a:lnTo>
                <a:cubicBezTo>
                  <a:pt x="15600" y="19527"/>
                  <a:pt x="15495" y="19632"/>
                  <a:pt x="15366" y="19632"/>
                </a:cubicBezTo>
                <a:lnTo>
                  <a:pt x="3354" y="19632"/>
                </a:lnTo>
                <a:cubicBezTo>
                  <a:pt x="3225" y="19632"/>
                  <a:pt x="3120" y="19527"/>
                  <a:pt x="3120" y="19398"/>
                </a:cubicBezTo>
                <a:lnTo>
                  <a:pt x="3120" y="18774"/>
                </a:lnTo>
                <a:cubicBezTo>
                  <a:pt x="3120" y="18645"/>
                  <a:pt x="3225" y="18540"/>
                  <a:pt x="3354" y="18540"/>
                </a:cubicBezTo>
                <a:close/>
                <a:moveTo>
                  <a:pt x="1872" y="20100"/>
                </a:moveTo>
                <a:lnTo>
                  <a:pt x="16848" y="20100"/>
                </a:lnTo>
                <a:cubicBezTo>
                  <a:pt x="17020" y="20100"/>
                  <a:pt x="17160" y="20240"/>
                  <a:pt x="17160" y="20412"/>
                </a:cubicBezTo>
                <a:lnTo>
                  <a:pt x="17160" y="21348"/>
                </a:lnTo>
                <a:cubicBezTo>
                  <a:pt x="17160" y="21520"/>
                  <a:pt x="17020" y="21660"/>
                  <a:pt x="16848" y="21660"/>
                </a:cubicBezTo>
                <a:lnTo>
                  <a:pt x="1872" y="21660"/>
                </a:lnTo>
                <a:cubicBezTo>
                  <a:pt x="1700" y="21660"/>
                  <a:pt x="1560" y="21520"/>
                  <a:pt x="1560" y="21348"/>
                </a:cubicBezTo>
                <a:lnTo>
                  <a:pt x="1560" y="20412"/>
                </a:lnTo>
                <a:cubicBezTo>
                  <a:pt x="1560" y="20240"/>
                  <a:pt x="1700" y="20100"/>
                  <a:pt x="1872" y="2010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印章·预警</a:t>
            </a:r>
          </a:p>
        </p:txBody>
      </p:sp>
      <p:sp>
        <p:nvSpPr>
          <p:cNvPr id="106" name="RISK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30" y="12300"/>
                </a:moveTo>
                <a:cubicBezTo>
                  <a:pt x="14430" y="15100"/>
                  <a:pt x="12160" y="17370"/>
                  <a:pt x="9360" y="17370"/>
                </a:cubicBezTo>
                <a:cubicBezTo>
                  <a:pt x="6560" y="17370"/>
                  <a:pt x="4290" y="15100"/>
                  <a:pt x="4290" y="12300"/>
                </a:cubicBezTo>
                <a:cubicBezTo>
                  <a:pt x="4290" y="9500"/>
                  <a:pt x="6560" y="7230"/>
                  <a:pt x="9360" y="7230"/>
                </a:cubicBezTo>
                <a:cubicBezTo>
                  <a:pt x="12160" y="7230"/>
                  <a:pt x="14430" y="9500"/>
                  <a:pt x="14430" y="12300"/>
                </a:cubicBezTo>
                <a:close/>
                <a:moveTo>
                  <a:pt x="9360" y="8790"/>
                </a:moveTo>
                <a:lnTo>
                  <a:pt x="10185" y="11164"/>
                </a:lnTo>
                <a:lnTo>
                  <a:pt x="12698" y="11215"/>
                </a:lnTo>
                <a:lnTo>
                  <a:pt x="10695" y="12734"/>
                </a:lnTo>
                <a:lnTo>
                  <a:pt x="11423" y="15140"/>
                </a:lnTo>
                <a:lnTo>
                  <a:pt x="9360" y="13704"/>
                </a:lnTo>
                <a:lnTo>
                  <a:pt x="7297" y="15140"/>
                </a:lnTo>
                <a:lnTo>
                  <a:pt x="8025" y="12734"/>
                </a:lnTo>
                <a:lnTo>
                  <a:pt x="6022" y="11215"/>
                </a:lnTo>
                <a:lnTo>
                  <a:pt x="8535" y="11164"/>
                </a:lnTo>
                <a:close/>
                <a:moveTo>
                  <a:pt x="3354" y="18540"/>
                </a:moveTo>
                <a:lnTo>
                  <a:pt x="15366" y="18540"/>
                </a:lnTo>
                <a:cubicBezTo>
                  <a:pt x="15495" y="18540"/>
                  <a:pt x="15600" y="18645"/>
                  <a:pt x="15600" y="18774"/>
                </a:cubicBezTo>
                <a:lnTo>
                  <a:pt x="15600" y="19398"/>
                </a:lnTo>
                <a:cubicBezTo>
                  <a:pt x="15600" y="19527"/>
                  <a:pt x="15495" y="19632"/>
                  <a:pt x="15366" y="19632"/>
                </a:cubicBezTo>
                <a:lnTo>
                  <a:pt x="3354" y="19632"/>
                </a:lnTo>
                <a:cubicBezTo>
                  <a:pt x="3225" y="19632"/>
                  <a:pt x="3120" y="19527"/>
                  <a:pt x="3120" y="19398"/>
                </a:cubicBezTo>
                <a:lnTo>
                  <a:pt x="3120" y="18774"/>
                </a:lnTo>
                <a:cubicBezTo>
                  <a:pt x="3120" y="18645"/>
                  <a:pt x="3225" y="18540"/>
                  <a:pt x="3354" y="18540"/>
                </a:cubicBezTo>
                <a:close/>
                <a:moveTo>
                  <a:pt x="1872" y="20100"/>
                </a:moveTo>
                <a:lnTo>
                  <a:pt x="16848" y="20100"/>
                </a:lnTo>
                <a:cubicBezTo>
                  <a:pt x="17020" y="20100"/>
                  <a:pt x="17160" y="20240"/>
                  <a:pt x="17160" y="20412"/>
                </a:cubicBezTo>
                <a:lnTo>
                  <a:pt x="17160" y="21348"/>
                </a:lnTo>
                <a:cubicBezTo>
                  <a:pt x="17160" y="21520"/>
                  <a:pt x="17020" y="21660"/>
                  <a:pt x="16848" y="21660"/>
                </a:cubicBezTo>
                <a:lnTo>
                  <a:pt x="1872" y="21660"/>
                </a:lnTo>
                <a:cubicBezTo>
                  <a:pt x="1700" y="21660"/>
                  <a:pt x="1560" y="21520"/>
                  <a:pt x="1560" y="21348"/>
                </a:cubicBezTo>
                <a:lnTo>
                  <a:pt x="1560" y="20412"/>
                </a:lnTo>
                <a:cubicBezTo>
                  <a:pt x="1560" y="20240"/>
                  <a:pt x="1700" y="20100"/>
                  <a:pt x="1872" y="2010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印章·加锁</a:t>
            </a:r>
          </a:p>
        </p:txBody>
      </p:sp>
      <p:sp>
        <p:nvSpPr>
          <p:cNvPr id="109" name="RISK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30" y="12300"/>
                </a:moveTo>
                <a:cubicBezTo>
                  <a:pt x="14430" y="15100"/>
                  <a:pt x="12160" y="17370"/>
                  <a:pt x="9360" y="17370"/>
                </a:cubicBezTo>
                <a:cubicBezTo>
                  <a:pt x="6560" y="17370"/>
                  <a:pt x="4290" y="15100"/>
                  <a:pt x="4290" y="12300"/>
                </a:cubicBezTo>
                <a:cubicBezTo>
                  <a:pt x="4290" y="9500"/>
                  <a:pt x="6560" y="7230"/>
                  <a:pt x="9360" y="7230"/>
                </a:cubicBezTo>
                <a:cubicBezTo>
                  <a:pt x="12160" y="7230"/>
                  <a:pt x="14430" y="9500"/>
                  <a:pt x="14430" y="12300"/>
                </a:cubicBezTo>
                <a:close/>
                <a:moveTo>
                  <a:pt x="9360" y="8790"/>
                </a:moveTo>
                <a:lnTo>
                  <a:pt x="10185" y="11164"/>
                </a:lnTo>
                <a:lnTo>
                  <a:pt x="12698" y="11215"/>
                </a:lnTo>
                <a:lnTo>
                  <a:pt x="10695" y="12734"/>
                </a:lnTo>
                <a:lnTo>
                  <a:pt x="11423" y="15140"/>
                </a:lnTo>
                <a:lnTo>
                  <a:pt x="9360" y="13704"/>
                </a:lnTo>
                <a:lnTo>
                  <a:pt x="7297" y="15140"/>
                </a:lnTo>
                <a:lnTo>
                  <a:pt x="8025" y="12734"/>
                </a:lnTo>
                <a:lnTo>
                  <a:pt x="6022" y="11215"/>
                </a:lnTo>
                <a:lnTo>
                  <a:pt x="8535" y="11164"/>
                </a:lnTo>
                <a:close/>
                <a:moveTo>
                  <a:pt x="3354" y="18540"/>
                </a:moveTo>
                <a:lnTo>
                  <a:pt x="15366" y="18540"/>
                </a:lnTo>
                <a:cubicBezTo>
                  <a:pt x="15495" y="18540"/>
                  <a:pt x="15600" y="18645"/>
                  <a:pt x="15600" y="18774"/>
                </a:cubicBezTo>
                <a:lnTo>
                  <a:pt x="15600" y="19398"/>
                </a:lnTo>
                <a:cubicBezTo>
                  <a:pt x="15600" y="19527"/>
                  <a:pt x="15495" y="19632"/>
                  <a:pt x="15366" y="19632"/>
                </a:cubicBezTo>
                <a:lnTo>
                  <a:pt x="3354" y="19632"/>
                </a:lnTo>
                <a:cubicBezTo>
                  <a:pt x="3225" y="19632"/>
                  <a:pt x="3120" y="19527"/>
                  <a:pt x="3120" y="19398"/>
                </a:cubicBezTo>
                <a:lnTo>
                  <a:pt x="3120" y="18774"/>
                </a:lnTo>
                <a:cubicBezTo>
                  <a:pt x="3120" y="18645"/>
                  <a:pt x="3225" y="18540"/>
                  <a:pt x="3354" y="18540"/>
                </a:cubicBezTo>
                <a:close/>
                <a:moveTo>
                  <a:pt x="1872" y="20100"/>
                </a:moveTo>
                <a:lnTo>
                  <a:pt x="16848" y="20100"/>
                </a:lnTo>
                <a:cubicBezTo>
                  <a:pt x="17020" y="20100"/>
                  <a:pt x="17160" y="20240"/>
                  <a:pt x="17160" y="20412"/>
                </a:cubicBezTo>
                <a:lnTo>
                  <a:pt x="17160" y="21348"/>
                </a:lnTo>
                <a:cubicBezTo>
                  <a:pt x="17160" y="21520"/>
                  <a:pt x="17020" y="21660"/>
                  <a:pt x="16848" y="21660"/>
                </a:cubicBezTo>
                <a:lnTo>
                  <a:pt x="1872" y="21660"/>
                </a:lnTo>
                <a:cubicBezTo>
                  <a:pt x="1700" y="21660"/>
                  <a:pt x="1560" y="21520"/>
                  <a:pt x="1560" y="21348"/>
                </a:cubicBezTo>
                <a:lnTo>
                  <a:pt x="1560" y="20412"/>
                </a:lnTo>
                <a:cubicBezTo>
                  <a:pt x="1560" y="20240"/>
                  <a:pt x="1700" y="20100"/>
                  <a:pt x="1872" y="201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印章·洞察</a:t>
            </a:r>
          </a:p>
        </p:txBody>
      </p:sp>
      <p:sp>
        <p:nvSpPr>
          <p:cNvPr id="112" name="RISK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30" y="12300"/>
                </a:moveTo>
                <a:cubicBezTo>
                  <a:pt x="14430" y="15100"/>
                  <a:pt x="12160" y="17370"/>
                  <a:pt x="9360" y="17370"/>
                </a:cubicBezTo>
                <a:cubicBezTo>
                  <a:pt x="6560" y="17370"/>
                  <a:pt x="4290" y="15100"/>
                  <a:pt x="4290" y="12300"/>
                </a:cubicBezTo>
                <a:cubicBezTo>
                  <a:pt x="4290" y="9500"/>
                  <a:pt x="6560" y="7230"/>
                  <a:pt x="9360" y="7230"/>
                </a:cubicBezTo>
                <a:cubicBezTo>
                  <a:pt x="12160" y="7230"/>
                  <a:pt x="14430" y="9500"/>
                  <a:pt x="14430" y="12300"/>
                </a:cubicBezTo>
                <a:close/>
                <a:moveTo>
                  <a:pt x="9360" y="8790"/>
                </a:moveTo>
                <a:lnTo>
                  <a:pt x="10185" y="11164"/>
                </a:lnTo>
                <a:lnTo>
                  <a:pt x="12698" y="11215"/>
                </a:lnTo>
                <a:lnTo>
                  <a:pt x="10695" y="12734"/>
                </a:lnTo>
                <a:lnTo>
                  <a:pt x="11423" y="15140"/>
                </a:lnTo>
                <a:lnTo>
                  <a:pt x="9360" y="13704"/>
                </a:lnTo>
                <a:lnTo>
                  <a:pt x="7297" y="15140"/>
                </a:lnTo>
                <a:lnTo>
                  <a:pt x="8025" y="12734"/>
                </a:lnTo>
                <a:lnTo>
                  <a:pt x="6022" y="11215"/>
                </a:lnTo>
                <a:lnTo>
                  <a:pt x="8535" y="11164"/>
                </a:lnTo>
                <a:close/>
                <a:moveTo>
                  <a:pt x="3354" y="18540"/>
                </a:moveTo>
                <a:lnTo>
                  <a:pt x="15366" y="18540"/>
                </a:lnTo>
                <a:cubicBezTo>
                  <a:pt x="15495" y="18540"/>
                  <a:pt x="15600" y="18645"/>
                  <a:pt x="15600" y="18774"/>
                </a:cubicBezTo>
                <a:lnTo>
                  <a:pt x="15600" y="19398"/>
                </a:lnTo>
                <a:cubicBezTo>
                  <a:pt x="15600" y="19527"/>
                  <a:pt x="15495" y="19632"/>
                  <a:pt x="15366" y="19632"/>
                </a:cubicBezTo>
                <a:lnTo>
                  <a:pt x="3354" y="19632"/>
                </a:lnTo>
                <a:cubicBezTo>
                  <a:pt x="3225" y="19632"/>
                  <a:pt x="3120" y="19527"/>
                  <a:pt x="3120" y="19398"/>
                </a:cubicBezTo>
                <a:lnTo>
                  <a:pt x="3120" y="18774"/>
                </a:lnTo>
                <a:cubicBezTo>
                  <a:pt x="3120" y="18645"/>
                  <a:pt x="3225" y="18540"/>
                  <a:pt x="3354" y="18540"/>
                </a:cubicBezTo>
                <a:close/>
                <a:moveTo>
                  <a:pt x="1872" y="20100"/>
                </a:moveTo>
                <a:lnTo>
                  <a:pt x="16848" y="20100"/>
                </a:lnTo>
                <a:cubicBezTo>
                  <a:pt x="17020" y="20100"/>
                  <a:pt x="17160" y="20240"/>
                  <a:pt x="17160" y="20412"/>
                </a:cubicBezTo>
                <a:lnTo>
                  <a:pt x="17160" y="21348"/>
                </a:lnTo>
                <a:cubicBezTo>
                  <a:pt x="17160" y="21520"/>
                  <a:pt x="17020" y="21660"/>
                  <a:pt x="16848" y="21660"/>
                </a:cubicBezTo>
                <a:lnTo>
                  <a:pt x="1872" y="21660"/>
                </a:lnTo>
                <a:cubicBezTo>
                  <a:pt x="1700" y="21660"/>
                  <a:pt x="1560" y="21520"/>
                  <a:pt x="1560" y="21348"/>
                </a:cubicBezTo>
                <a:lnTo>
                  <a:pt x="1560" y="20412"/>
                </a:lnTo>
                <a:cubicBezTo>
                  <a:pt x="1560" y="20240"/>
                  <a:pt x="1700" y="20100"/>
                  <a:pt x="1872" y="201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印章·已验证</a:t>
            </a:r>
          </a:p>
        </p:txBody>
      </p:sp>
      <p:sp>
        <p:nvSpPr>
          <p:cNvPr id="115" name="RISK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30" y="12300"/>
                </a:moveTo>
                <a:cubicBezTo>
                  <a:pt x="14430" y="15100"/>
                  <a:pt x="12160" y="17370"/>
                  <a:pt x="9360" y="17370"/>
                </a:cubicBezTo>
                <a:cubicBezTo>
                  <a:pt x="6560" y="17370"/>
                  <a:pt x="4290" y="15100"/>
                  <a:pt x="4290" y="12300"/>
                </a:cubicBezTo>
                <a:cubicBezTo>
                  <a:pt x="4290" y="9500"/>
                  <a:pt x="6560" y="7230"/>
                  <a:pt x="9360" y="7230"/>
                </a:cubicBezTo>
                <a:cubicBezTo>
                  <a:pt x="12160" y="7230"/>
                  <a:pt x="14430" y="9500"/>
                  <a:pt x="14430" y="12300"/>
                </a:cubicBezTo>
                <a:close/>
                <a:moveTo>
                  <a:pt x="9360" y="8790"/>
                </a:moveTo>
                <a:lnTo>
                  <a:pt x="10185" y="11164"/>
                </a:lnTo>
                <a:lnTo>
                  <a:pt x="12698" y="11215"/>
                </a:lnTo>
                <a:lnTo>
                  <a:pt x="10695" y="12734"/>
                </a:lnTo>
                <a:lnTo>
                  <a:pt x="11423" y="15140"/>
                </a:lnTo>
                <a:lnTo>
                  <a:pt x="9360" y="13704"/>
                </a:lnTo>
                <a:lnTo>
                  <a:pt x="7297" y="15140"/>
                </a:lnTo>
                <a:lnTo>
                  <a:pt x="8025" y="12734"/>
                </a:lnTo>
                <a:lnTo>
                  <a:pt x="6022" y="11215"/>
                </a:lnTo>
                <a:lnTo>
                  <a:pt x="8535" y="11164"/>
                </a:lnTo>
                <a:close/>
                <a:moveTo>
                  <a:pt x="3354" y="18540"/>
                </a:moveTo>
                <a:lnTo>
                  <a:pt x="15366" y="18540"/>
                </a:lnTo>
                <a:cubicBezTo>
                  <a:pt x="15495" y="18540"/>
                  <a:pt x="15600" y="18645"/>
                  <a:pt x="15600" y="18774"/>
                </a:cubicBezTo>
                <a:lnTo>
                  <a:pt x="15600" y="19398"/>
                </a:lnTo>
                <a:cubicBezTo>
                  <a:pt x="15600" y="19527"/>
                  <a:pt x="15495" y="19632"/>
                  <a:pt x="15366" y="19632"/>
                </a:cubicBezTo>
                <a:lnTo>
                  <a:pt x="3354" y="19632"/>
                </a:lnTo>
                <a:cubicBezTo>
                  <a:pt x="3225" y="19632"/>
                  <a:pt x="3120" y="19527"/>
                  <a:pt x="3120" y="19398"/>
                </a:cubicBezTo>
                <a:lnTo>
                  <a:pt x="3120" y="18774"/>
                </a:lnTo>
                <a:cubicBezTo>
                  <a:pt x="3120" y="18645"/>
                  <a:pt x="3225" y="18540"/>
                  <a:pt x="3354" y="18540"/>
                </a:cubicBezTo>
                <a:close/>
                <a:moveTo>
                  <a:pt x="1872" y="20100"/>
                </a:moveTo>
                <a:lnTo>
                  <a:pt x="16848" y="20100"/>
                </a:lnTo>
                <a:cubicBezTo>
                  <a:pt x="17020" y="20100"/>
                  <a:pt x="17160" y="20240"/>
                  <a:pt x="17160" y="20412"/>
                </a:cubicBezTo>
                <a:lnTo>
                  <a:pt x="17160" y="21348"/>
                </a:lnTo>
                <a:cubicBezTo>
                  <a:pt x="17160" y="21520"/>
                  <a:pt x="17020" y="21660"/>
                  <a:pt x="16848" y="21660"/>
                </a:cubicBezTo>
                <a:lnTo>
                  <a:pt x="1872" y="21660"/>
                </a:lnTo>
                <a:cubicBezTo>
                  <a:pt x="1700" y="21660"/>
                  <a:pt x="1560" y="21520"/>
                  <a:pt x="1560" y="21348"/>
                </a:cubicBezTo>
                <a:lnTo>
                  <a:pt x="1560" y="20412"/>
                </a:lnTo>
                <a:cubicBezTo>
                  <a:pt x="1560" y="20240"/>
                  <a:pt x="1700" y="20100"/>
                  <a:pt x="1872" y="20100"/>
                </a:cubicBez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印章·失效</a:t>
            </a:r>
          </a:p>
        </p:txBody>
      </p:sp>
      <p:sp>
        <p:nvSpPr>
          <p:cNvPr id="118" name="RISK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2000"/>
                </a:moveTo>
                <a:lnTo>
                  <a:pt x="15000" y="2000"/>
                </a:lnTo>
                <a:lnTo>
                  <a:pt x="19000" y="6000"/>
                </a:lnTo>
                <a:lnTo>
                  <a:pt x="19000" y="22000"/>
                </a:lnTo>
                <a:lnTo>
                  <a:pt x="4000" y="22000"/>
                </a:lnTo>
                <a:close/>
                <a:moveTo>
                  <a:pt x="15000" y="2000"/>
                </a:moveTo>
                <a:lnTo>
                  <a:pt x="15000" y="6000"/>
                </a:lnTo>
                <a:lnTo>
                  <a:pt x="19000" y="6000"/>
                </a:lnTo>
                <a:lnTo>
                  <a:pt x="15000" y="2000"/>
                </a:lnTo>
                <a:close/>
                <a:moveTo>
                  <a:pt x="7300" y="7000"/>
                </a:moveTo>
                <a:lnTo>
                  <a:pt x="15700" y="7000"/>
                </a:lnTo>
                <a:cubicBezTo>
                  <a:pt x="15866" y="7000"/>
                  <a:pt x="16000" y="7134"/>
                  <a:pt x="16000" y="7300"/>
                </a:cubicBezTo>
                <a:lnTo>
                  <a:pt x="16000" y="7700"/>
                </a:lnTo>
                <a:cubicBezTo>
                  <a:pt x="16000" y="7866"/>
                  <a:pt x="15866" y="8000"/>
                  <a:pt x="15700" y="8000"/>
                </a:cubicBezTo>
                <a:lnTo>
                  <a:pt x="7300" y="8000"/>
                </a:lnTo>
                <a:cubicBezTo>
                  <a:pt x="7134" y="8000"/>
                  <a:pt x="7000" y="7866"/>
                  <a:pt x="7000" y="7700"/>
                </a:cubicBezTo>
                <a:lnTo>
                  <a:pt x="7000" y="7300"/>
                </a:lnTo>
                <a:cubicBezTo>
                  <a:pt x="7000" y="7134"/>
                  <a:pt x="7134" y="7000"/>
                  <a:pt x="7300" y="7000"/>
                </a:cubicBezTo>
                <a:close/>
                <a:moveTo>
                  <a:pt x="7300" y="10000"/>
                </a:moveTo>
                <a:lnTo>
                  <a:pt x="15700" y="10000"/>
                </a:lnTo>
                <a:cubicBezTo>
                  <a:pt x="15866" y="10000"/>
                  <a:pt x="16000" y="10134"/>
                  <a:pt x="16000" y="10300"/>
                </a:cubicBezTo>
                <a:lnTo>
                  <a:pt x="16000" y="10700"/>
                </a:lnTo>
                <a:cubicBezTo>
                  <a:pt x="16000" y="10866"/>
                  <a:pt x="15866" y="11000"/>
                  <a:pt x="15700" y="11000"/>
                </a:cubicBezTo>
                <a:lnTo>
                  <a:pt x="7300" y="11000"/>
                </a:lnTo>
                <a:cubicBezTo>
                  <a:pt x="7134" y="11000"/>
                  <a:pt x="7000" y="10866"/>
                  <a:pt x="7000" y="10700"/>
                </a:cubicBezTo>
                <a:lnTo>
                  <a:pt x="7000" y="10300"/>
                </a:lnTo>
                <a:cubicBezTo>
                  <a:pt x="7000" y="10134"/>
                  <a:pt x="7134" y="10000"/>
                  <a:pt x="7300" y="10000"/>
                </a:cubicBezTo>
                <a:close/>
                <a:moveTo>
                  <a:pt x="7300" y="13000"/>
                </a:moveTo>
                <a:lnTo>
                  <a:pt x="13700" y="13000"/>
                </a:lnTo>
                <a:cubicBezTo>
                  <a:pt x="13866" y="13000"/>
                  <a:pt x="14000" y="13134"/>
                  <a:pt x="14000" y="13300"/>
                </a:cubicBezTo>
                <a:lnTo>
                  <a:pt x="14000" y="13700"/>
                </a:lnTo>
                <a:cubicBezTo>
                  <a:pt x="14000" y="13866"/>
                  <a:pt x="13866" y="14000"/>
                  <a:pt x="13700" y="14000"/>
                </a:cubicBezTo>
                <a:lnTo>
                  <a:pt x="7300" y="14000"/>
                </a:lnTo>
                <a:cubicBezTo>
                  <a:pt x="7134" y="14000"/>
                  <a:pt x="7000" y="13866"/>
                  <a:pt x="7000" y="13700"/>
                </a:cubicBezTo>
                <a:lnTo>
                  <a:pt x="7000" y="13300"/>
                </a:lnTo>
                <a:cubicBezTo>
                  <a:pt x="7000" y="13134"/>
                  <a:pt x="7134" y="13000"/>
                  <a:pt x="7300" y="13000"/>
                </a:cubicBezTo>
                <a:close/>
                <a:moveTo>
                  <a:pt x="15500" y="17000"/>
                </a:moveTo>
                <a:lnTo>
                  <a:pt x="16000" y="19500"/>
                </a:lnTo>
                <a:lnTo>
                  <a:pt x="17500" y="18200"/>
                </a:lnTo>
                <a:lnTo>
                  <a:pt x="19000" y="19500"/>
                </a:lnTo>
                <a:lnTo>
                  <a:pt x="18500" y="17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制度文档</a:t>
            </a:r>
          </a:p>
        </p:txBody>
      </p:sp>
      <p:sp>
        <p:nvSpPr>
          <p:cNvPr id="121" name="RISK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569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569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15966"/>
                </a:lnTo>
                <a:cubicBezTo>
                  <a:pt x="10920" y="16095"/>
                  <a:pt x="10815" y="16200"/>
                  <a:pt x="1068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12090" y="18540"/>
                </a:moveTo>
                <a:lnTo>
                  <a:pt x="12480" y="20490"/>
                </a:lnTo>
                <a:lnTo>
                  <a:pt x="13650" y="19476"/>
                </a:lnTo>
                <a:lnTo>
                  <a:pt x="14820" y="20490"/>
                </a:lnTo>
                <a:lnTo>
                  <a:pt x="14430" y="1854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制度文档·预警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05_风险合规管控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RISK · 第 3/3 页 · 共 83 个</a:t>
            </a:r>
          </a:p>
        </p:txBody>
      </p:sp>
      <p:sp>
        <p:nvSpPr>
          <p:cNvPr id="4" name="RISK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569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569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15966"/>
                </a:lnTo>
                <a:cubicBezTo>
                  <a:pt x="10920" y="16095"/>
                  <a:pt x="10815" y="16200"/>
                  <a:pt x="1068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12090" y="18540"/>
                </a:moveTo>
                <a:lnTo>
                  <a:pt x="12480" y="20490"/>
                </a:lnTo>
                <a:lnTo>
                  <a:pt x="13650" y="19476"/>
                </a:lnTo>
                <a:lnTo>
                  <a:pt x="14820" y="20490"/>
                </a:lnTo>
                <a:lnTo>
                  <a:pt x="14430" y="1854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制度文档·加锁</a:t>
            </a:r>
          </a:p>
        </p:txBody>
      </p:sp>
      <p:sp>
        <p:nvSpPr>
          <p:cNvPr id="7" name="RISK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569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569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15966"/>
                </a:lnTo>
                <a:cubicBezTo>
                  <a:pt x="10920" y="16095"/>
                  <a:pt x="10815" y="16200"/>
                  <a:pt x="1068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12090" y="18540"/>
                </a:moveTo>
                <a:lnTo>
                  <a:pt x="12480" y="20490"/>
                </a:lnTo>
                <a:lnTo>
                  <a:pt x="13650" y="19476"/>
                </a:lnTo>
                <a:lnTo>
                  <a:pt x="14820" y="20490"/>
                </a:lnTo>
                <a:lnTo>
                  <a:pt x="14430" y="1854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制度文档·洞察</a:t>
            </a:r>
          </a:p>
        </p:txBody>
      </p:sp>
      <p:sp>
        <p:nvSpPr>
          <p:cNvPr id="10" name="RISK-08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569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569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15966"/>
                </a:lnTo>
                <a:cubicBezTo>
                  <a:pt x="10920" y="16095"/>
                  <a:pt x="10815" y="16200"/>
                  <a:pt x="1068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12090" y="18540"/>
                </a:moveTo>
                <a:lnTo>
                  <a:pt x="12480" y="20490"/>
                </a:lnTo>
                <a:lnTo>
                  <a:pt x="13650" y="19476"/>
                </a:lnTo>
                <a:lnTo>
                  <a:pt x="14820" y="20490"/>
                </a:lnTo>
                <a:lnTo>
                  <a:pt x="14430" y="1854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RISK-083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制度文档·已验证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06_流程机制闭环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FLOW · 83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06_流程机制闭环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FLOW · 第 1/3 页 · 共 83 个</a:t>
            </a:r>
          </a:p>
        </p:txBody>
      </p:sp>
      <p:sp>
        <p:nvSpPr>
          <p:cNvPr id="4" name="FLOW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0" y="9000"/>
                </a:moveTo>
                <a:lnTo>
                  <a:pt x="8200" y="9000"/>
                </a:lnTo>
                <a:cubicBezTo>
                  <a:pt x="8642" y="9000"/>
                  <a:pt x="9000" y="9358"/>
                  <a:pt x="9000" y="9800"/>
                </a:cubicBezTo>
                <a:lnTo>
                  <a:pt x="9000" y="14200"/>
                </a:lnTo>
                <a:cubicBezTo>
                  <a:pt x="9000" y="14642"/>
                  <a:pt x="8642" y="15000"/>
                  <a:pt x="8200" y="15000"/>
                </a:cubicBezTo>
                <a:lnTo>
                  <a:pt x="2800" y="15000"/>
                </a:lnTo>
                <a:cubicBezTo>
                  <a:pt x="2358" y="15000"/>
                  <a:pt x="2000" y="14642"/>
                  <a:pt x="2000" y="14200"/>
                </a:cubicBezTo>
                <a:lnTo>
                  <a:pt x="2000" y="9800"/>
                </a:lnTo>
                <a:cubicBezTo>
                  <a:pt x="2000" y="9358"/>
                  <a:pt x="2358" y="9000"/>
                  <a:pt x="2800" y="9000"/>
                </a:cubicBezTo>
                <a:close/>
                <a:moveTo>
                  <a:pt x="15800" y="9000"/>
                </a:moveTo>
                <a:lnTo>
                  <a:pt x="21200" y="9000"/>
                </a:lnTo>
                <a:cubicBezTo>
                  <a:pt x="21642" y="9000"/>
                  <a:pt x="22000" y="9358"/>
                  <a:pt x="22000" y="9800"/>
                </a:cubicBezTo>
                <a:lnTo>
                  <a:pt x="22000" y="14200"/>
                </a:lnTo>
                <a:cubicBezTo>
                  <a:pt x="22000" y="14642"/>
                  <a:pt x="21642" y="15000"/>
                  <a:pt x="21200" y="15000"/>
                </a:cubicBezTo>
                <a:lnTo>
                  <a:pt x="15800" y="15000"/>
                </a:lnTo>
                <a:cubicBezTo>
                  <a:pt x="15358" y="15000"/>
                  <a:pt x="15000" y="14642"/>
                  <a:pt x="15000" y="14200"/>
                </a:cubicBezTo>
                <a:lnTo>
                  <a:pt x="15000" y="9800"/>
                </a:lnTo>
                <a:cubicBezTo>
                  <a:pt x="15000" y="9358"/>
                  <a:pt x="15358" y="9000"/>
                  <a:pt x="15800" y="9000"/>
                </a:cubicBezTo>
                <a:close/>
                <a:moveTo>
                  <a:pt x="9000" y="12700"/>
                </a:moveTo>
                <a:lnTo>
                  <a:pt x="12400" y="12700"/>
                </a:lnTo>
                <a:lnTo>
                  <a:pt x="12400" y="13700"/>
                </a:lnTo>
                <a:lnTo>
                  <a:pt x="15000" y="12000"/>
                </a:lnTo>
                <a:lnTo>
                  <a:pt x="12400" y="10300"/>
                </a:lnTo>
                <a:lnTo>
                  <a:pt x="12400" y="11300"/>
                </a:lnTo>
                <a:lnTo>
                  <a:pt x="9000" y="11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流程节点</a:t>
            </a:r>
          </a:p>
        </p:txBody>
      </p:sp>
      <p:sp>
        <p:nvSpPr>
          <p:cNvPr id="7" name="FLOW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12300"/>
                </a:moveTo>
                <a:lnTo>
                  <a:pt x="6396" y="12300"/>
                </a:lnTo>
                <a:cubicBezTo>
                  <a:pt x="6741" y="12300"/>
                  <a:pt x="7020" y="12579"/>
                  <a:pt x="7020" y="12924"/>
                </a:cubicBezTo>
                <a:lnTo>
                  <a:pt x="7020" y="16356"/>
                </a:lnTo>
                <a:cubicBezTo>
                  <a:pt x="7020" y="16701"/>
                  <a:pt x="6741" y="16980"/>
                  <a:pt x="6396" y="16980"/>
                </a:cubicBezTo>
                <a:lnTo>
                  <a:pt x="2184" y="16980"/>
                </a:lnTo>
                <a:cubicBezTo>
                  <a:pt x="1839" y="16980"/>
                  <a:pt x="1560" y="16701"/>
                  <a:pt x="1560" y="16356"/>
                </a:cubicBezTo>
                <a:lnTo>
                  <a:pt x="1560" y="12924"/>
                </a:lnTo>
                <a:cubicBezTo>
                  <a:pt x="1560" y="12579"/>
                  <a:pt x="1839" y="12300"/>
                  <a:pt x="2184" y="12300"/>
                </a:cubicBezTo>
                <a:close/>
                <a:moveTo>
                  <a:pt x="12324" y="12300"/>
                </a:moveTo>
                <a:lnTo>
                  <a:pt x="16536" y="12300"/>
                </a:lnTo>
                <a:cubicBezTo>
                  <a:pt x="16881" y="12300"/>
                  <a:pt x="17160" y="12579"/>
                  <a:pt x="17160" y="12924"/>
                </a:cubicBezTo>
                <a:lnTo>
                  <a:pt x="17160" y="16356"/>
                </a:lnTo>
                <a:cubicBezTo>
                  <a:pt x="17160" y="16701"/>
                  <a:pt x="16881" y="16980"/>
                  <a:pt x="16536" y="16980"/>
                </a:cubicBezTo>
                <a:lnTo>
                  <a:pt x="12324" y="16980"/>
                </a:lnTo>
                <a:cubicBezTo>
                  <a:pt x="11979" y="16980"/>
                  <a:pt x="11700" y="16701"/>
                  <a:pt x="11700" y="16356"/>
                </a:cubicBezTo>
                <a:lnTo>
                  <a:pt x="11700" y="12924"/>
                </a:lnTo>
                <a:cubicBezTo>
                  <a:pt x="11700" y="12579"/>
                  <a:pt x="11979" y="12300"/>
                  <a:pt x="12324" y="12300"/>
                </a:cubicBezTo>
                <a:close/>
                <a:moveTo>
                  <a:pt x="7020" y="15186"/>
                </a:moveTo>
                <a:lnTo>
                  <a:pt x="9672" y="15186"/>
                </a:lnTo>
                <a:lnTo>
                  <a:pt x="9672" y="15966"/>
                </a:lnTo>
                <a:lnTo>
                  <a:pt x="11700" y="14640"/>
                </a:lnTo>
                <a:lnTo>
                  <a:pt x="9672" y="13314"/>
                </a:lnTo>
                <a:lnTo>
                  <a:pt x="9672" y="14094"/>
                </a:lnTo>
                <a:lnTo>
                  <a:pt x="7020" y="14094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流程节点·已验证</a:t>
            </a:r>
          </a:p>
        </p:txBody>
      </p:sp>
      <p:sp>
        <p:nvSpPr>
          <p:cNvPr id="10" name="FLOW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12300"/>
                </a:moveTo>
                <a:lnTo>
                  <a:pt x="6396" y="12300"/>
                </a:lnTo>
                <a:cubicBezTo>
                  <a:pt x="6741" y="12300"/>
                  <a:pt x="7020" y="12579"/>
                  <a:pt x="7020" y="12924"/>
                </a:cubicBezTo>
                <a:lnTo>
                  <a:pt x="7020" y="16356"/>
                </a:lnTo>
                <a:cubicBezTo>
                  <a:pt x="7020" y="16701"/>
                  <a:pt x="6741" y="16980"/>
                  <a:pt x="6396" y="16980"/>
                </a:cubicBezTo>
                <a:lnTo>
                  <a:pt x="2184" y="16980"/>
                </a:lnTo>
                <a:cubicBezTo>
                  <a:pt x="1839" y="16980"/>
                  <a:pt x="1560" y="16701"/>
                  <a:pt x="1560" y="16356"/>
                </a:cubicBezTo>
                <a:lnTo>
                  <a:pt x="1560" y="12924"/>
                </a:lnTo>
                <a:cubicBezTo>
                  <a:pt x="1560" y="12579"/>
                  <a:pt x="1839" y="12300"/>
                  <a:pt x="2184" y="12300"/>
                </a:cubicBezTo>
                <a:close/>
                <a:moveTo>
                  <a:pt x="12324" y="12300"/>
                </a:moveTo>
                <a:lnTo>
                  <a:pt x="16536" y="12300"/>
                </a:lnTo>
                <a:cubicBezTo>
                  <a:pt x="16881" y="12300"/>
                  <a:pt x="17160" y="12579"/>
                  <a:pt x="17160" y="12924"/>
                </a:cubicBezTo>
                <a:lnTo>
                  <a:pt x="17160" y="16356"/>
                </a:lnTo>
                <a:cubicBezTo>
                  <a:pt x="17160" y="16701"/>
                  <a:pt x="16881" y="16980"/>
                  <a:pt x="16536" y="16980"/>
                </a:cubicBezTo>
                <a:lnTo>
                  <a:pt x="12324" y="16980"/>
                </a:lnTo>
                <a:cubicBezTo>
                  <a:pt x="11979" y="16980"/>
                  <a:pt x="11700" y="16701"/>
                  <a:pt x="11700" y="16356"/>
                </a:cubicBezTo>
                <a:lnTo>
                  <a:pt x="11700" y="12924"/>
                </a:lnTo>
                <a:cubicBezTo>
                  <a:pt x="11700" y="12579"/>
                  <a:pt x="11979" y="12300"/>
                  <a:pt x="12324" y="12300"/>
                </a:cubicBezTo>
                <a:close/>
                <a:moveTo>
                  <a:pt x="7020" y="15186"/>
                </a:moveTo>
                <a:lnTo>
                  <a:pt x="9672" y="15186"/>
                </a:lnTo>
                <a:lnTo>
                  <a:pt x="9672" y="15966"/>
                </a:lnTo>
                <a:lnTo>
                  <a:pt x="11700" y="14640"/>
                </a:lnTo>
                <a:lnTo>
                  <a:pt x="9672" y="13314"/>
                </a:lnTo>
                <a:lnTo>
                  <a:pt x="9672" y="14094"/>
                </a:lnTo>
                <a:lnTo>
                  <a:pt x="7020" y="14094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流程节点·同步</a:t>
            </a:r>
          </a:p>
        </p:txBody>
      </p:sp>
      <p:sp>
        <p:nvSpPr>
          <p:cNvPr id="13" name="FLOW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12300"/>
                </a:moveTo>
                <a:lnTo>
                  <a:pt x="6396" y="12300"/>
                </a:lnTo>
                <a:cubicBezTo>
                  <a:pt x="6741" y="12300"/>
                  <a:pt x="7020" y="12579"/>
                  <a:pt x="7020" y="12924"/>
                </a:cubicBezTo>
                <a:lnTo>
                  <a:pt x="7020" y="16356"/>
                </a:lnTo>
                <a:cubicBezTo>
                  <a:pt x="7020" y="16701"/>
                  <a:pt x="6741" y="16980"/>
                  <a:pt x="6396" y="16980"/>
                </a:cubicBezTo>
                <a:lnTo>
                  <a:pt x="2184" y="16980"/>
                </a:lnTo>
                <a:cubicBezTo>
                  <a:pt x="1839" y="16980"/>
                  <a:pt x="1560" y="16701"/>
                  <a:pt x="1560" y="16356"/>
                </a:cubicBezTo>
                <a:lnTo>
                  <a:pt x="1560" y="12924"/>
                </a:lnTo>
                <a:cubicBezTo>
                  <a:pt x="1560" y="12579"/>
                  <a:pt x="1839" y="12300"/>
                  <a:pt x="2184" y="12300"/>
                </a:cubicBezTo>
                <a:close/>
                <a:moveTo>
                  <a:pt x="12324" y="12300"/>
                </a:moveTo>
                <a:lnTo>
                  <a:pt x="16536" y="12300"/>
                </a:lnTo>
                <a:cubicBezTo>
                  <a:pt x="16881" y="12300"/>
                  <a:pt x="17160" y="12579"/>
                  <a:pt x="17160" y="12924"/>
                </a:cubicBezTo>
                <a:lnTo>
                  <a:pt x="17160" y="16356"/>
                </a:lnTo>
                <a:cubicBezTo>
                  <a:pt x="17160" y="16701"/>
                  <a:pt x="16881" y="16980"/>
                  <a:pt x="16536" y="16980"/>
                </a:cubicBezTo>
                <a:lnTo>
                  <a:pt x="12324" y="16980"/>
                </a:lnTo>
                <a:cubicBezTo>
                  <a:pt x="11979" y="16980"/>
                  <a:pt x="11700" y="16701"/>
                  <a:pt x="11700" y="16356"/>
                </a:cubicBezTo>
                <a:lnTo>
                  <a:pt x="11700" y="12924"/>
                </a:lnTo>
                <a:cubicBezTo>
                  <a:pt x="11700" y="12579"/>
                  <a:pt x="11979" y="12300"/>
                  <a:pt x="12324" y="12300"/>
                </a:cubicBezTo>
                <a:close/>
                <a:moveTo>
                  <a:pt x="7020" y="15186"/>
                </a:moveTo>
                <a:lnTo>
                  <a:pt x="9672" y="15186"/>
                </a:lnTo>
                <a:lnTo>
                  <a:pt x="9672" y="15966"/>
                </a:lnTo>
                <a:lnTo>
                  <a:pt x="11700" y="14640"/>
                </a:lnTo>
                <a:lnTo>
                  <a:pt x="9672" y="13314"/>
                </a:lnTo>
                <a:lnTo>
                  <a:pt x="9672" y="14094"/>
                </a:lnTo>
                <a:lnTo>
                  <a:pt x="7020" y="14094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流程节点·新增</a:t>
            </a:r>
          </a:p>
        </p:txBody>
      </p:sp>
      <p:sp>
        <p:nvSpPr>
          <p:cNvPr id="16" name="FLOW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12300"/>
                </a:moveTo>
                <a:lnTo>
                  <a:pt x="6396" y="12300"/>
                </a:lnTo>
                <a:cubicBezTo>
                  <a:pt x="6741" y="12300"/>
                  <a:pt x="7020" y="12579"/>
                  <a:pt x="7020" y="12924"/>
                </a:cubicBezTo>
                <a:lnTo>
                  <a:pt x="7020" y="16356"/>
                </a:lnTo>
                <a:cubicBezTo>
                  <a:pt x="7020" y="16701"/>
                  <a:pt x="6741" y="16980"/>
                  <a:pt x="6396" y="16980"/>
                </a:cubicBezTo>
                <a:lnTo>
                  <a:pt x="2184" y="16980"/>
                </a:lnTo>
                <a:cubicBezTo>
                  <a:pt x="1839" y="16980"/>
                  <a:pt x="1560" y="16701"/>
                  <a:pt x="1560" y="16356"/>
                </a:cubicBezTo>
                <a:lnTo>
                  <a:pt x="1560" y="12924"/>
                </a:lnTo>
                <a:cubicBezTo>
                  <a:pt x="1560" y="12579"/>
                  <a:pt x="1839" y="12300"/>
                  <a:pt x="2184" y="12300"/>
                </a:cubicBezTo>
                <a:close/>
                <a:moveTo>
                  <a:pt x="12324" y="12300"/>
                </a:moveTo>
                <a:lnTo>
                  <a:pt x="16536" y="12300"/>
                </a:lnTo>
                <a:cubicBezTo>
                  <a:pt x="16881" y="12300"/>
                  <a:pt x="17160" y="12579"/>
                  <a:pt x="17160" y="12924"/>
                </a:cubicBezTo>
                <a:lnTo>
                  <a:pt x="17160" y="16356"/>
                </a:lnTo>
                <a:cubicBezTo>
                  <a:pt x="17160" y="16701"/>
                  <a:pt x="16881" y="16980"/>
                  <a:pt x="16536" y="16980"/>
                </a:cubicBezTo>
                <a:lnTo>
                  <a:pt x="12324" y="16980"/>
                </a:lnTo>
                <a:cubicBezTo>
                  <a:pt x="11979" y="16980"/>
                  <a:pt x="11700" y="16701"/>
                  <a:pt x="11700" y="16356"/>
                </a:cubicBezTo>
                <a:lnTo>
                  <a:pt x="11700" y="12924"/>
                </a:lnTo>
                <a:cubicBezTo>
                  <a:pt x="11700" y="12579"/>
                  <a:pt x="11979" y="12300"/>
                  <a:pt x="12324" y="12300"/>
                </a:cubicBezTo>
                <a:close/>
                <a:moveTo>
                  <a:pt x="7020" y="15186"/>
                </a:moveTo>
                <a:lnTo>
                  <a:pt x="9672" y="15186"/>
                </a:lnTo>
                <a:lnTo>
                  <a:pt x="9672" y="15966"/>
                </a:lnTo>
                <a:lnTo>
                  <a:pt x="11700" y="14640"/>
                </a:lnTo>
                <a:lnTo>
                  <a:pt x="9672" y="13314"/>
                </a:lnTo>
                <a:lnTo>
                  <a:pt x="9672" y="14094"/>
                </a:lnTo>
                <a:lnTo>
                  <a:pt x="7020" y="14094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流程节点·可配置</a:t>
            </a:r>
          </a:p>
        </p:txBody>
      </p:sp>
      <p:sp>
        <p:nvSpPr>
          <p:cNvPr id="19" name="FLOW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12300"/>
                </a:moveTo>
                <a:lnTo>
                  <a:pt x="6396" y="12300"/>
                </a:lnTo>
                <a:cubicBezTo>
                  <a:pt x="6741" y="12300"/>
                  <a:pt x="7020" y="12579"/>
                  <a:pt x="7020" y="12924"/>
                </a:cubicBezTo>
                <a:lnTo>
                  <a:pt x="7020" y="16356"/>
                </a:lnTo>
                <a:cubicBezTo>
                  <a:pt x="7020" y="16701"/>
                  <a:pt x="6741" y="16980"/>
                  <a:pt x="6396" y="16980"/>
                </a:cubicBezTo>
                <a:lnTo>
                  <a:pt x="2184" y="16980"/>
                </a:lnTo>
                <a:cubicBezTo>
                  <a:pt x="1839" y="16980"/>
                  <a:pt x="1560" y="16701"/>
                  <a:pt x="1560" y="16356"/>
                </a:cubicBezTo>
                <a:lnTo>
                  <a:pt x="1560" y="12924"/>
                </a:lnTo>
                <a:cubicBezTo>
                  <a:pt x="1560" y="12579"/>
                  <a:pt x="1839" y="12300"/>
                  <a:pt x="2184" y="12300"/>
                </a:cubicBezTo>
                <a:close/>
                <a:moveTo>
                  <a:pt x="12324" y="12300"/>
                </a:moveTo>
                <a:lnTo>
                  <a:pt x="16536" y="12300"/>
                </a:lnTo>
                <a:cubicBezTo>
                  <a:pt x="16881" y="12300"/>
                  <a:pt x="17160" y="12579"/>
                  <a:pt x="17160" y="12924"/>
                </a:cubicBezTo>
                <a:lnTo>
                  <a:pt x="17160" y="16356"/>
                </a:lnTo>
                <a:cubicBezTo>
                  <a:pt x="17160" y="16701"/>
                  <a:pt x="16881" y="16980"/>
                  <a:pt x="16536" y="16980"/>
                </a:cubicBezTo>
                <a:lnTo>
                  <a:pt x="12324" y="16980"/>
                </a:lnTo>
                <a:cubicBezTo>
                  <a:pt x="11979" y="16980"/>
                  <a:pt x="11700" y="16701"/>
                  <a:pt x="11700" y="16356"/>
                </a:cubicBezTo>
                <a:lnTo>
                  <a:pt x="11700" y="12924"/>
                </a:lnTo>
                <a:cubicBezTo>
                  <a:pt x="11700" y="12579"/>
                  <a:pt x="11979" y="12300"/>
                  <a:pt x="12324" y="12300"/>
                </a:cubicBezTo>
                <a:close/>
                <a:moveTo>
                  <a:pt x="7020" y="15186"/>
                </a:moveTo>
                <a:lnTo>
                  <a:pt x="9672" y="15186"/>
                </a:lnTo>
                <a:lnTo>
                  <a:pt x="9672" y="15966"/>
                </a:lnTo>
                <a:lnTo>
                  <a:pt x="11700" y="14640"/>
                </a:lnTo>
                <a:lnTo>
                  <a:pt x="9672" y="13314"/>
                </a:lnTo>
                <a:lnTo>
                  <a:pt x="9672" y="14094"/>
                </a:lnTo>
                <a:lnTo>
                  <a:pt x="7020" y="14094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流程节点·定时</a:t>
            </a:r>
          </a:p>
        </p:txBody>
      </p:sp>
      <p:sp>
        <p:nvSpPr>
          <p:cNvPr id="22" name="FLOW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00" y="10400"/>
                </a:moveTo>
                <a:cubicBezTo>
                  <a:pt x="5400" y="5400"/>
                  <a:pt x="18600" y="5400"/>
                  <a:pt x="18600" y="10400"/>
                </a:cubicBezTo>
                <a:lnTo>
                  <a:pt x="19800" y="10400"/>
                </a:lnTo>
                <a:lnTo>
                  <a:pt x="16600" y="7400"/>
                </a:lnTo>
                <a:lnTo>
                  <a:pt x="16600" y="11800"/>
                </a:lnTo>
                <a:lnTo>
                  <a:pt x="18600" y="12200"/>
                </a:lnTo>
                <a:cubicBezTo>
                  <a:pt x="18600" y="6600"/>
                  <a:pt x="5400" y="6600"/>
                  <a:pt x="5400" y="12200"/>
                </a:cubicBezTo>
                <a:close/>
                <a:moveTo>
                  <a:pt x="18600" y="13600"/>
                </a:moveTo>
                <a:cubicBezTo>
                  <a:pt x="18600" y="18600"/>
                  <a:pt x="5400" y="18600"/>
                  <a:pt x="5400" y="13600"/>
                </a:cubicBezTo>
                <a:lnTo>
                  <a:pt x="4200" y="13600"/>
                </a:lnTo>
                <a:lnTo>
                  <a:pt x="7400" y="16600"/>
                </a:lnTo>
                <a:lnTo>
                  <a:pt x="7400" y="12200"/>
                </a:lnTo>
                <a:lnTo>
                  <a:pt x="5400" y="11800"/>
                </a:lnTo>
                <a:cubicBezTo>
                  <a:pt x="5400" y="17400"/>
                  <a:pt x="18600" y="17400"/>
                  <a:pt x="18600" y="118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闭环循环</a:t>
            </a:r>
          </a:p>
        </p:txBody>
      </p:sp>
      <p:sp>
        <p:nvSpPr>
          <p:cNvPr id="25" name="FLOW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212" y="13392"/>
                </a:moveTo>
                <a:cubicBezTo>
                  <a:pt x="4212" y="9492"/>
                  <a:pt x="14508" y="9492"/>
                  <a:pt x="14508" y="13392"/>
                </a:cubicBezTo>
                <a:lnTo>
                  <a:pt x="15444" y="13392"/>
                </a:lnTo>
                <a:lnTo>
                  <a:pt x="12948" y="11052"/>
                </a:lnTo>
                <a:lnTo>
                  <a:pt x="12948" y="14484"/>
                </a:lnTo>
                <a:lnTo>
                  <a:pt x="14508" y="14796"/>
                </a:lnTo>
                <a:cubicBezTo>
                  <a:pt x="14508" y="10428"/>
                  <a:pt x="4212" y="10428"/>
                  <a:pt x="4212" y="14796"/>
                </a:cubicBezTo>
                <a:close/>
                <a:moveTo>
                  <a:pt x="14508" y="15888"/>
                </a:moveTo>
                <a:cubicBezTo>
                  <a:pt x="14508" y="19788"/>
                  <a:pt x="4212" y="19788"/>
                  <a:pt x="4212" y="15888"/>
                </a:cubicBezTo>
                <a:lnTo>
                  <a:pt x="3276" y="15888"/>
                </a:lnTo>
                <a:lnTo>
                  <a:pt x="5772" y="18228"/>
                </a:lnTo>
                <a:lnTo>
                  <a:pt x="5772" y="14796"/>
                </a:lnTo>
                <a:lnTo>
                  <a:pt x="4212" y="14484"/>
                </a:lnTo>
                <a:cubicBezTo>
                  <a:pt x="4212" y="18852"/>
                  <a:pt x="14508" y="18852"/>
                  <a:pt x="14508" y="14484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闭环循环·已验证</a:t>
            </a:r>
          </a:p>
        </p:txBody>
      </p:sp>
      <p:sp>
        <p:nvSpPr>
          <p:cNvPr id="28" name="FLOW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212" y="13392"/>
                </a:moveTo>
                <a:cubicBezTo>
                  <a:pt x="4212" y="9492"/>
                  <a:pt x="14508" y="9492"/>
                  <a:pt x="14508" y="13392"/>
                </a:cubicBezTo>
                <a:lnTo>
                  <a:pt x="15444" y="13392"/>
                </a:lnTo>
                <a:lnTo>
                  <a:pt x="12948" y="11052"/>
                </a:lnTo>
                <a:lnTo>
                  <a:pt x="12948" y="14484"/>
                </a:lnTo>
                <a:lnTo>
                  <a:pt x="14508" y="14796"/>
                </a:lnTo>
                <a:cubicBezTo>
                  <a:pt x="14508" y="10428"/>
                  <a:pt x="4212" y="10428"/>
                  <a:pt x="4212" y="14796"/>
                </a:cubicBezTo>
                <a:close/>
                <a:moveTo>
                  <a:pt x="14508" y="15888"/>
                </a:moveTo>
                <a:cubicBezTo>
                  <a:pt x="14508" y="19788"/>
                  <a:pt x="4212" y="19788"/>
                  <a:pt x="4212" y="15888"/>
                </a:cubicBezTo>
                <a:lnTo>
                  <a:pt x="3276" y="15888"/>
                </a:lnTo>
                <a:lnTo>
                  <a:pt x="5772" y="18228"/>
                </a:lnTo>
                <a:lnTo>
                  <a:pt x="5772" y="14796"/>
                </a:lnTo>
                <a:lnTo>
                  <a:pt x="4212" y="14484"/>
                </a:lnTo>
                <a:cubicBezTo>
                  <a:pt x="4212" y="18852"/>
                  <a:pt x="14508" y="18852"/>
                  <a:pt x="14508" y="14484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闭环循环·同步</a:t>
            </a:r>
          </a:p>
        </p:txBody>
      </p:sp>
      <p:sp>
        <p:nvSpPr>
          <p:cNvPr id="31" name="FLOW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212" y="13392"/>
                </a:moveTo>
                <a:cubicBezTo>
                  <a:pt x="4212" y="9492"/>
                  <a:pt x="14508" y="9492"/>
                  <a:pt x="14508" y="13392"/>
                </a:cubicBezTo>
                <a:lnTo>
                  <a:pt x="15444" y="13392"/>
                </a:lnTo>
                <a:lnTo>
                  <a:pt x="12948" y="11052"/>
                </a:lnTo>
                <a:lnTo>
                  <a:pt x="12948" y="14484"/>
                </a:lnTo>
                <a:lnTo>
                  <a:pt x="14508" y="14796"/>
                </a:lnTo>
                <a:cubicBezTo>
                  <a:pt x="14508" y="10428"/>
                  <a:pt x="4212" y="10428"/>
                  <a:pt x="4212" y="14796"/>
                </a:cubicBezTo>
                <a:close/>
                <a:moveTo>
                  <a:pt x="14508" y="15888"/>
                </a:moveTo>
                <a:cubicBezTo>
                  <a:pt x="14508" y="19788"/>
                  <a:pt x="4212" y="19788"/>
                  <a:pt x="4212" y="15888"/>
                </a:cubicBezTo>
                <a:lnTo>
                  <a:pt x="3276" y="15888"/>
                </a:lnTo>
                <a:lnTo>
                  <a:pt x="5772" y="18228"/>
                </a:lnTo>
                <a:lnTo>
                  <a:pt x="5772" y="14796"/>
                </a:lnTo>
                <a:lnTo>
                  <a:pt x="4212" y="14484"/>
                </a:lnTo>
                <a:cubicBezTo>
                  <a:pt x="4212" y="18852"/>
                  <a:pt x="14508" y="18852"/>
                  <a:pt x="14508" y="14484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闭环循环·新增</a:t>
            </a:r>
          </a:p>
        </p:txBody>
      </p:sp>
      <p:sp>
        <p:nvSpPr>
          <p:cNvPr id="34" name="FLOW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212" y="13392"/>
                </a:moveTo>
                <a:cubicBezTo>
                  <a:pt x="4212" y="9492"/>
                  <a:pt x="14508" y="9492"/>
                  <a:pt x="14508" y="13392"/>
                </a:cubicBezTo>
                <a:lnTo>
                  <a:pt x="15444" y="13392"/>
                </a:lnTo>
                <a:lnTo>
                  <a:pt x="12948" y="11052"/>
                </a:lnTo>
                <a:lnTo>
                  <a:pt x="12948" y="14484"/>
                </a:lnTo>
                <a:lnTo>
                  <a:pt x="14508" y="14796"/>
                </a:lnTo>
                <a:cubicBezTo>
                  <a:pt x="14508" y="10428"/>
                  <a:pt x="4212" y="10428"/>
                  <a:pt x="4212" y="14796"/>
                </a:cubicBezTo>
                <a:close/>
                <a:moveTo>
                  <a:pt x="14508" y="15888"/>
                </a:moveTo>
                <a:cubicBezTo>
                  <a:pt x="14508" y="19788"/>
                  <a:pt x="4212" y="19788"/>
                  <a:pt x="4212" y="15888"/>
                </a:cubicBezTo>
                <a:lnTo>
                  <a:pt x="3276" y="15888"/>
                </a:lnTo>
                <a:lnTo>
                  <a:pt x="5772" y="18228"/>
                </a:lnTo>
                <a:lnTo>
                  <a:pt x="5772" y="14796"/>
                </a:lnTo>
                <a:lnTo>
                  <a:pt x="4212" y="14484"/>
                </a:lnTo>
                <a:cubicBezTo>
                  <a:pt x="4212" y="18852"/>
                  <a:pt x="14508" y="18852"/>
                  <a:pt x="14508" y="14484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闭环循环·可配置</a:t>
            </a:r>
          </a:p>
        </p:txBody>
      </p:sp>
      <p:sp>
        <p:nvSpPr>
          <p:cNvPr id="37" name="FLOW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212" y="13392"/>
                </a:moveTo>
                <a:cubicBezTo>
                  <a:pt x="4212" y="9492"/>
                  <a:pt x="14508" y="9492"/>
                  <a:pt x="14508" y="13392"/>
                </a:cubicBezTo>
                <a:lnTo>
                  <a:pt x="15444" y="13392"/>
                </a:lnTo>
                <a:lnTo>
                  <a:pt x="12948" y="11052"/>
                </a:lnTo>
                <a:lnTo>
                  <a:pt x="12948" y="14484"/>
                </a:lnTo>
                <a:lnTo>
                  <a:pt x="14508" y="14796"/>
                </a:lnTo>
                <a:cubicBezTo>
                  <a:pt x="14508" y="10428"/>
                  <a:pt x="4212" y="10428"/>
                  <a:pt x="4212" y="14796"/>
                </a:cubicBezTo>
                <a:close/>
                <a:moveTo>
                  <a:pt x="14508" y="15888"/>
                </a:moveTo>
                <a:cubicBezTo>
                  <a:pt x="14508" y="19788"/>
                  <a:pt x="4212" y="19788"/>
                  <a:pt x="4212" y="15888"/>
                </a:cubicBezTo>
                <a:lnTo>
                  <a:pt x="3276" y="15888"/>
                </a:lnTo>
                <a:lnTo>
                  <a:pt x="5772" y="18228"/>
                </a:lnTo>
                <a:lnTo>
                  <a:pt x="5772" y="14796"/>
                </a:lnTo>
                <a:lnTo>
                  <a:pt x="4212" y="14484"/>
                </a:lnTo>
                <a:cubicBezTo>
                  <a:pt x="4212" y="18852"/>
                  <a:pt x="14508" y="18852"/>
                  <a:pt x="14508" y="14484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闭环循环·定时</a:t>
            </a:r>
          </a:p>
        </p:txBody>
      </p:sp>
      <p:sp>
        <p:nvSpPr>
          <p:cNvPr id="40" name="FLOW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4000"/>
                </a:moveTo>
                <a:cubicBezTo>
                  <a:pt x="7000" y="4000"/>
                  <a:pt x="3000" y="8000"/>
                  <a:pt x="3000" y="13000"/>
                </a:cubicBezTo>
                <a:lnTo>
                  <a:pt x="5000" y="13000"/>
                </a:lnTo>
                <a:cubicBezTo>
                  <a:pt x="5000" y="9000"/>
                  <a:pt x="8000" y="6000"/>
                  <a:pt x="12000" y="6000"/>
                </a:cubicBezTo>
                <a:cubicBezTo>
                  <a:pt x="14000" y="6000"/>
                  <a:pt x="16000" y="7000"/>
                  <a:pt x="17000" y="8000"/>
                </a:cubicBezTo>
                <a:lnTo>
                  <a:pt x="14000" y="8000"/>
                </a:lnTo>
                <a:lnTo>
                  <a:pt x="14000" y="10000"/>
                </a:lnTo>
                <a:lnTo>
                  <a:pt x="21000" y="10000"/>
                </a:lnTo>
                <a:lnTo>
                  <a:pt x="21000" y="3000"/>
                </a:lnTo>
                <a:lnTo>
                  <a:pt x="19000" y="3000"/>
                </a:lnTo>
                <a:lnTo>
                  <a:pt x="19000" y="6000"/>
                </a:lnTo>
                <a:cubicBezTo>
                  <a:pt x="17000" y="4000"/>
                  <a:pt x="15000" y="4000"/>
                  <a:pt x="12000" y="4000"/>
                </a:cubicBezTo>
                <a:close/>
                <a:moveTo>
                  <a:pt x="12000" y="20000"/>
                </a:moveTo>
                <a:cubicBezTo>
                  <a:pt x="17000" y="20000"/>
                  <a:pt x="21000" y="16000"/>
                  <a:pt x="21000" y="11000"/>
                </a:cubicBezTo>
                <a:lnTo>
                  <a:pt x="19000" y="11000"/>
                </a:lnTo>
                <a:cubicBezTo>
                  <a:pt x="19000" y="15000"/>
                  <a:pt x="16000" y="18000"/>
                  <a:pt x="12000" y="18000"/>
                </a:cubicBezTo>
                <a:cubicBezTo>
                  <a:pt x="10000" y="18000"/>
                  <a:pt x="8000" y="17000"/>
                  <a:pt x="7000" y="16000"/>
                </a:cubicBezTo>
                <a:lnTo>
                  <a:pt x="10000" y="16000"/>
                </a:lnTo>
                <a:lnTo>
                  <a:pt x="10000" y="14000"/>
                </a:lnTo>
                <a:lnTo>
                  <a:pt x="3000" y="14000"/>
                </a:lnTo>
                <a:lnTo>
                  <a:pt x="3000" y="21000"/>
                </a:lnTo>
                <a:lnTo>
                  <a:pt x="5000" y="21000"/>
                </a:lnTo>
                <a:lnTo>
                  <a:pt x="5000" y="18000"/>
                </a:lnTo>
                <a:cubicBezTo>
                  <a:pt x="7000" y="20000"/>
                  <a:pt x="9000" y="20000"/>
                  <a:pt x="12000" y="20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刷新</a:t>
            </a:r>
          </a:p>
        </p:txBody>
      </p:sp>
      <p:sp>
        <p:nvSpPr>
          <p:cNvPr id="43" name="FLOW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8400"/>
                </a:moveTo>
                <a:cubicBezTo>
                  <a:pt x="5460" y="8400"/>
                  <a:pt x="2340" y="11520"/>
                  <a:pt x="2340" y="15420"/>
                </a:cubicBezTo>
                <a:lnTo>
                  <a:pt x="3900" y="15420"/>
                </a:lnTo>
                <a:cubicBezTo>
                  <a:pt x="3900" y="12300"/>
                  <a:pt x="6240" y="9960"/>
                  <a:pt x="9360" y="9960"/>
                </a:cubicBezTo>
                <a:cubicBezTo>
                  <a:pt x="10920" y="9960"/>
                  <a:pt x="12480" y="10740"/>
                  <a:pt x="13260" y="11520"/>
                </a:cubicBezTo>
                <a:lnTo>
                  <a:pt x="10920" y="11520"/>
                </a:lnTo>
                <a:lnTo>
                  <a:pt x="10920" y="13080"/>
                </a:lnTo>
                <a:lnTo>
                  <a:pt x="16380" y="13080"/>
                </a:lnTo>
                <a:lnTo>
                  <a:pt x="16380" y="7620"/>
                </a:lnTo>
                <a:lnTo>
                  <a:pt x="14820" y="7620"/>
                </a:lnTo>
                <a:lnTo>
                  <a:pt x="14820" y="9960"/>
                </a:lnTo>
                <a:cubicBezTo>
                  <a:pt x="13260" y="8400"/>
                  <a:pt x="11700" y="8400"/>
                  <a:pt x="9360" y="8400"/>
                </a:cubicBezTo>
                <a:close/>
                <a:moveTo>
                  <a:pt x="9360" y="20880"/>
                </a:moveTo>
                <a:cubicBezTo>
                  <a:pt x="13260" y="20880"/>
                  <a:pt x="16380" y="17760"/>
                  <a:pt x="16380" y="13860"/>
                </a:cubicBezTo>
                <a:lnTo>
                  <a:pt x="14820" y="13860"/>
                </a:lnTo>
                <a:cubicBezTo>
                  <a:pt x="14820" y="16980"/>
                  <a:pt x="12480" y="19320"/>
                  <a:pt x="9360" y="19320"/>
                </a:cubicBezTo>
                <a:cubicBezTo>
                  <a:pt x="7800" y="19320"/>
                  <a:pt x="6240" y="18540"/>
                  <a:pt x="5460" y="17760"/>
                </a:cubicBezTo>
                <a:lnTo>
                  <a:pt x="7800" y="17760"/>
                </a:lnTo>
                <a:lnTo>
                  <a:pt x="7800" y="16200"/>
                </a:lnTo>
                <a:lnTo>
                  <a:pt x="2340" y="16200"/>
                </a:lnTo>
                <a:lnTo>
                  <a:pt x="2340" y="21660"/>
                </a:lnTo>
                <a:lnTo>
                  <a:pt x="3900" y="21660"/>
                </a:lnTo>
                <a:lnTo>
                  <a:pt x="3900" y="19320"/>
                </a:lnTo>
                <a:cubicBezTo>
                  <a:pt x="5460" y="20880"/>
                  <a:pt x="7020" y="20880"/>
                  <a:pt x="9360" y="2088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刷新·已验证</a:t>
            </a:r>
          </a:p>
        </p:txBody>
      </p:sp>
      <p:sp>
        <p:nvSpPr>
          <p:cNvPr id="46" name="FLOW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8400"/>
                </a:moveTo>
                <a:cubicBezTo>
                  <a:pt x="5460" y="8400"/>
                  <a:pt x="2340" y="11520"/>
                  <a:pt x="2340" y="15420"/>
                </a:cubicBezTo>
                <a:lnTo>
                  <a:pt x="3900" y="15420"/>
                </a:lnTo>
                <a:cubicBezTo>
                  <a:pt x="3900" y="12300"/>
                  <a:pt x="6240" y="9960"/>
                  <a:pt x="9360" y="9960"/>
                </a:cubicBezTo>
                <a:cubicBezTo>
                  <a:pt x="10920" y="9960"/>
                  <a:pt x="12480" y="10740"/>
                  <a:pt x="13260" y="11520"/>
                </a:cubicBezTo>
                <a:lnTo>
                  <a:pt x="10920" y="11520"/>
                </a:lnTo>
                <a:lnTo>
                  <a:pt x="10920" y="13080"/>
                </a:lnTo>
                <a:lnTo>
                  <a:pt x="16380" y="13080"/>
                </a:lnTo>
                <a:lnTo>
                  <a:pt x="16380" y="7620"/>
                </a:lnTo>
                <a:lnTo>
                  <a:pt x="14820" y="7620"/>
                </a:lnTo>
                <a:lnTo>
                  <a:pt x="14820" y="9960"/>
                </a:lnTo>
                <a:cubicBezTo>
                  <a:pt x="13260" y="8400"/>
                  <a:pt x="11700" y="8400"/>
                  <a:pt x="9360" y="8400"/>
                </a:cubicBezTo>
                <a:close/>
                <a:moveTo>
                  <a:pt x="9360" y="20880"/>
                </a:moveTo>
                <a:cubicBezTo>
                  <a:pt x="13260" y="20880"/>
                  <a:pt x="16380" y="17760"/>
                  <a:pt x="16380" y="13860"/>
                </a:cubicBezTo>
                <a:lnTo>
                  <a:pt x="14820" y="13860"/>
                </a:lnTo>
                <a:cubicBezTo>
                  <a:pt x="14820" y="16980"/>
                  <a:pt x="12480" y="19320"/>
                  <a:pt x="9360" y="19320"/>
                </a:cubicBezTo>
                <a:cubicBezTo>
                  <a:pt x="7800" y="19320"/>
                  <a:pt x="6240" y="18540"/>
                  <a:pt x="5460" y="17760"/>
                </a:cubicBezTo>
                <a:lnTo>
                  <a:pt x="7800" y="17760"/>
                </a:lnTo>
                <a:lnTo>
                  <a:pt x="7800" y="16200"/>
                </a:lnTo>
                <a:lnTo>
                  <a:pt x="2340" y="16200"/>
                </a:lnTo>
                <a:lnTo>
                  <a:pt x="2340" y="21660"/>
                </a:lnTo>
                <a:lnTo>
                  <a:pt x="3900" y="21660"/>
                </a:lnTo>
                <a:lnTo>
                  <a:pt x="3900" y="19320"/>
                </a:lnTo>
                <a:cubicBezTo>
                  <a:pt x="5460" y="20880"/>
                  <a:pt x="7020" y="20880"/>
                  <a:pt x="9360" y="2088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刷新·同步</a:t>
            </a:r>
          </a:p>
        </p:txBody>
      </p:sp>
      <p:sp>
        <p:nvSpPr>
          <p:cNvPr id="49" name="FLOW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8400"/>
                </a:moveTo>
                <a:cubicBezTo>
                  <a:pt x="5460" y="8400"/>
                  <a:pt x="2340" y="11520"/>
                  <a:pt x="2340" y="15420"/>
                </a:cubicBezTo>
                <a:lnTo>
                  <a:pt x="3900" y="15420"/>
                </a:lnTo>
                <a:cubicBezTo>
                  <a:pt x="3900" y="12300"/>
                  <a:pt x="6240" y="9960"/>
                  <a:pt x="9360" y="9960"/>
                </a:cubicBezTo>
                <a:cubicBezTo>
                  <a:pt x="10920" y="9960"/>
                  <a:pt x="12480" y="10740"/>
                  <a:pt x="13260" y="11520"/>
                </a:cubicBezTo>
                <a:lnTo>
                  <a:pt x="10920" y="11520"/>
                </a:lnTo>
                <a:lnTo>
                  <a:pt x="10920" y="13080"/>
                </a:lnTo>
                <a:lnTo>
                  <a:pt x="16380" y="13080"/>
                </a:lnTo>
                <a:lnTo>
                  <a:pt x="16380" y="7620"/>
                </a:lnTo>
                <a:lnTo>
                  <a:pt x="14820" y="7620"/>
                </a:lnTo>
                <a:lnTo>
                  <a:pt x="14820" y="9960"/>
                </a:lnTo>
                <a:cubicBezTo>
                  <a:pt x="13260" y="8400"/>
                  <a:pt x="11700" y="8400"/>
                  <a:pt x="9360" y="8400"/>
                </a:cubicBezTo>
                <a:close/>
                <a:moveTo>
                  <a:pt x="9360" y="20880"/>
                </a:moveTo>
                <a:cubicBezTo>
                  <a:pt x="13260" y="20880"/>
                  <a:pt x="16380" y="17760"/>
                  <a:pt x="16380" y="13860"/>
                </a:cubicBezTo>
                <a:lnTo>
                  <a:pt x="14820" y="13860"/>
                </a:lnTo>
                <a:cubicBezTo>
                  <a:pt x="14820" y="16980"/>
                  <a:pt x="12480" y="19320"/>
                  <a:pt x="9360" y="19320"/>
                </a:cubicBezTo>
                <a:cubicBezTo>
                  <a:pt x="7800" y="19320"/>
                  <a:pt x="6240" y="18540"/>
                  <a:pt x="5460" y="17760"/>
                </a:cubicBezTo>
                <a:lnTo>
                  <a:pt x="7800" y="17760"/>
                </a:lnTo>
                <a:lnTo>
                  <a:pt x="7800" y="16200"/>
                </a:lnTo>
                <a:lnTo>
                  <a:pt x="2340" y="16200"/>
                </a:lnTo>
                <a:lnTo>
                  <a:pt x="2340" y="21660"/>
                </a:lnTo>
                <a:lnTo>
                  <a:pt x="3900" y="21660"/>
                </a:lnTo>
                <a:lnTo>
                  <a:pt x="3900" y="19320"/>
                </a:lnTo>
                <a:cubicBezTo>
                  <a:pt x="5460" y="20880"/>
                  <a:pt x="7020" y="20880"/>
                  <a:pt x="9360" y="2088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刷新·新增</a:t>
            </a:r>
          </a:p>
        </p:txBody>
      </p:sp>
      <p:sp>
        <p:nvSpPr>
          <p:cNvPr id="52" name="FLOW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8400"/>
                </a:moveTo>
                <a:cubicBezTo>
                  <a:pt x="5460" y="8400"/>
                  <a:pt x="2340" y="11520"/>
                  <a:pt x="2340" y="15420"/>
                </a:cubicBezTo>
                <a:lnTo>
                  <a:pt x="3900" y="15420"/>
                </a:lnTo>
                <a:cubicBezTo>
                  <a:pt x="3900" y="12300"/>
                  <a:pt x="6240" y="9960"/>
                  <a:pt x="9360" y="9960"/>
                </a:cubicBezTo>
                <a:cubicBezTo>
                  <a:pt x="10920" y="9960"/>
                  <a:pt x="12480" y="10740"/>
                  <a:pt x="13260" y="11520"/>
                </a:cubicBezTo>
                <a:lnTo>
                  <a:pt x="10920" y="11520"/>
                </a:lnTo>
                <a:lnTo>
                  <a:pt x="10920" y="13080"/>
                </a:lnTo>
                <a:lnTo>
                  <a:pt x="16380" y="13080"/>
                </a:lnTo>
                <a:lnTo>
                  <a:pt x="16380" y="7620"/>
                </a:lnTo>
                <a:lnTo>
                  <a:pt x="14820" y="7620"/>
                </a:lnTo>
                <a:lnTo>
                  <a:pt x="14820" y="9960"/>
                </a:lnTo>
                <a:cubicBezTo>
                  <a:pt x="13260" y="8400"/>
                  <a:pt x="11700" y="8400"/>
                  <a:pt x="9360" y="8400"/>
                </a:cubicBezTo>
                <a:close/>
                <a:moveTo>
                  <a:pt x="9360" y="20880"/>
                </a:moveTo>
                <a:cubicBezTo>
                  <a:pt x="13260" y="20880"/>
                  <a:pt x="16380" y="17760"/>
                  <a:pt x="16380" y="13860"/>
                </a:cubicBezTo>
                <a:lnTo>
                  <a:pt x="14820" y="13860"/>
                </a:lnTo>
                <a:cubicBezTo>
                  <a:pt x="14820" y="16980"/>
                  <a:pt x="12480" y="19320"/>
                  <a:pt x="9360" y="19320"/>
                </a:cubicBezTo>
                <a:cubicBezTo>
                  <a:pt x="7800" y="19320"/>
                  <a:pt x="6240" y="18540"/>
                  <a:pt x="5460" y="17760"/>
                </a:cubicBezTo>
                <a:lnTo>
                  <a:pt x="7800" y="17760"/>
                </a:lnTo>
                <a:lnTo>
                  <a:pt x="7800" y="16200"/>
                </a:lnTo>
                <a:lnTo>
                  <a:pt x="2340" y="16200"/>
                </a:lnTo>
                <a:lnTo>
                  <a:pt x="2340" y="21660"/>
                </a:lnTo>
                <a:lnTo>
                  <a:pt x="3900" y="21660"/>
                </a:lnTo>
                <a:lnTo>
                  <a:pt x="3900" y="19320"/>
                </a:lnTo>
                <a:cubicBezTo>
                  <a:pt x="5460" y="20880"/>
                  <a:pt x="7020" y="20880"/>
                  <a:pt x="9360" y="20880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刷新·可配置</a:t>
            </a:r>
          </a:p>
        </p:txBody>
      </p:sp>
      <p:sp>
        <p:nvSpPr>
          <p:cNvPr id="55" name="FLOW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8400"/>
                </a:moveTo>
                <a:cubicBezTo>
                  <a:pt x="5460" y="8400"/>
                  <a:pt x="2340" y="11520"/>
                  <a:pt x="2340" y="15420"/>
                </a:cubicBezTo>
                <a:lnTo>
                  <a:pt x="3900" y="15420"/>
                </a:lnTo>
                <a:cubicBezTo>
                  <a:pt x="3900" y="12300"/>
                  <a:pt x="6240" y="9960"/>
                  <a:pt x="9360" y="9960"/>
                </a:cubicBezTo>
                <a:cubicBezTo>
                  <a:pt x="10920" y="9960"/>
                  <a:pt x="12480" y="10740"/>
                  <a:pt x="13260" y="11520"/>
                </a:cubicBezTo>
                <a:lnTo>
                  <a:pt x="10920" y="11520"/>
                </a:lnTo>
                <a:lnTo>
                  <a:pt x="10920" y="13080"/>
                </a:lnTo>
                <a:lnTo>
                  <a:pt x="16380" y="13080"/>
                </a:lnTo>
                <a:lnTo>
                  <a:pt x="16380" y="7620"/>
                </a:lnTo>
                <a:lnTo>
                  <a:pt x="14820" y="7620"/>
                </a:lnTo>
                <a:lnTo>
                  <a:pt x="14820" y="9960"/>
                </a:lnTo>
                <a:cubicBezTo>
                  <a:pt x="13260" y="8400"/>
                  <a:pt x="11700" y="8400"/>
                  <a:pt x="9360" y="8400"/>
                </a:cubicBezTo>
                <a:close/>
                <a:moveTo>
                  <a:pt x="9360" y="20880"/>
                </a:moveTo>
                <a:cubicBezTo>
                  <a:pt x="13260" y="20880"/>
                  <a:pt x="16380" y="17760"/>
                  <a:pt x="16380" y="13860"/>
                </a:cubicBezTo>
                <a:lnTo>
                  <a:pt x="14820" y="13860"/>
                </a:lnTo>
                <a:cubicBezTo>
                  <a:pt x="14820" y="16980"/>
                  <a:pt x="12480" y="19320"/>
                  <a:pt x="9360" y="19320"/>
                </a:cubicBezTo>
                <a:cubicBezTo>
                  <a:pt x="7800" y="19320"/>
                  <a:pt x="6240" y="18540"/>
                  <a:pt x="5460" y="17760"/>
                </a:cubicBezTo>
                <a:lnTo>
                  <a:pt x="7800" y="17760"/>
                </a:lnTo>
                <a:lnTo>
                  <a:pt x="7800" y="16200"/>
                </a:lnTo>
                <a:lnTo>
                  <a:pt x="2340" y="16200"/>
                </a:lnTo>
                <a:lnTo>
                  <a:pt x="2340" y="21660"/>
                </a:lnTo>
                <a:lnTo>
                  <a:pt x="3900" y="21660"/>
                </a:lnTo>
                <a:lnTo>
                  <a:pt x="3900" y="19320"/>
                </a:lnTo>
                <a:cubicBezTo>
                  <a:pt x="5460" y="20880"/>
                  <a:pt x="7020" y="20880"/>
                  <a:pt x="9360" y="2088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刷新·定时</a:t>
            </a:r>
          </a:p>
        </p:txBody>
      </p:sp>
      <p:sp>
        <p:nvSpPr>
          <p:cNvPr id="58" name="FLOW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8000"/>
                </a:moveTo>
                <a:lnTo>
                  <a:pt x="18000" y="8000"/>
                </a:lnTo>
                <a:lnTo>
                  <a:pt x="18000" y="5000"/>
                </a:lnTo>
                <a:lnTo>
                  <a:pt x="22000" y="9000"/>
                </a:lnTo>
                <a:lnTo>
                  <a:pt x="18000" y="13000"/>
                </a:lnTo>
                <a:lnTo>
                  <a:pt x="18000" y="10000"/>
                </a:lnTo>
                <a:lnTo>
                  <a:pt x="4000" y="10000"/>
                </a:lnTo>
                <a:close/>
                <a:moveTo>
                  <a:pt x="20000" y="16000"/>
                </a:moveTo>
                <a:lnTo>
                  <a:pt x="6000" y="16000"/>
                </a:lnTo>
                <a:lnTo>
                  <a:pt x="6000" y="13000"/>
                </a:lnTo>
                <a:lnTo>
                  <a:pt x="2000" y="17000"/>
                </a:lnTo>
                <a:lnTo>
                  <a:pt x="6000" y="21000"/>
                </a:lnTo>
                <a:lnTo>
                  <a:pt x="6000" y="18000"/>
                </a:lnTo>
                <a:lnTo>
                  <a:pt x="20000" y="18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交换</a:t>
            </a:r>
          </a:p>
        </p:txBody>
      </p:sp>
      <p:sp>
        <p:nvSpPr>
          <p:cNvPr id="61" name="FLOW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1520"/>
                </a:moveTo>
                <a:lnTo>
                  <a:pt x="14040" y="11520"/>
                </a:lnTo>
                <a:lnTo>
                  <a:pt x="14040" y="9180"/>
                </a:lnTo>
                <a:lnTo>
                  <a:pt x="17160" y="12300"/>
                </a:lnTo>
                <a:lnTo>
                  <a:pt x="14040" y="15420"/>
                </a:lnTo>
                <a:lnTo>
                  <a:pt x="14040" y="13080"/>
                </a:lnTo>
                <a:lnTo>
                  <a:pt x="3120" y="13080"/>
                </a:lnTo>
                <a:close/>
                <a:moveTo>
                  <a:pt x="15600" y="17760"/>
                </a:moveTo>
                <a:lnTo>
                  <a:pt x="4680" y="17760"/>
                </a:lnTo>
                <a:lnTo>
                  <a:pt x="4680" y="15420"/>
                </a:lnTo>
                <a:lnTo>
                  <a:pt x="1560" y="18540"/>
                </a:lnTo>
                <a:lnTo>
                  <a:pt x="4680" y="21660"/>
                </a:lnTo>
                <a:lnTo>
                  <a:pt x="4680" y="19320"/>
                </a:lnTo>
                <a:lnTo>
                  <a:pt x="15600" y="1932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交换·已验证</a:t>
            </a:r>
          </a:p>
        </p:txBody>
      </p:sp>
      <p:sp>
        <p:nvSpPr>
          <p:cNvPr id="64" name="FLOW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1520"/>
                </a:moveTo>
                <a:lnTo>
                  <a:pt x="14040" y="11520"/>
                </a:lnTo>
                <a:lnTo>
                  <a:pt x="14040" y="9180"/>
                </a:lnTo>
                <a:lnTo>
                  <a:pt x="17160" y="12300"/>
                </a:lnTo>
                <a:lnTo>
                  <a:pt x="14040" y="15420"/>
                </a:lnTo>
                <a:lnTo>
                  <a:pt x="14040" y="13080"/>
                </a:lnTo>
                <a:lnTo>
                  <a:pt x="3120" y="13080"/>
                </a:lnTo>
                <a:close/>
                <a:moveTo>
                  <a:pt x="15600" y="17760"/>
                </a:moveTo>
                <a:lnTo>
                  <a:pt x="4680" y="17760"/>
                </a:lnTo>
                <a:lnTo>
                  <a:pt x="4680" y="15420"/>
                </a:lnTo>
                <a:lnTo>
                  <a:pt x="1560" y="18540"/>
                </a:lnTo>
                <a:lnTo>
                  <a:pt x="4680" y="21660"/>
                </a:lnTo>
                <a:lnTo>
                  <a:pt x="4680" y="19320"/>
                </a:lnTo>
                <a:lnTo>
                  <a:pt x="15600" y="19320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交换·同步</a:t>
            </a:r>
          </a:p>
        </p:txBody>
      </p:sp>
      <p:sp>
        <p:nvSpPr>
          <p:cNvPr id="67" name="FLOW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1520"/>
                </a:moveTo>
                <a:lnTo>
                  <a:pt x="14040" y="11520"/>
                </a:lnTo>
                <a:lnTo>
                  <a:pt x="14040" y="9180"/>
                </a:lnTo>
                <a:lnTo>
                  <a:pt x="17160" y="12300"/>
                </a:lnTo>
                <a:lnTo>
                  <a:pt x="14040" y="15420"/>
                </a:lnTo>
                <a:lnTo>
                  <a:pt x="14040" y="13080"/>
                </a:lnTo>
                <a:lnTo>
                  <a:pt x="3120" y="13080"/>
                </a:lnTo>
                <a:close/>
                <a:moveTo>
                  <a:pt x="15600" y="17760"/>
                </a:moveTo>
                <a:lnTo>
                  <a:pt x="4680" y="17760"/>
                </a:lnTo>
                <a:lnTo>
                  <a:pt x="4680" y="15420"/>
                </a:lnTo>
                <a:lnTo>
                  <a:pt x="1560" y="18540"/>
                </a:lnTo>
                <a:lnTo>
                  <a:pt x="4680" y="21660"/>
                </a:lnTo>
                <a:lnTo>
                  <a:pt x="4680" y="19320"/>
                </a:lnTo>
                <a:lnTo>
                  <a:pt x="15600" y="1932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交换·新增</a:t>
            </a:r>
          </a:p>
        </p:txBody>
      </p:sp>
      <p:sp>
        <p:nvSpPr>
          <p:cNvPr id="70" name="FLOW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1520"/>
                </a:moveTo>
                <a:lnTo>
                  <a:pt x="14040" y="11520"/>
                </a:lnTo>
                <a:lnTo>
                  <a:pt x="14040" y="9180"/>
                </a:lnTo>
                <a:lnTo>
                  <a:pt x="17160" y="12300"/>
                </a:lnTo>
                <a:lnTo>
                  <a:pt x="14040" y="15420"/>
                </a:lnTo>
                <a:lnTo>
                  <a:pt x="14040" y="13080"/>
                </a:lnTo>
                <a:lnTo>
                  <a:pt x="3120" y="13080"/>
                </a:lnTo>
                <a:close/>
                <a:moveTo>
                  <a:pt x="15600" y="17760"/>
                </a:moveTo>
                <a:lnTo>
                  <a:pt x="4680" y="17760"/>
                </a:lnTo>
                <a:lnTo>
                  <a:pt x="4680" y="15420"/>
                </a:lnTo>
                <a:lnTo>
                  <a:pt x="1560" y="18540"/>
                </a:lnTo>
                <a:lnTo>
                  <a:pt x="4680" y="21660"/>
                </a:lnTo>
                <a:lnTo>
                  <a:pt x="4680" y="19320"/>
                </a:lnTo>
                <a:lnTo>
                  <a:pt x="15600" y="19320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交换·可配置</a:t>
            </a:r>
          </a:p>
        </p:txBody>
      </p:sp>
      <p:sp>
        <p:nvSpPr>
          <p:cNvPr id="73" name="FLOW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11520"/>
                </a:moveTo>
                <a:lnTo>
                  <a:pt x="14040" y="11520"/>
                </a:lnTo>
                <a:lnTo>
                  <a:pt x="14040" y="9180"/>
                </a:lnTo>
                <a:lnTo>
                  <a:pt x="17160" y="12300"/>
                </a:lnTo>
                <a:lnTo>
                  <a:pt x="14040" y="15420"/>
                </a:lnTo>
                <a:lnTo>
                  <a:pt x="14040" y="13080"/>
                </a:lnTo>
                <a:lnTo>
                  <a:pt x="3120" y="13080"/>
                </a:lnTo>
                <a:close/>
                <a:moveTo>
                  <a:pt x="15600" y="17760"/>
                </a:moveTo>
                <a:lnTo>
                  <a:pt x="4680" y="17760"/>
                </a:lnTo>
                <a:lnTo>
                  <a:pt x="4680" y="15420"/>
                </a:lnTo>
                <a:lnTo>
                  <a:pt x="1560" y="18540"/>
                </a:lnTo>
                <a:lnTo>
                  <a:pt x="4680" y="21660"/>
                </a:lnTo>
                <a:lnTo>
                  <a:pt x="4680" y="19320"/>
                </a:lnTo>
                <a:lnTo>
                  <a:pt x="15600" y="1932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交换·定时</a:t>
            </a:r>
          </a:p>
        </p:txBody>
      </p:sp>
      <p:sp>
        <p:nvSpPr>
          <p:cNvPr id="76" name="FLOW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00" y="13000"/>
                </a:moveTo>
                <a:cubicBezTo>
                  <a:pt x="5000" y="13000"/>
                  <a:pt x="4000" y="12000"/>
                  <a:pt x="4000" y="10000"/>
                </a:cubicBezTo>
                <a:cubicBezTo>
                  <a:pt x="4000" y="8000"/>
                  <a:pt x="5000" y="7000"/>
                  <a:pt x="7000" y="7000"/>
                </a:cubicBezTo>
                <a:lnTo>
                  <a:pt x="11000" y="7000"/>
                </a:lnTo>
                <a:lnTo>
                  <a:pt x="11000" y="9000"/>
                </a:lnTo>
                <a:lnTo>
                  <a:pt x="7000" y="9000"/>
                </a:lnTo>
                <a:cubicBezTo>
                  <a:pt x="6000" y="9000"/>
                  <a:pt x="6000" y="9500"/>
                  <a:pt x="6000" y="10000"/>
                </a:cubicBezTo>
                <a:cubicBezTo>
                  <a:pt x="6000" y="11000"/>
                  <a:pt x="6000" y="11000"/>
                  <a:pt x="7000" y="11000"/>
                </a:cubicBezTo>
                <a:lnTo>
                  <a:pt x="9000" y="11000"/>
                </a:lnTo>
                <a:lnTo>
                  <a:pt x="9000" y="13000"/>
                </a:lnTo>
                <a:close/>
                <a:moveTo>
                  <a:pt x="17000" y="11000"/>
                </a:moveTo>
                <a:cubicBezTo>
                  <a:pt x="19000" y="11000"/>
                  <a:pt x="20000" y="12000"/>
                  <a:pt x="20000" y="14000"/>
                </a:cubicBezTo>
                <a:cubicBezTo>
                  <a:pt x="20000" y="16000"/>
                  <a:pt x="19000" y="17000"/>
                  <a:pt x="17000" y="17000"/>
                </a:cubicBezTo>
                <a:lnTo>
                  <a:pt x="13000" y="17000"/>
                </a:lnTo>
                <a:lnTo>
                  <a:pt x="13000" y="15000"/>
                </a:lnTo>
                <a:lnTo>
                  <a:pt x="17000" y="15000"/>
                </a:lnTo>
                <a:cubicBezTo>
                  <a:pt x="18000" y="15000"/>
                  <a:pt x="18000" y="14500"/>
                  <a:pt x="18000" y="14000"/>
                </a:cubicBezTo>
                <a:cubicBezTo>
                  <a:pt x="18000" y="13000"/>
                  <a:pt x="18000" y="13000"/>
                  <a:pt x="17000" y="13000"/>
                </a:cubicBezTo>
                <a:lnTo>
                  <a:pt x="15000" y="13000"/>
                </a:lnTo>
                <a:lnTo>
                  <a:pt x="15000" y="11000"/>
                </a:lnTo>
                <a:close/>
                <a:moveTo>
                  <a:pt x="8300" y="11000"/>
                </a:moveTo>
                <a:lnTo>
                  <a:pt x="15700" y="11000"/>
                </a:lnTo>
                <a:cubicBezTo>
                  <a:pt x="15866" y="11000"/>
                  <a:pt x="16000" y="11134"/>
                  <a:pt x="16000" y="11300"/>
                </a:cubicBezTo>
                <a:lnTo>
                  <a:pt x="16000" y="12700"/>
                </a:lnTo>
                <a:cubicBezTo>
                  <a:pt x="16000" y="12866"/>
                  <a:pt x="15866" y="13000"/>
                  <a:pt x="15700" y="13000"/>
                </a:cubicBezTo>
                <a:lnTo>
                  <a:pt x="8300" y="13000"/>
                </a:lnTo>
                <a:cubicBezTo>
                  <a:pt x="8134" y="13000"/>
                  <a:pt x="8000" y="12866"/>
                  <a:pt x="8000" y="12700"/>
                </a:cubicBezTo>
                <a:lnTo>
                  <a:pt x="8000" y="11300"/>
                </a:lnTo>
                <a:cubicBezTo>
                  <a:pt x="8000" y="11134"/>
                  <a:pt x="8134" y="11000"/>
                  <a:pt x="8300" y="1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链条衔接</a:t>
            </a:r>
          </a:p>
        </p:txBody>
      </p:sp>
      <p:sp>
        <p:nvSpPr>
          <p:cNvPr id="79" name="FLOW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5420"/>
                </a:moveTo>
                <a:cubicBezTo>
                  <a:pt x="3900" y="15420"/>
                  <a:pt x="3120" y="14640"/>
                  <a:pt x="3120" y="13080"/>
                </a:cubicBezTo>
                <a:cubicBezTo>
                  <a:pt x="3120" y="11520"/>
                  <a:pt x="3900" y="10740"/>
                  <a:pt x="5460" y="10740"/>
                </a:cubicBezTo>
                <a:lnTo>
                  <a:pt x="8580" y="10740"/>
                </a:lnTo>
                <a:lnTo>
                  <a:pt x="8580" y="12300"/>
                </a:lnTo>
                <a:lnTo>
                  <a:pt x="5460" y="12300"/>
                </a:lnTo>
                <a:cubicBezTo>
                  <a:pt x="4680" y="12300"/>
                  <a:pt x="4680" y="12690"/>
                  <a:pt x="4680" y="13080"/>
                </a:cubicBezTo>
                <a:cubicBezTo>
                  <a:pt x="4680" y="13860"/>
                  <a:pt x="4680" y="13860"/>
                  <a:pt x="5460" y="13860"/>
                </a:cubicBezTo>
                <a:lnTo>
                  <a:pt x="7020" y="13860"/>
                </a:lnTo>
                <a:lnTo>
                  <a:pt x="7020" y="15420"/>
                </a:lnTo>
                <a:close/>
                <a:moveTo>
                  <a:pt x="13260" y="13860"/>
                </a:moveTo>
                <a:cubicBezTo>
                  <a:pt x="14820" y="13860"/>
                  <a:pt x="15600" y="14640"/>
                  <a:pt x="15600" y="16200"/>
                </a:cubicBezTo>
                <a:cubicBezTo>
                  <a:pt x="15600" y="17760"/>
                  <a:pt x="14820" y="18540"/>
                  <a:pt x="13260" y="18540"/>
                </a:cubicBezTo>
                <a:lnTo>
                  <a:pt x="10140" y="18540"/>
                </a:lnTo>
                <a:lnTo>
                  <a:pt x="10140" y="16980"/>
                </a:lnTo>
                <a:lnTo>
                  <a:pt x="13260" y="16980"/>
                </a:lnTo>
                <a:cubicBezTo>
                  <a:pt x="14040" y="16980"/>
                  <a:pt x="14040" y="16590"/>
                  <a:pt x="14040" y="16200"/>
                </a:cubicBezTo>
                <a:cubicBezTo>
                  <a:pt x="14040" y="15420"/>
                  <a:pt x="14040" y="15420"/>
                  <a:pt x="13260" y="15420"/>
                </a:cubicBezTo>
                <a:lnTo>
                  <a:pt x="11700" y="15420"/>
                </a:lnTo>
                <a:lnTo>
                  <a:pt x="11700" y="13860"/>
                </a:lnTo>
                <a:close/>
                <a:moveTo>
                  <a:pt x="6474" y="13860"/>
                </a:moveTo>
                <a:lnTo>
                  <a:pt x="12246" y="13860"/>
                </a:lnTo>
                <a:cubicBezTo>
                  <a:pt x="12375" y="13860"/>
                  <a:pt x="12480" y="13965"/>
                  <a:pt x="12480" y="1409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6474" y="15420"/>
                </a:lnTo>
                <a:cubicBezTo>
                  <a:pt x="6345" y="15420"/>
                  <a:pt x="6240" y="15315"/>
                  <a:pt x="6240" y="15186"/>
                </a:cubicBezTo>
                <a:lnTo>
                  <a:pt x="6240" y="14094"/>
                </a:lnTo>
                <a:cubicBezTo>
                  <a:pt x="6240" y="13965"/>
                  <a:pt x="6345" y="13860"/>
                  <a:pt x="6474" y="138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链条衔接·已验证</a:t>
            </a:r>
          </a:p>
        </p:txBody>
      </p:sp>
      <p:sp>
        <p:nvSpPr>
          <p:cNvPr id="82" name="FLOW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5420"/>
                </a:moveTo>
                <a:cubicBezTo>
                  <a:pt x="3900" y="15420"/>
                  <a:pt x="3120" y="14640"/>
                  <a:pt x="3120" y="13080"/>
                </a:cubicBezTo>
                <a:cubicBezTo>
                  <a:pt x="3120" y="11520"/>
                  <a:pt x="3900" y="10740"/>
                  <a:pt x="5460" y="10740"/>
                </a:cubicBezTo>
                <a:lnTo>
                  <a:pt x="8580" y="10740"/>
                </a:lnTo>
                <a:lnTo>
                  <a:pt x="8580" y="12300"/>
                </a:lnTo>
                <a:lnTo>
                  <a:pt x="5460" y="12300"/>
                </a:lnTo>
                <a:cubicBezTo>
                  <a:pt x="4680" y="12300"/>
                  <a:pt x="4680" y="12690"/>
                  <a:pt x="4680" y="13080"/>
                </a:cubicBezTo>
                <a:cubicBezTo>
                  <a:pt x="4680" y="13860"/>
                  <a:pt x="4680" y="13860"/>
                  <a:pt x="5460" y="13860"/>
                </a:cubicBezTo>
                <a:lnTo>
                  <a:pt x="7020" y="13860"/>
                </a:lnTo>
                <a:lnTo>
                  <a:pt x="7020" y="15420"/>
                </a:lnTo>
                <a:close/>
                <a:moveTo>
                  <a:pt x="13260" y="13860"/>
                </a:moveTo>
                <a:cubicBezTo>
                  <a:pt x="14820" y="13860"/>
                  <a:pt x="15600" y="14640"/>
                  <a:pt x="15600" y="16200"/>
                </a:cubicBezTo>
                <a:cubicBezTo>
                  <a:pt x="15600" y="17760"/>
                  <a:pt x="14820" y="18540"/>
                  <a:pt x="13260" y="18540"/>
                </a:cubicBezTo>
                <a:lnTo>
                  <a:pt x="10140" y="18540"/>
                </a:lnTo>
                <a:lnTo>
                  <a:pt x="10140" y="16980"/>
                </a:lnTo>
                <a:lnTo>
                  <a:pt x="13260" y="16980"/>
                </a:lnTo>
                <a:cubicBezTo>
                  <a:pt x="14040" y="16980"/>
                  <a:pt x="14040" y="16590"/>
                  <a:pt x="14040" y="16200"/>
                </a:cubicBezTo>
                <a:cubicBezTo>
                  <a:pt x="14040" y="15420"/>
                  <a:pt x="14040" y="15420"/>
                  <a:pt x="13260" y="15420"/>
                </a:cubicBezTo>
                <a:lnTo>
                  <a:pt x="11700" y="15420"/>
                </a:lnTo>
                <a:lnTo>
                  <a:pt x="11700" y="13860"/>
                </a:lnTo>
                <a:close/>
                <a:moveTo>
                  <a:pt x="6474" y="13860"/>
                </a:moveTo>
                <a:lnTo>
                  <a:pt x="12246" y="13860"/>
                </a:lnTo>
                <a:cubicBezTo>
                  <a:pt x="12375" y="13860"/>
                  <a:pt x="12480" y="13965"/>
                  <a:pt x="12480" y="1409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6474" y="15420"/>
                </a:lnTo>
                <a:cubicBezTo>
                  <a:pt x="6345" y="15420"/>
                  <a:pt x="6240" y="15315"/>
                  <a:pt x="6240" y="15186"/>
                </a:cubicBezTo>
                <a:lnTo>
                  <a:pt x="6240" y="14094"/>
                </a:lnTo>
                <a:cubicBezTo>
                  <a:pt x="6240" y="13965"/>
                  <a:pt x="6345" y="13860"/>
                  <a:pt x="6474" y="1386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链条衔接·同步</a:t>
            </a:r>
          </a:p>
        </p:txBody>
      </p:sp>
      <p:sp>
        <p:nvSpPr>
          <p:cNvPr id="85" name="FLOW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5420"/>
                </a:moveTo>
                <a:cubicBezTo>
                  <a:pt x="3900" y="15420"/>
                  <a:pt x="3120" y="14640"/>
                  <a:pt x="3120" y="13080"/>
                </a:cubicBezTo>
                <a:cubicBezTo>
                  <a:pt x="3120" y="11520"/>
                  <a:pt x="3900" y="10740"/>
                  <a:pt x="5460" y="10740"/>
                </a:cubicBezTo>
                <a:lnTo>
                  <a:pt x="8580" y="10740"/>
                </a:lnTo>
                <a:lnTo>
                  <a:pt x="8580" y="12300"/>
                </a:lnTo>
                <a:lnTo>
                  <a:pt x="5460" y="12300"/>
                </a:lnTo>
                <a:cubicBezTo>
                  <a:pt x="4680" y="12300"/>
                  <a:pt x="4680" y="12690"/>
                  <a:pt x="4680" y="13080"/>
                </a:cubicBezTo>
                <a:cubicBezTo>
                  <a:pt x="4680" y="13860"/>
                  <a:pt x="4680" y="13860"/>
                  <a:pt x="5460" y="13860"/>
                </a:cubicBezTo>
                <a:lnTo>
                  <a:pt x="7020" y="13860"/>
                </a:lnTo>
                <a:lnTo>
                  <a:pt x="7020" y="15420"/>
                </a:lnTo>
                <a:close/>
                <a:moveTo>
                  <a:pt x="13260" y="13860"/>
                </a:moveTo>
                <a:cubicBezTo>
                  <a:pt x="14820" y="13860"/>
                  <a:pt x="15600" y="14640"/>
                  <a:pt x="15600" y="16200"/>
                </a:cubicBezTo>
                <a:cubicBezTo>
                  <a:pt x="15600" y="17760"/>
                  <a:pt x="14820" y="18540"/>
                  <a:pt x="13260" y="18540"/>
                </a:cubicBezTo>
                <a:lnTo>
                  <a:pt x="10140" y="18540"/>
                </a:lnTo>
                <a:lnTo>
                  <a:pt x="10140" y="16980"/>
                </a:lnTo>
                <a:lnTo>
                  <a:pt x="13260" y="16980"/>
                </a:lnTo>
                <a:cubicBezTo>
                  <a:pt x="14040" y="16980"/>
                  <a:pt x="14040" y="16590"/>
                  <a:pt x="14040" y="16200"/>
                </a:cubicBezTo>
                <a:cubicBezTo>
                  <a:pt x="14040" y="15420"/>
                  <a:pt x="14040" y="15420"/>
                  <a:pt x="13260" y="15420"/>
                </a:cubicBezTo>
                <a:lnTo>
                  <a:pt x="11700" y="15420"/>
                </a:lnTo>
                <a:lnTo>
                  <a:pt x="11700" y="13860"/>
                </a:lnTo>
                <a:close/>
                <a:moveTo>
                  <a:pt x="6474" y="13860"/>
                </a:moveTo>
                <a:lnTo>
                  <a:pt x="12246" y="13860"/>
                </a:lnTo>
                <a:cubicBezTo>
                  <a:pt x="12375" y="13860"/>
                  <a:pt x="12480" y="13965"/>
                  <a:pt x="12480" y="1409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6474" y="15420"/>
                </a:lnTo>
                <a:cubicBezTo>
                  <a:pt x="6345" y="15420"/>
                  <a:pt x="6240" y="15315"/>
                  <a:pt x="6240" y="15186"/>
                </a:cubicBezTo>
                <a:lnTo>
                  <a:pt x="6240" y="14094"/>
                </a:lnTo>
                <a:cubicBezTo>
                  <a:pt x="6240" y="13965"/>
                  <a:pt x="6345" y="13860"/>
                  <a:pt x="6474" y="138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链条衔接·新增</a:t>
            </a:r>
          </a:p>
        </p:txBody>
      </p:sp>
      <p:sp>
        <p:nvSpPr>
          <p:cNvPr id="88" name="FLOW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5420"/>
                </a:moveTo>
                <a:cubicBezTo>
                  <a:pt x="3900" y="15420"/>
                  <a:pt x="3120" y="14640"/>
                  <a:pt x="3120" y="13080"/>
                </a:cubicBezTo>
                <a:cubicBezTo>
                  <a:pt x="3120" y="11520"/>
                  <a:pt x="3900" y="10740"/>
                  <a:pt x="5460" y="10740"/>
                </a:cubicBezTo>
                <a:lnTo>
                  <a:pt x="8580" y="10740"/>
                </a:lnTo>
                <a:lnTo>
                  <a:pt x="8580" y="12300"/>
                </a:lnTo>
                <a:lnTo>
                  <a:pt x="5460" y="12300"/>
                </a:lnTo>
                <a:cubicBezTo>
                  <a:pt x="4680" y="12300"/>
                  <a:pt x="4680" y="12690"/>
                  <a:pt x="4680" y="13080"/>
                </a:cubicBezTo>
                <a:cubicBezTo>
                  <a:pt x="4680" y="13860"/>
                  <a:pt x="4680" y="13860"/>
                  <a:pt x="5460" y="13860"/>
                </a:cubicBezTo>
                <a:lnTo>
                  <a:pt x="7020" y="13860"/>
                </a:lnTo>
                <a:lnTo>
                  <a:pt x="7020" y="15420"/>
                </a:lnTo>
                <a:close/>
                <a:moveTo>
                  <a:pt x="13260" y="13860"/>
                </a:moveTo>
                <a:cubicBezTo>
                  <a:pt x="14820" y="13860"/>
                  <a:pt x="15600" y="14640"/>
                  <a:pt x="15600" y="16200"/>
                </a:cubicBezTo>
                <a:cubicBezTo>
                  <a:pt x="15600" y="17760"/>
                  <a:pt x="14820" y="18540"/>
                  <a:pt x="13260" y="18540"/>
                </a:cubicBezTo>
                <a:lnTo>
                  <a:pt x="10140" y="18540"/>
                </a:lnTo>
                <a:lnTo>
                  <a:pt x="10140" y="16980"/>
                </a:lnTo>
                <a:lnTo>
                  <a:pt x="13260" y="16980"/>
                </a:lnTo>
                <a:cubicBezTo>
                  <a:pt x="14040" y="16980"/>
                  <a:pt x="14040" y="16590"/>
                  <a:pt x="14040" y="16200"/>
                </a:cubicBezTo>
                <a:cubicBezTo>
                  <a:pt x="14040" y="15420"/>
                  <a:pt x="14040" y="15420"/>
                  <a:pt x="13260" y="15420"/>
                </a:cubicBezTo>
                <a:lnTo>
                  <a:pt x="11700" y="15420"/>
                </a:lnTo>
                <a:lnTo>
                  <a:pt x="11700" y="13860"/>
                </a:lnTo>
                <a:close/>
                <a:moveTo>
                  <a:pt x="6474" y="13860"/>
                </a:moveTo>
                <a:lnTo>
                  <a:pt x="12246" y="13860"/>
                </a:lnTo>
                <a:cubicBezTo>
                  <a:pt x="12375" y="13860"/>
                  <a:pt x="12480" y="13965"/>
                  <a:pt x="12480" y="1409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6474" y="15420"/>
                </a:lnTo>
                <a:cubicBezTo>
                  <a:pt x="6345" y="15420"/>
                  <a:pt x="6240" y="15315"/>
                  <a:pt x="6240" y="15186"/>
                </a:cubicBezTo>
                <a:lnTo>
                  <a:pt x="6240" y="14094"/>
                </a:lnTo>
                <a:cubicBezTo>
                  <a:pt x="6240" y="13965"/>
                  <a:pt x="6345" y="13860"/>
                  <a:pt x="6474" y="13860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链条衔接·可配置</a:t>
            </a:r>
          </a:p>
        </p:txBody>
      </p:sp>
      <p:sp>
        <p:nvSpPr>
          <p:cNvPr id="91" name="FLOW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5420"/>
                </a:moveTo>
                <a:cubicBezTo>
                  <a:pt x="3900" y="15420"/>
                  <a:pt x="3120" y="14640"/>
                  <a:pt x="3120" y="13080"/>
                </a:cubicBezTo>
                <a:cubicBezTo>
                  <a:pt x="3120" y="11520"/>
                  <a:pt x="3900" y="10740"/>
                  <a:pt x="5460" y="10740"/>
                </a:cubicBezTo>
                <a:lnTo>
                  <a:pt x="8580" y="10740"/>
                </a:lnTo>
                <a:lnTo>
                  <a:pt x="8580" y="12300"/>
                </a:lnTo>
                <a:lnTo>
                  <a:pt x="5460" y="12300"/>
                </a:lnTo>
                <a:cubicBezTo>
                  <a:pt x="4680" y="12300"/>
                  <a:pt x="4680" y="12690"/>
                  <a:pt x="4680" y="13080"/>
                </a:cubicBezTo>
                <a:cubicBezTo>
                  <a:pt x="4680" y="13860"/>
                  <a:pt x="4680" y="13860"/>
                  <a:pt x="5460" y="13860"/>
                </a:cubicBezTo>
                <a:lnTo>
                  <a:pt x="7020" y="13860"/>
                </a:lnTo>
                <a:lnTo>
                  <a:pt x="7020" y="15420"/>
                </a:lnTo>
                <a:close/>
                <a:moveTo>
                  <a:pt x="13260" y="13860"/>
                </a:moveTo>
                <a:cubicBezTo>
                  <a:pt x="14820" y="13860"/>
                  <a:pt x="15600" y="14640"/>
                  <a:pt x="15600" y="16200"/>
                </a:cubicBezTo>
                <a:cubicBezTo>
                  <a:pt x="15600" y="17760"/>
                  <a:pt x="14820" y="18540"/>
                  <a:pt x="13260" y="18540"/>
                </a:cubicBezTo>
                <a:lnTo>
                  <a:pt x="10140" y="18540"/>
                </a:lnTo>
                <a:lnTo>
                  <a:pt x="10140" y="16980"/>
                </a:lnTo>
                <a:lnTo>
                  <a:pt x="13260" y="16980"/>
                </a:lnTo>
                <a:cubicBezTo>
                  <a:pt x="14040" y="16980"/>
                  <a:pt x="14040" y="16590"/>
                  <a:pt x="14040" y="16200"/>
                </a:cubicBezTo>
                <a:cubicBezTo>
                  <a:pt x="14040" y="15420"/>
                  <a:pt x="14040" y="15420"/>
                  <a:pt x="13260" y="15420"/>
                </a:cubicBezTo>
                <a:lnTo>
                  <a:pt x="11700" y="15420"/>
                </a:lnTo>
                <a:lnTo>
                  <a:pt x="11700" y="13860"/>
                </a:lnTo>
                <a:close/>
                <a:moveTo>
                  <a:pt x="6474" y="13860"/>
                </a:moveTo>
                <a:lnTo>
                  <a:pt x="12246" y="13860"/>
                </a:lnTo>
                <a:cubicBezTo>
                  <a:pt x="12375" y="13860"/>
                  <a:pt x="12480" y="13965"/>
                  <a:pt x="12480" y="1409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6474" y="15420"/>
                </a:lnTo>
                <a:cubicBezTo>
                  <a:pt x="6345" y="15420"/>
                  <a:pt x="6240" y="15315"/>
                  <a:pt x="6240" y="15186"/>
                </a:cubicBezTo>
                <a:lnTo>
                  <a:pt x="6240" y="14094"/>
                </a:lnTo>
                <a:cubicBezTo>
                  <a:pt x="6240" y="13965"/>
                  <a:pt x="6345" y="13860"/>
                  <a:pt x="6474" y="138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链条衔接·定时</a:t>
            </a:r>
          </a:p>
        </p:txBody>
      </p:sp>
      <p:sp>
        <p:nvSpPr>
          <p:cNvPr id="94" name="FLOW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2000"/>
                </a:moveTo>
                <a:lnTo>
                  <a:pt x="22000" y="12000"/>
                </a:lnTo>
                <a:lnTo>
                  <a:pt x="12000" y="22000"/>
                </a:lnTo>
                <a:lnTo>
                  <a:pt x="2000" y="12000"/>
                </a:lnTo>
                <a:close/>
                <a:moveTo>
                  <a:pt x="9600" y="11600"/>
                </a:moveTo>
                <a:lnTo>
                  <a:pt x="11000" y="13000"/>
                </a:lnTo>
                <a:lnTo>
                  <a:pt x="14500" y="9500"/>
                </a:lnTo>
                <a:moveTo>
                  <a:pt x="9105" y="12095"/>
                </a:moveTo>
                <a:lnTo>
                  <a:pt x="10505" y="13495"/>
                </a:lnTo>
                <a:lnTo>
                  <a:pt x="11495" y="12505"/>
                </a:lnTo>
                <a:lnTo>
                  <a:pt x="10095" y="11105"/>
                </a:lnTo>
                <a:close/>
                <a:moveTo>
                  <a:pt x="11495" y="13495"/>
                </a:moveTo>
                <a:lnTo>
                  <a:pt x="14995" y="9995"/>
                </a:lnTo>
                <a:lnTo>
                  <a:pt x="14005" y="9005"/>
                </a:lnTo>
                <a:lnTo>
                  <a:pt x="10505" y="12505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决策菱形</a:t>
            </a:r>
          </a:p>
        </p:txBody>
      </p:sp>
      <p:sp>
        <p:nvSpPr>
          <p:cNvPr id="97" name="FLOW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lnTo>
                  <a:pt x="17160" y="14640"/>
                </a:lnTo>
                <a:lnTo>
                  <a:pt x="9360" y="22440"/>
                </a:lnTo>
                <a:lnTo>
                  <a:pt x="1560" y="14640"/>
                </a:lnTo>
                <a:close/>
                <a:moveTo>
                  <a:pt x="7488" y="14328"/>
                </a:moveTo>
                <a:lnTo>
                  <a:pt x="8580" y="15420"/>
                </a:lnTo>
                <a:lnTo>
                  <a:pt x="11310" y="12690"/>
                </a:lnTo>
                <a:moveTo>
                  <a:pt x="7102" y="14714"/>
                </a:moveTo>
                <a:lnTo>
                  <a:pt x="8194" y="15806"/>
                </a:lnTo>
                <a:lnTo>
                  <a:pt x="8966" y="15034"/>
                </a:lnTo>
                <a:lnTo>
                  <a:pt x="7874" y="13942"/>
                </a:lnTo>
                <a:close/>
                <a:moveTo>
                  <a:pt x="8966" y="15806"/>
                </a:moveTo>
                <a:lnTo>
                  <a:pt x="11696" y="13076"/>
                </a:lnTo>
                <a:lnTo>
                  <a:pt x="10924" y="12304"/>
                </a:lnTo>
                <a:lnTo>
                  <a:pt x="8194" y="15034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决策菱形·已验证</a:t>
            </a:r>
          </a:p>
        </p:txBody>
      </p:sp>
      <p:sp>
        <p:nvSpPr>
          <p:cNvPr id="100" name="FLOW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lnTo>
                  <a:pt x="17160" y="14640"/>
                </a:lnTo>
                <a:lnTo>
                  <a:pt x="9360" y="22440"/>
                </a:lnTo>
                <a:lnTo>
                  <a:pt x="1560" y="14640"/>
                </a:lnTo>
                <a:close/>
                <a:moveTo>
                  <a:pt x="7488" y="14328"/>
                </a:moveTo>
                <a:lnTo>
                  <a:pt x="8580" y="15420"/>
                </a:lnTo>
                <a:lnTo>
                  <a:pt x="11310" y="12690"/>
                </a:lnTo>
                <a:moveTo>
                  <a:pt x="7102" y="14714"/>
                </a:moveTo>
                <a:lnTo>
                  <a:pt x="8194" y="15806"/>
                </a:lnTo>
                <a:lnTo>
                  <a:pt x="8966" y="15034"/>
                </a:lnTo>
                <a:lnTo>
                  <a:pt x="7874" y="13942"/>
                </a:lnTo>
                <a:close/>
                <a:moveTo>
                  <a:pt x="8966" y="15806"/>
                </a:moveTo>
                <a:lnTo>
                  <a:pt x="11696" y="13076"/>
                </a:lnTo>
                <a:lnTo>
                  <a:pt x="10924" y="12304"/>
                </a:lnTo>
                <a:lnTo>
                  <a:pt x="8194" y="15034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决策菱形·同步</a:t>
            </a:r>
          </a:p>
        </p:txBody>
      </p:sp>
      <p:sp>
        <p:nvSpPr>
          <p:cNvPr id="103" name="FLOW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lnTo>
                  <a:pt x="17160" y="14640"/>
                </a:lnTo>
                <a:lnTo>
                  <a:pt x="9360" y="22440"/>
                </a:lnTo>
                <a:lnTo>
                  <a:pt x="1560" y="14640"/>
                </a:lnTo>
                <a:close/>
                <a:moveTo>
                  <a:pt x="7488" y="14328"/>
                </a:moveTo>
                <a:lnTo>
                  <a:pt x="8580" y="15420"/>
                </a:lnTo>
                <a:lnTo>
                  <a:pt x="11310" y="12690"/>
                </a:lnTo>
                <a:moveTo>
                  <a:pt x="7102" y="14714"/>
                </a:moveTo>
                <a:lnTo>
                  <a:pt x="8194" y="15806"/>
                </a:lnTo>
                <a:lnTo>
                  <a:pt x="8966" y="15034"/>
                </a:lnTo>
                <a:lnTo>
                  <a:pt x="7874" y="13942"/>
                </a:lnTo>
                <a:close/>
                <a:moveTo>
                  <a:pt x="8966" y="15806"/>
                </a:moveTo>
                <a:lnTo>
                  <a:pt x="11696" y="13076"/>
                </a:lnTo>
                <a:lnTo>
                  <a:pt x="10924" y="12304"/>
                </a:lnTo>
                <a:lnTo>
                  <a:pt x="8194" y="15034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决策菱形·新增</a:t>
            </a:r>
          </a:p>
        </p:txBody>
      </p:sp>
      <p:sp>
        <p:nvSpPr>
          <p:cNvPr id="106" name="FLOW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lnTo>
                  <a:pt x="17160" y="14640"/>
                </a:lnTo>
                <a:lnTo>
                  <a:pt x="9360" y="22440"/>
                </a:lnTo>
                <a:lnTo>
                  <a:pt x="1560" y="14640"/>
                </a:lnTo>
                <a:close/>
                <a:moveTo>
                  <a:pt x="7488" y="14328"/>
                </a:moveTo>
                <a:lnTo>
                  <a:pt x="8580" y="15420"/>
                </a:lnTo>
                <a:lnTo>
                  <a:pt x="11310" y="12690"/>
                </a:lnTo>
                <a:moveTo>
                  <a:pt x="7102" y="14714"/>
                </a:moveTo>
                <a:lnTo>
                  <a:pt x="8194" y="15806"/>
                </a:lnTo>
                <a:lnTo>
                  <a:pt x="8966" y="15034"/>
                </a:lnTo>
                <a:lnTo>
                  <a:pt x="7874" y="13942"/>
                </a:lnTo>
                <a:close/>
                <a:moveTo>
                  <a:pt x="8966" y="15806"/>
                </a:moveTo>
                <a:lnTo>
                  <a:pt x="11696" y="13076"/>
                </a:lnTo>
                <a:lnTo>
                  <a:pt x="10924" y="12304"/>
                </a:lnTo>
                <a:lnTo>
                  <a:pt x="8194" y="15034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决策菱形·可配置</a:t>
            </a:r>
          </a:p>
        </p:txBody>
      </p:sp>
      <p:sp>
        <p:nvSpPr>
          <p:cNvPr id="109" name="FLOW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lnTo>
                  <a:pt x="17160" y="14640"/>
                </a:lnTo>
                <a:lnTo>
                  <a:pt x="9360" y="22440"/>
                </a:lnTo>
                <a:lnTo>
                  <a:pt x="1560" y="14640"/>
                </a:lnTo>
                <a:close/>
                <a:moveTo>
                  <a:pt x="7488" y="14328"/>
                </a:moveTo>
                <a:lnTo>
                  <a:pt x="8580" y="15420"/>
                </a:lnTo>
                <a:lnTo>
                  <a:pt x="11310" y="12690"/>
                </a:lnTo>
                <a:moveTo>
                  <a:pt x="7102" y="14714"/>
                </a:moveTo>
                <a:lnTo>
                  <a:pt x="8194" y="15806"/>
                </a:lnTo>
                <a:lnTo>
                  <a:pt x="8966" y="15034"/>
                </a:lnTo>
                <a:lnTo>
                  <a:pt x="7874" y="13942"/>
                </a:lnTo>
                <a:close/>
                <a:moveTo>
                  <a:pt x="8966" y="15806"/>
                </a:moveTo>
                <a:lnTo>
                  <a:pt x="11696" y="13076"/>
                </a:lnTo>
                <a:lnTo>
                  <a:pt x="10924" y="12304"/>
                </a:lnTo>
                <a:lnTo>
                  <a:pt x="8194" y="15034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决策菱形·定时</a:t>
            </a:r>
          </a:p>
        </p:txBody>
      </p:sp>
      <p:sp>
        <p:nvSpPr>
          <p:cNvPr id="112" name="FLOW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298" y="8057"/>
                </a:moveTo>
                <a:lnTo>
                  <a:pt x="13943" y="8178"/>
                </a:lnTo>
                <a:lnTo>
                  <a:pt x="13943" y="9822"/>
                </a:lnTo>
                <a:lnTo>
                  <a:pt x="12298" y="9943"/>
                </a:lnTo>
                <a:lnTo>
                  <a:pt x="11706" y="11372"/>
                </a:lnTo>
                <a:lnTo>
                  <a:pt x="12784" y="12621"/>
                </a:lnTo>
                <a:lnTo>
                  <a:pt x="11621" y="13784"/>
                </a:lnTo>
                <a:lnTo>
                  <a:pt x="10372" y="12706"/>
                </a:lnTo>
                <a:lnTo>
                  <a:pt x="8943" y="13298"/>
                </a:lnTo>
                <a:lnTo>
                  <a:pt x="8822" y="14943"/>
                </a:lnTo>
                <a:lnTo>
                  <a:pt x="7178" y="14943"/>
                </a:lnTo>
                <a:lnTo>
                  <a:pt x="7057" y="13298"/>
                </a:lnTo>
                <a:lnTo>
                  <a:pt x="5628" y="12706"/>
                </a:lnTo>
                <a:lnTo>
                  <a:pt x="4379" y="13784"/>
                </a:lnTo>
                <a:lnTo>
                  <a:pt x="3216" y="12621"/>
                </a:lnTo>
                <a:lnTo>
                  <a:pt x="4294" y="11372"/>
                </a:lnTo>
                <a:lnTo>
                  <a:pt x="3702" y="9943"/>
                </a:lnTo>
                <a:lnTo>
                  <a:pt x="2057" y="9822"/>
                </a:lnTo>
                <a:lnTo>
                  <a:pt x="2057" y="8178"/>
                </a:lnTo>
                <a:lnTo>
                  <a:pt x="3702" y="8057"/>
                </a:lnTo>
                <a:lnTo>
                  <a:pt x="4294" y="6628"/>
                </a:lnTo>
                <a:lnTo>
                  <a:pt x="3216" y="5379"/>
                </a:lnTo>
                <a:lnTo>
                  <a:pt x="4379" y="4216"/>
                </a:lnTo>
                <a:lnTo>
                  <a:pt x="5628" y="5294"/>
                </a:lnTo>
                <a:lnTo>
                  <a:pt x="7057" y="4702"/>
                </a:lnTo>
                <a:lnTo>
                  <a:pt x="7178" y="3057"/>
                </a:lnTo>
                <a:lnTo>
                  <a:pt x="8822" y="3057"/>
                </a:lnTo>
                <a:lnTo>
                  <a:pt x="8943" y="4702"/>
                </a:lnTo>
                <a:lnTo>
                  <a:pt x="10372" y="5294"/>
                </a:lnTo>
                <a:lnTo>
                  <a:pt x="11621" y="4216"/>
                </a:lnTo>
                <a:lnTo>
                  <a:pt x="12784" y="5379"/>
                </a:lnTo>
                <a:lnTo>
                  <a:pt x="11706" y="6628"/>
                </a:lnTo>
                <a:close/>
                <a:moveTo>
                  <a:pt x="9600" y="9000"/>
                </a:moveTo>
                <a:cubicBezTo>
                  <a:pt x="9600" y="8116"/>
                  <a:pt x="8884" y="7400"/>
                  <a:pt x="8000" y="7400"/>
                </a:cubicBezTo>
                <a:cubicBezTo>
                  <a:pt x="7116" y="7400"/>
                  <a:pt x="6400" y="8116"/>
                  <a:pt x="6400" y="9000"/>
                </a:cubicBezTo>
                <a:cubicBezTo>
                  <a:pt x="6400" y="9884"/>
                  <a:pt x="7116" y="10600"/>
                  <a:pt x="8000" y="10600"/>
                </a:cubicBezTo>
                <a:cubicBezTo>
                  <a:pt x="8884" y="10600"/>
                  <a:pt x="9600" y="9884"/>
                  <a:pt x="9600" y="9000"/>
                </a:cubicBezTo>
                <a:close/>
                <a:moveTo>
                  <a:pt x="19516" y="15228"/>
                </a:moveTo>
                <a:lnTo>
                  <a:pt x="20953" y="15315"/>
                </a:lnTo>
                <a:lnTo>
                  <a:pt x="20953" y="16685"/>
                </a:lnTo>
                <a:lnTo>
                  <a:pt x="19516" y="16772"/>
                </a:lnTo>
                <a:lnTo>
                  <a:pt x="19032" y="17941"/>
                </a:lnTo>
                <a:lnTo>
                  <a:pt x="19987" y="19018"/>
                </a:lnTo>
                <a:lnTo>
                  <a:pt x="19018" y="19987"/>
                </a:lnTo>
                <a:lnTo>
                  <a:pt x="17941" y="19032"/>
                </a:lnTo>
                <a:lnTo>
                  <a:pt x="16772" y="19516"/>
                </a:lnTo>
                <a:lnTo>
                  <a:pt x="16685" y="20953"/>
                </a:lnTo>
                <a:lnTo>
                  <a:pt x="15315" y="20953"/>
                </a:lnTo>
                <a:lnTo>
                  <a:pt x="15228" y="19516"/>
                </a:lnTo>
                <a:lnTo>
                  <a:pt x="14059" y="19032"/>
                </a:lnTo>
                <a:lnTo>
                  <a:pt x="12982" y="19987"/>
                </a:lnTo>
                <a:lnTo>
                  <a:pt x="12013" y="19018"/>
                </a:lnTo>
                <a:lnTo>
                  <a:pt x="12968" y="17941"/>
                </a:lnTo>
                <a:lnTo>
                  <a:pt x="12484" y="16772"/>
                </a:lnTo>
                <a:lnTo>
                  <a:pt x="11047" y="16685"/>
                </a:lnTo>
                <a:lnTo>
                  <a:pt x="11047" y="15315"/>
                </a:lnTo>
                <a:lnTo>
                  <a:pt x="12484" y="15228"/>
                </a:lnTo>
                <a:lnTo>
                  <a:pt x="12968" y="14059"/>
                </a:lnTo>
                <a:lnTo>
                  <a:pt x="12013" y="12982"/>
                </a:lnTo>
                <a:lnTo>
                  <a:pt x="12982" y="12013"/>
                </a:lnTo>
                <a:lnTo>
                  <a:pt x="14059" y="12968"/>
                </a:lnTo>
                <a:lnTo>
                  <a:pt x="15228" y="12484"/>
                </a:lnTo>
                <a:lnTo>
                  <a:pt x="15315" y="11047"/>
                </a:lnTo>
                <a:lnTo>
                  <a:pt x="16685" y="11047"/>
                </a:lnTo>
                <a:lnTo>
                  <a:pt x="16772" y="12484"/>
                </a:lnTo>
                <a:lnTo>
                  <a:pt x="17941" y="12968"/>
                </a:lnTo>
                <a:lnTo>
                  <a:pt x="19018" y="12013"/>
                </a:lnTo>
                <a:lnTo>
                  <a:pt x="19987" y="12982"/>
                </a:lnTo>
                <a:lnTo>
                  <a:pt x="19032" y="14059"/>
                </a:lnTo>
                <a:close/>
                <a:moveTo>
                  <a:pt x="17400" y="16000"/>
                </a:moveTo>
                <a:cubicBezTo>
                  <a:pt x="17400" y="15227"/>
                  <a:pt x="16773" y="14600"/>
                  <a:pt x="16000" y="14600"/>
                </a:cubicBezTo>
                <a:cubicBezTo>
                  <a:pt x="15227" y="14600"/>
                  <a:pt x="14600" y="15227"/>
                  <a:pt x="14600" y="16000"/>
                </a:cubicBezTo>
                <a:cubicBezTo>
                  <a:pt x="14600" y="16773"/>
                  <a:pt x="15227" y="17400"/>
                  <a:pt x="16000" y="17400"/>
                </a:cubicBezTo>
                <a:cubicBezTo>
                  <a:pt x="16773" y="17400"/>
                  <a:pt x="17400" y="16773"/>
                  <a:pt x="17400" y="16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齿轮联动</a:t>
            </a:r>
          </a:p>
        </p:txBody>
      </p:sp>
      <p:sp>
        <p:nvSpPr>
          <p:cNvPr id="115" name="FLOW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592" y="11564"/>
                </a:moveTo>
                <a:lnTo>
                  <a:pt x="10876" y="11659"/>
                </a:lnTo>
                <a:lnTo>
                  <a:pt x="10876" y="12941"/>
                </a:lnTo>
                <a:lnTo>
                  <a:pt x="9592" y="13036"/>
                </a:lnTo>
                <a:lnTo>
                  <a:pt x="9130" y="14150"/>
                </a:lnTo>
                <a:lnTo>
                  <a:pt x="9971" y="15125"/>
                </a:lnTo>
                <a:lnTo>
                  <a:pt x="9065" y="16031"/>
                </a:lnTo>
                <a:lnTo>
                  <a:pt x="8090" y="15190"/>
                </a:lnTo>
                <a:lnTo>
                  <a:pt x="6976" y="15652"/>
                </a:lnTo>
                <a:lnTo>
                  <a:pt x="6881" y="16936"/>
                </a:lnTo>
                <a:lnTo>
                  <a:pt x="5599" y="16936"/>
                </a:lnTo>
                <a:lnTo>
                  <a:pt x="5504" y="15652"/>
                </a:lnTo>
                <a:lnTo>
                  <a:pt x="4390" y="15190"/>
                </a:lnTo>
                <a:lnTo>
                  <a:pt x="3415" y="16031"/>
                </a:lnTo>
                <a:lnTo>
                  <a:pt x="2509" y="15125"/>
                </a:lnTo>
                <a:lnTo>
                  <a:pt x="3350" y="14150"/>
                </a:lnTo>
                <a:lnTo>
                  <a:pt x="2888" y="13036"/>
                </a:lnTo>
                <a:lnTo>
                  <a:pt x="1604" y="12941"/>
                </a:lnTo>
                <a:lnTo>
                  <a:pt x="1604" y="11659"/>
                </a:lnTo>
                <a:lnTo>
                  <a:pt x="2888" y="11564"/>
                </a:lnTo>
                <a:lnTo>
                  <a:pt x="3350" y="10450"/>
                </a:lnTo>
                <a:lnTo>
                  <a:pt x="2509" y="9475"/>
                </a:lnTo>
                <a:lnTo>
                  <a:pt x="3415" y="8569"/>
                </a:lnTo>
                <a:lnTo>
                  <a:pt x="4390" y="9410"/>
                </a:lnTo>
                <a:lnTo>
                  <a:pt x="5504" y="8948"/>
                </a:lnTo>
                <a:lnTo>
                  <a:pt x="5599" y="7664"/>
                </a:lnTo>
                <a:lnTo>
                  <a:pt x="6881" y="7664"/>
                </a:lnTo>
                <a:lnTo>
                  <a:pt x="6976" y="8948"/>
                </a:lnTo>
                <a:lnTo>
                  <a:pt x="8090" y="9410"/>
                </a:lnTo>
                <a:lnTo>
                  <a:pt x="9065" y="8569"/>
                </a:lnTo>
                <a:lnTo>
                  <a:pt x="9971" y="9475"/>
                </a:lnTo>
                <a:lnTo>
                  <a:pt x="9130" y="10450"/>
                </a:lnTo>
                <a:close/>
                <a:moveTo>
                  <a:pt x="7488" y="12300"/>
                </a:moveTo>
                <a:cubicBezTo>
                  <a:pt x="7488" y="11611"/>
                  <a:pt x="6929" y="11052"/>
                  <a:pt x="6240" y="11052"/>
                </a:cubicBezTo>
                <a:cubicBezTo>
                  <a:pt x="5551" y="11052"/>
                  <a:pt x="4992" y="11611"/>
                  <a:pt x="4992" y="12300"/>
                </a:cubicBezTo>
                <a:cubicBezTo>
                  <a:pt x="4992" y="12989"/>
                  <a:pt x="5551" y="13548"/>
                  <a:pt x="6240" y="13548"/>
                </a:cubicBezTo>
                <a:cubicBezTo>
                  <a:pt x="6929" y="13548"/>
                  <a:pt x="7488" y="12989"/>
                  <a:pt x="7488" y="12300"/>
                </a:cubicBezTo>
                <a:close/>
                <a:moveTo>
                  <a:pt x="15223" y="17158"/>
                </a:moveTo>
                <a:lnTo>
                  <a:pt x="16343" y="17226"/>
                </a:lnTo>
                <a:lnTo>
                  <a:pt x="16343" y="18294"/>
                </a:lnTo>
                <a:lnTo>
                  <a:pt x="15223" y="18362"/>
                </a:lnTo>
                <a:lnTo>
                  <a:pt x="14845" y="19274"/>
                </a:lnTo>
                <a:lnTo>
                  <a:pt x="15590" y="20114"/>
                </a:lnTo>
                <a:lnTo>
                  <a:pt x="14834" y="20870"/>
                </a:lnTo>
                <a:lnTo>
                  <a:pt x="13994" y="20125"/>
                </a:lnTo>
                <a:lnTo>
                  <a:pt x="13082" y="20503"/>
                </a:lnTo>
                <a:lnTo>
                  <a:pt x="13014" y="21623"/>
                </a:lnTo>
                <a:lnTo>
                  <a:pt x="11946" y="21623"/>
                </a:lnTo>
                <a:lnTo>
                  <a:pt x="11878" y="20503"/>
                </a:lnTo>
                <a:lnTo>
                  <a:pt x="10966" y="20125"/>
                </a:lnTo>
                <a:lnTo>
                  <a:pt x="10126" y="20870"/>
                </a:lnTo>
                <a:lnTo>
                  <a:pt x="9370" y="20114"/>
                </a:lnTo>
                <a:lnTo>
                  <a:pt x="10115" y="19274"/>
                </a:lnTo>
                <a:lnTo>
                  <a:pt x="9737" y="18362"/>
                </a:lnTo>
                <a:lnTo>
                  <a:pt x="8617" y="18294"/>
                </a:lnTo>
                <a:lnTo>
                  <a:pt x="8617" y="17226"/>
                </a:lnTo>
                <a:lnTo>
                  <a:pt x="9737" y="17158"/>
                </a:lnTo>
                <a:lnTo>
                  <a:pt x="10115" y="16246"/>
                </a:lnTo>
                <a:lnTo>
                  <a:pt x="9370" y="15406"/>
                </a:lnTo>
                <a:lnTo>
                  <a:pt x="10126" y="14650"/>
                </a:lnTo>
                <a:lnTo>
                  <a:pt x="10966" y="15395"/>
                </a:lnTo>
                <a:lnTo>
                  <a:pt x="11878" y="15017"/>
                </a:lnTo>
                <a:lnTo>
                  <a:pt x="11946" y="13897"/>
                </a:lnTo>
                <a:lnTo>
                  <a:pt x="13014" y="13897"/>
                </a:lnTo>
                <a:lnTo>
                  <a:pt x="13082" y="15017"/>
                </a:lnTo>
                <a:lnTo>
                  <a:pt x="13994" y="15395"/>
                </a:lnTo>
                <a:lnTo>
                  <a:pt x="14834" y="14650"/>
                </a:lnTo>
                <a:lnTo>
                  <a:pt x="15590" y="15406"/>
                </a:lnTo>
                <a:lnTo>
                  <a:pt x="14845" y="16246"/>
                </a:lnTo>
                <a:close/>
                <a:moveTo>
                  <a:pt x="13572" y="17760"/>
                </a:moveTo>
                <a:cubicBezTo>
                  <a:pt x="13572" y="17157"/>
                  <a:pt x="13083" y="16668"/>
                  <a:pt x="12480" y="16668"/>
                </a:cubicBezTo>
                <a:cubicBezTo>
                  <a:pt x="11877" y="16668"/>
                  <a:pt x="11388" y="17157"/>
                  <a:pt x="11388" y="17760"/>
                </a:cubicBezTo>
                <a:cubicBezTo>
                  <a:pt x="11388" y="18363"/>
                  <a:pt x="11877" y="18852"/>
                  <a:pt x="12480" y="18852"/>
                </a:cubicBezTo>
                <a:cubicBezTo>
                  <a:pt x="13083" y="18852"/>
                  <a:pt x="13572" y="18363"/>
                  <a:pt x="13572" y="177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齿轮联动·已验证</a:t>
            </a:r>
          </a:p>
        </p:txBody>
      </p:sp>
      <p:sp>
        <p:nvSpPr>
          <p:cNvPr id="118" name="FLOW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592" y="11564"/>
                </a:moveTo>
                <a:lnTo>
                  <a:pt x="10876" y="11659"/>
                </a:lnTo>
                <a:lnTo>
                  <a:pt x="10876" y="12941"/>
                </a:lnTo>
                <a:lnTo>
                  <a:pt x="9592" y="13036"/>
                </a:lnTo>
                <a:lnTo>
                  <a:pt x="9130" y="14150"/>
                </a:lnTo>
                <a:lnTo>
                  <a:pt x="9971" y="15125"/>
                </a:lnTo>
                <a:lnTo>
                  <a:pt x="9065" y="16031"/>
                </a:lnTo>
                <a:lnTo>
                  <a:pt x="8090" y="15190"/>
                </a:lnTo>
                <a:lnTo>
                  <a:pt x="6976" y="15652"/>
                </a:lnTo>
                <a:lnTo>
                  <a:pt x="6881" y="16936"/>
                </a:lnTo>
                <a:lnTo>
                  <a:pt x="5599" y="16936"/>
                </a:lnTo>
                <a:lnTo>
                  <a:pt x="5504" y="15652"/>
                </a:lnTo>
                <a:lnTo>
                  <a:pt x="4390" y="15190"/>
                </a:lnTo>
                <a:lnTo>
                  <a:pt x="3415" y="16031"/>
                </a:lnTo>
                <a:lnTo>
                  <a:pt x="2509" y="15125"/>
                </a:lnTo>
                <a:lnTo>
                  <a:pt x="3350" y="14150"/>
                </a:lnTo>
                <a:lnTo>
                  <a:pt x="2888" y="13036"/>
                </a:lnTo>
                <a:lnTo>
                  <a:pt x="1604" y="12941"/>
                </a:lnTo>
                <a:lnTo>
                  <a:pt x="1604" y="11659"/>
                </a:lnTo>
                <a:lnTo>
                  <a:pt x="2888" y="11564"/>
                </a:lnTo>
                <a:lnTo>
                  <a:pt x="3350" y="10450"/>
                </a:lnTo>
                <a:lnTo>
                  <a:pt x="2509" y="9475"/>
                </a:lnTo>
                <a:lnTo>
                  <a:pt x="3415" y="8569"/>
                </a:lnTo>
                <a:lnTo>
                  <a:pt x="4390" y="9410"/>
                </a:lnTo>
                <a:lnTo>
                  <a:pt x="5504" y="8948"/>
                </a:lnTo>
                <a:lnTo>
                  <a:pt x="5599" y="7664"/>
                </a:lnTo>
                <a:lnTo>
                  <a:pt x="6881" y="7664"/>
                </a:lnTo>
                <a:lnTo>
                  <a:pt x="6976" y="8948"/>
                </a:lnTo>
                <a:lnTo>
                  <a:pt x="8090" y="9410"/>
                </a:lnTo>
                <a:lnTo>
                  <a:pt x="9065" y="8569"/>
                </a:lnTo>
                <a:lnTo>
                  <a:pt x="9971" y="9475"/>
                </a:lnTo>
                <a:lnTo>
                  <a:pt x="9130" y="10450"/>
                </a:lnTo>
                <a:close/>
                <a:moveTo>
                  <a:pt x="7488" y="12300"/>
                </a:moveTo>
                <a:cubicBezTo>
                  <a:pt x="7488" y="11611"/>
                  <a:pt x="6929" y="11052"/>
                  <a:pt x="6240" y="11052"/>
                </a:cubicBezTo>
                <a:cubicBezTo>
                  <a:pt x="5551" y="11052"/>
                  <a:pt x="4992" y="11611"/>
                  <a:pt x="4992" y="12300"/>
                </a:cubicBezTo>
                <a:cubicBezTo>
                  <a:pt x="4992" y="12989"/>
                  <a:pt x="5551" y="13548"/>
                  <a:pt x="6240" y="13548"/>
                </a:cubicBezTo>
                <a:cubicBezTo>
                  <a:pt x="6929" y="13548"/>
                  <a:pt x="7488" y="12989"/>
                  <a:pt x="7488" y="12300"/>
                </a:cubicBezTo>
                <a:close/>
                <a:moveTo>
                  <a:pt x="15223" y="17158"/>
                </a:moveTo>
                <a:lnTo>
                  <a:pt x="16343" y="17226"/>
                </a:lnTo>
                <a:lnTo>
                  <a:pt x="16343" y="18294"/>
                </a:lnTo>
                <a:lnTo>
                  <a:pt x="15223" y="18362"/>
                </a:lnTo>
                <a:lnTo>
                  <a:pt x="14845" y="19274"/>
                </a:lnTo>
                <a:lnTo>
                  <a:pt x="15590" y="20114"/>
                </a:lnTo>
                <a:lnTo>
                  <a:pt x="14834" y="20870"/>
                </a:lnTo>
                <a:lnTo>
                  <a:pt x="13994" y="20125"/>
                </a:lnTo>
                <a:lnTo>
                  <a:pt x="13082" y="20503"/>
                </a:lnTo>
                <a:lnTo>
                  <a:pt x="13014" y="21623"/>
                </a:lnTo>
                <a:lnTo>
                  <a:pt x="11946" y="21623"/>
                </a:lnTo>
                <a:lnTo>
                  <a:pt x="11878" y="20503"/>
                </a:lnTo>
                <a:lnTo>
                  <a:pt x="10966" y="20125"/>
                </a:lnTo>
                <a:lnTo>
                  <a:pt x="10126" y="20870"/>
                </a:lnTo>
                <a:lnTo>
                  <a:pt x="9370" y="20114"/>
                </a:lnTo>
                <a:lnTo>
                  <a:pt x="10115" y="19274"/>
                </a:lnTo>
                <a:lnTo>
                  <a:pt x="9737" y="18362"/>
                </a:lnTo>
                <a:lnTo>
                  <a:pt x="8617" y="18294"/>
                </a:lnTo>
                <a:lnTo>
                  <a:pt x="8617" y="17226"/>
                </a:lnTo>
                <a:lnTo>
                  <a:pt x="9737" y="17158"/>
                </a:lnTo>
                <a:lnTo>
                  <a:pt x="10115" y="16246"/>
                </a:lnTo>
                <a:lnTo>
                  <a:pt x="9370" y="15406"/>
                </a:lnTo>
                <a:lnTo>
                  <a:pt x="10126" y="14650"/>
                </a:lnTo>
                <a:lnTo>
                  <a:pt x="10966" y="15395"/>
                </a:lnTo>
                <a:lnTo>
                  <a:pt x="11878" y="15017"/>
                </a:lnTo>
                <a:lnTo>
                  <a:pt x="11946" y="13897"/>
                </a:lnTo>
                <a:lnTo>
                  <a:pt x="13014" y="13897"/>
                </a:lnTo>
                <a:lnTo>
                  <a:pt x="13082" y="15017"/>
                </a:lnTo>
                <a:lnTo>
                  <a:pt x="13994" y="15395"/>
                </a:lnTo>
                <a:lnTo>
                  <a:pt x="14834" y="14650"/>
                </a:lnTo>
                <a:lnTo>
                  <a:pt x="15590" y="15406"/>
                </a:lnTo>
                <a:lnTo>
                  <a:pt x="14845" y="16246"/>
                </a:lnTo>
                <a:close/>
                <a:moveTo>
                  <a:pt x="13572" y="17760"/>
                </a:moveTo>
                <a:cubicBezTo>
                  <a:pt x="13572" y="17157"/>
                  <a:pt x="13083" y="16668"/>
                  <a:pt x="12480" y="16668"/>
                </a:cubicBezTo>
                <a:cubicBezTo>
                  <a:pt x="11877" y="16668"/>
                  <a:pt x="11388" y="17157"/>
                  <a:pt x="11388" y="17760"/>
                </a:cubicBezTo>
                <a:cubicBezTo>
                  <a:pt x="11388" y="18363"/>
                  <a:pt x="11877" y="18852"/>
                  <a:pt x="12480" y="18852"/>
                </a:cubicBezTo>
                <a:cubicBezTo>
                  <a:pt x="13083" y="18852"/>
                  <a:pt x="13572" y="18363"/>
                  <a:pt x="13572" y="1776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齿轮联动·同步</a:t>
            </a:r>
          </a:p>
        </p:txBody>
      </p:sp>
      <p:sp>
        <p:nvSpPr>
          <p:cNvPr id="121" name="FLOW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592" y="11564"/>
                </a:moveTo>
                <a:lnTo>
                  <a:pt x="10876" y="11659"/>
                </a:lnTo>
                <a:lnTo>
                  <a:pt x="10876" y="12941"/>
                </a:lnTo>
                <a:lnTo>
                  <a:pt x="9592" y="13036"/>
                </a:lnTo>
                <a:lnTo>
                  <a:pt x="9130" y="14150"/>
                </a:lnTo>
                <a:lnTo>
                  <a:pt x="9971" y="15125"/>
                </a:lnTo>
                <a:lnTo>
                  <a:pt x="9065" y="16031"/>
                </a:lnTo>
                <a:lnTo>
                  <a:pt x="8090" y="15190"/>
                </a:lnTo>
                <a:lnTo>
                  <a:pt x="6976" y="15652"/>
                </a:lnTo>
                <a:lnTo>
                  <a:pt x="6881" y="16936"/>
                </a:lnTo>
                <a:lnTo>
                  <a:pt x="5599" y="16936"/>
                </a:lnTo>
                <a:lnTo>
                  <a:pt x="5504" y="15652"/>
                </a:lnTo>
                <a:lnTo>
                  <a:pt x="4390" y="15190"/>
                </a:lnTo>
                <a:lnTo>
                  <a:pt x="3415" y="16031"/>
                </a:lnTo>
                <a:lnTo>
                  <a:pt x="2509" y="15125"/>
                </a:lnTo>
                <a:lnTo>
                  <a:pt x="3350" y="14150"/>
                </a:lnTo>
                <a:lnTo>
                  <a:pt x="2888" y="13036"/>
                </a:lnTo>
                <a:lnTo>
                  <a:pt x="1604" y="12941"/>
                </a:lnTo>
                <a:lnTo>
                  <a:pt x="1604" y="11659"/>
                </a:lnTo>
                <a:lnTo>
                  <a:pt x="2888" y="11564"/>
                </a:lnTo>
                <a:lnTo>
                  <a:pt x="3350" y="10450"/>
                </a:lnTo>
                <a:lnTo>
                  <a:pt x="2509" y="9475"/>
                </a:lnTo>
                <a:lnTo>
                  <a:pt x="3415" y="8569"/>
                </a:lnTo>
                <a:lnTo>
                  <a:pt x="4390" y="9410"/>
                </a:lnTo>
                <a:lnTo>
                  <a:pt x="5504" y="8948"/>
                </a:lnTo>
                <a:lnTo>
                  <a:pt x="5599" y="7664"/>
                </a:lnTo>
                <a:lnTo>
                  <a:pt x="6881" y="7664"/>
                </a:lnTo>
                <a:lnTo>
                  <a:pt x="6976" y="8948"/>
                </a:lnTo>
                <a:lnTo>
                  <a:pt x="8090" y="9410"/>
                </a:lnTo>
                <a:lnTo>
                  <a:pt x="9065" y="8569"/>
                </a:lnTo>
                <a:lnTo>
                  <a:pt x="9971" y="9475"/>
                </a:lnTo>
                <a:lnTo>
                  <a:pt x="9130" y="10450"/>
                </a:lnTo>
                <a:close/>
                <a:moveTo>
                  <a:pt x="7488" y="12300"/>
                </a:moveTo>
                <a:cubicBezTo>
                  <a:pt x="7488" y="11611"/>
                  <a:pt x="6929" y="11052"/>
                  <a:pt x="6240" y="11052"/>
                </a:cubicBezTo>
                <a:cubicBezTo>
                  <a:pt x="5551" y="11052"/>
                  <a:pt x="4992" y="11611"/>
                  <a:pt x="4992" y="12300"/>
                </a:cubicBezTo>
                <a:cubicBezTo>
                  <a:pt x="4992" y="12989"/>
                  <a:pt x="5551" y="13548"/>
                  <a:pt x="6240" y="13548"/>
                </a:cubicBezTo>
                <a:cubicBezTo>
                  <a:pt x="6929" y="13548"/>
                  <a:pt x="7488" y="12989"/>
                  <a:pt x="7488" y="12300"/>
                </a:cubicBezTo>
                <a:close/>
                <a:moveTo>
                  <a:pt x="15223" y="17158"/>
                </a:moveTo>
                <a:lnTo>
                  <a:pt x="16343" y="17226"/>
                </a:lnTo>
                <a:lnTo>
                  <a:pt x="16343" y="18294"/>
                </a:lnTo>
                <a:lnTo>
                  <a:pt x="15223" y="18362"/>
                </a:lnTo>
                <a:lnTo>
                  <a:pt x="14845" y="19274"/>
                </a:lnTo>
                <a:lnTo>
                  <a:pt x="15590" y="20114"/>
                </a:lnTo>
                <a:lnTo>
                  <a:pt x="14834" y="20870"/>
                </a:lnTo>
                <a:lnTo>
                  <a:pt x="13994" y="20125"/>
                </a:lnTo>
                <a:lnTo>
                  <a:pt x="13082" y="20503"/>
                </a:lnTo>
                <a:lnTo>
                  <a:pt x="13014" y="21623"/>
                </a:lnTo>
                <a:lnTo>
                  <a:pt x="11946" y="21623"/>
                </a:lnTo>
                <a:lnTo>
                  <a:pt x="11878" y="20503"/>
                </a:lnTo>
                <a:lnTo>
                  <a:pt x="10966" y="20125"/>
                </a:lnTo>
                <a:lnTo>
                  <a:pt x="10126" y="20870"/>
                </a:lnTo>
                <a:lnTo>
                  <a:pt x="9370" y="20114"/>
                </a:lnTo>
                <a:lnTo>
                  <a:pt x="10115" y="19274"/>
                </a:lnTo>
                <a:lnTo>
                  <a:pt x="9737" y="18362"/>
                </a:lnTo>
                <a:lnTo>
                  <a:pt x="8617" y="18294"/>
                </a:lnTo>
                <a:lnTo>
                  <a:pt x="8617" y="17226"/>
                </a:lnTo>
                <a:lnTo>
                  <a:pt x="9737" y="17158"/>
                </a:lnTo>
                <a:lnTo>
                  <a:pt x="10115" y="16246"/>
                </a:lnTo>
                <a:lnTo>
                  <a:pt x="9370" y="15406"/>
                </a:lnTo>
                <a:lnTo>
                  <a:pt x="10126" y="14650"/>
                </a:lnTo>
                <a:lnTo>
                  <a:pt x="10966" y="15395"/>
                </a:lnTo>
                <a:lnTo>
                  <a:pt x="11878" y="15017"/>
                </a:lnTo>
                <a:lnTo>
                  <a:pt x="11946" y="13897"/>
                </a:lnTo>
                <a:lnTo>
                  <a:pt x="13014" y="13897"/>
                </a:lnTo>
                <a:lnTo>
                  <a:pt x="13082" y="15017"/>
                </a:lnTo>
                <a:lnTo>
                  <a:pt x="13994" y="15395"/>
                </a:lnTo>
                <a:lnTo>
                  <a:pt x="14834" y="14650"/>
                </a:lnTo>
                <a:lnTo>
                  <a:pt x="15590" y="15406"/>
                </a:lnTo>
                <a:lnTo>
                  <a:pt x="14845" y="16246"/>
                </a:lnTo>
                <a:close/>
                <a:moveTo>
                  <a:pt x="13572" y="17760"/>
                </a:moveTo>
                <a:cubicBezTo>
                  <a:pt x="13572" y="17157"/>
                  <a:pt x="13083" y="16668"/>
                  <a:pt x="12480" y="16668"/>
                </a:cubicBezTo>
                <a:cubicBezTo>
                  <a:pt x="11877" y="16668"/>
                  <a:pt x="11388" y="17157"/>
                  <a:pt x="11388" y="17760"/>
                </a:cubicBezTo>
                <a:cubicBezTo>
                  <a:pt x="11388" y="18363"/>
                  <a:pt x="11877" y="18852"/>
                  <a:pt x="12480" y="18852"/>
                </a:cubicBezTo>
                <a:cubicBezTo>
                  <a:pt x="13083" y="18852"/>
                  <a:pt x="13572" y="18363"/>
                  <a:pt x="13572" y="177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齿轮联动·新增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06_流程机制闭环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FLOW · 第 2/3 页 · 共 83 个</a:t>
            </a:r>
          </a:p>
        </p:txBody>
      </p:sp>
      <p:sp>
        <p:nvSpPr>
          <p:cNvPr id="4" name="FLOW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592" y="11564"/>
                </a:moveTo>
                <a:lnTo>
                  <a:pt x="10876" y="11659"/>
                </a:lnTo>
                <a:lnTo>
                  <a:pt x="10876" y="12941"/>
                </a:lnTo>
                <a:lnTo>
                  <a:pt x="9592" y="13036"/>
                </a:lnTo>
                <a:lnTo>
                  <a:pt x="9130" y="14150"/>
                </a:lnTo>
                <a:lnTo>
                  <a:pt x="9971" y="15125"/>
                </a:lnTo>
                <a:lnTo>
                  <a:pt x="9065" y="16031"/>
                </a:lnTo>
                <a:lnTo>
                  <a:pt x="8090" y="15190"/>
                </a:lnTo>
                <a:lnTo>
                  <a:pt x="6976" y="15652"/>
                </a:lnTo>
                <a:lnTo>
                  <a:pt x="6881" y="16936"/>
                </a:lnTo>
                <a:lnTo>
                  <a:pt x="5599" y="16936"/>
                </a:lnTo>
                <a:lnTo>
                  <a:pt x="5504" y="15652"/>
                </a:lnTo>
                <a:lnTo>
                  <a:pt x="4390" y="15190"/>
                </a:lnTo>
                <a:lnTo>
                  <a:pt x="3415" y="16031"/>
                </a:lnTo>
                <a:lnTo>
                  <a:pt x="2509" y="15125"/>
                </a:lnTo>
                <a:lnTo>
                  <a:pt x="3350" y="14150"/>
                </a:lnTo>
                <a:lnTo>
                  <a:pt x="2888" y="13036"/>
                </a:lnTo>
                <a:lnTo>
                  <a:pt x="1604" y="12941"/>
                </a:lnTo>
                <a:lnTo>
                  <a:pt x="1604" y="11659"/>
                </a:lnTo>
                <a:lnTo>
                  <a:pt x="2888" y="11564"/>
                </a:lnTo>
                <a:lnTo>
                  <a:pt x="3350" y="10450"/>
                </a:lnTo>
                <a:lnTo>
                  <a:pt x="2509" y="9475"/>
                </a:lnTo>
                <a:lnTo>
                  <a:pt x="3415" y="8569"/>
                </a:lnTo>
                <a:lnTo>
                  <a:pt x="4390" y="9410"/>
                </a:lnTo>
                <a:lnTo>
                  <a:pt x="5504" y="8948"/>
                </a:lnTo>
                <a:lnTo>
                  <a:pt x="5599" y="7664"/>
                </a:lnTo>
                <a:lnTo>
                  <a:pt x="6881" y="7664"/>
                </a:lnTo>
                <a:lnTo>
                  <a:pt x="6976" y="8948"/>
                </a:lnTo>
                <a:lnTo>
                  <a:pt x="8090" y="9410"/>
                </a:lnTo>
                <a:lnTo>
                  <a:pt x="9065" y="8569"/>
                </a:lnTo>
                <a:lnTo>
                  <a:pt x="9971" y="9475"/>
                </a:lnTo>
                <a:lnTo>
                  <a:pt x="9130" y="10450"/>
                </a:lnTo>
                <a:close/>
                <a:moveTo>
                  <a:pt x="7488" y="12300"/>
                </a:moveTo>
                <a:cubicBezTo>
                  <a:pt x="7488" y="11611"/>
                  <a:pt x="6929" y="11052"/>
                  <a:pt x="6240" y="11052"/>
                </a:cubicBezTo>
                <a:cubicBezTo>
                  <a:pt x="5551" y="11052"/>
                  <a:pt x="4992" y="11611"/>
                  <a:pt x="4992" y="12300"/>
                </a:cubicBezTo>
                <a:cubicBezTo>
                  <a:pt x="4992" y="12989"/>
                  <a:pt x="5551" y="13548"/>
                  <a:pt x="6240" y="13548"/>
                </a:cubicBezTo>
                <a:cubicBezTo>
                  <a:pt x="6929" y="13548"/>
                  <a:pt x="7488" y="12989"/>
                  <a:pt x="7488" y="12300"/>
                </a:cubicBezTo>
                <a:close/>
                <a:moveTo>
                  <a:pt x="15223" y="17158"/>
                </a:moveTo>
                <a:lnTo>
                  <a:pt x="16343" y="17226"/>
                </a:lnTo>
                <a:lnTo>
                  <a:pt x="16343" y="18294"/>
                </a:lnTo>
                <a:lnTo>
                  <a:pt x="15223" y="18362"/>
                </a:lnTo>
                <a:lnTo>
                  <a:pt x="14845" y="19274"/>
                </a:lnTo>
                <a:lnTo>
                  <a:pt x="15590" y="20114"/>
                </a:lnTo>
                <a:lnTo>
                  <a:pt x="14834" y="20870"/>
                </a:lnTo>
                <a:lnTo>
                  <a:pt x="13994" y="20125"/>
                </a:lnTo>
                <a:lnTo>
                  <a:pt x="13082" y="20503"/>
                </a:lnTo>
                <a:lnTo>
                  <a:pt x="13014" y="21623"/>
                </a:lnTo>
                <a:lnTo>
                  <a:pt x="11946" y="21623"/>
                </a:lnTo>
                <a:lnTo>
                  <a:pt x="11878" y="20503"/>
                </a:lnTo>
                <a:lnTo>
                  <a:pt x="10966" y="20125"/>
                </a:lnTo>
                <a:lnTo>
                  <a:pt x="10126" y="20870"/>
                </a:lnTo>
                <a:lnTo>
                  <a:pt x="9370" y="20114"/>
                </a:lnTo>
                <a:lnTo>
                  <a:pt x="10115" y="19274"/>
                </a:lnTo>
                <a:lnTo>
                  <a:pt x="9737" y="18362"/>
                </a:lnTo>
                <a:lnTo>
                  <a:pt x="8617" y="18294"/>
                </a:lnTo>
                <a:lnTo>
                  <a:pt x="8617" y="17226"/>
                </a:lnTo>
                <a:lnTo>
                  <a:pt x="9737" y="17158"/>
                </a:lnTo>
                <a:lnTo>
                  <a:pt x="10115" y="16246"/>
                </a:lnTo>
                <a:lnTo>
                  <a:pt x="9370" y="15406"/>
                </a:lnTo>
                <a:lnTo>
                  <a:pt x="10126" y="14650"/>
                </a:lnTo>
                <a:lnTo>
                  <a:pt x="10966" y="15395"/>
                </a:lnTo>
                <a:lnTo>
                  <a:pt x="11878" y="15017"/>
                </a:lnTo>
                <a:lnTo>
                  <a:pt x="11946" y="13897"/>
                </a:lnTo>
                <a:lnTo>
                  <a:pt x="13014" y="13897"/>
                </a:lnTo>
                <a:lnTo>
                  <a:pt x="13082" y="15017"/>
                </a:lnTo>
                <a:lnTo>
                  <a:pt x="13994" y="15395"/>
                </a:lnTo>
                <a:lnTo>
                  <a:pt x="14834" y="14650"/>
                </a:lnTo>
                <a:lnTo>
                  <a:pt x="15590" y="15406"/>
                </a:lnTo>
                <a:lnTo>
                  <a:pt x="14845" y="16246"/>
                </a:lnTo>
                <a:close/>
                <a:moveTo>
                  <a:pt x="13572" y="17760"/>
                </a:moveTo>
                <a:cubicBezTo>
                  <a:pt x="13572" y="17157"/>
                  <a:pt x="13083" y="16668"/>
                  <a:pt x="12480" y="16668"/>
                </a:cubicBezTo>
                <a:cubicBezTo>
                  <a:pt x="11877" y="16668"/>
                  <a:pt x="11388" y="17157"/>
                  <a:pt x="11388" y="17760"/>
                </a:cubicBezTo>
                <a:cubicBezTo>
                  <a:pt x="11388" y="18363"/>
                  <a:pt x="11877" y="18852"/>
                  <a:pt x="12480" y="18852"/>
                </a:cubicBezTo>
                <a:cubicBezTo>
                  <a:pt x="13083" y="18852"/>
                  <a:pt x="13572" y="18363"/>
                  <a:pt x="13572" y="17760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齿轮联动·可配置</a:t>
            </a:r>
          </a:p>
        </p:txBody>
      </p:sp>
      <p:sp>
        <p:nvSpPr>
          <p:cNvPr id="7" name="FLOW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592" y="11564"/>
                </a:moveTo>
                <a:lnTo>
                  <a:pt x="10876" y="11659"/>
                </a:lnTo>
                <a:lnTo>
                  <a:pt x="10876" y="12941"/>
                </a:lnTo>
                <a:lnTo>
                  <a:pt x="9592" y="13036"/>
                </a:lnTo>
                <a:lnTo>
                  <a:pt x="9130" y="14150"/>
                </a:lnTo>
                <a:lnTo>
                  <a:pt x="9971" y="15125"/>
                </a:lnTo>
                <a:lnTo>
                  <a:pt x="9065" y="16031"/>
                </a:lnTo>
                <a:lnTo>
                  <a:pt x="8090" y="15190"/>
                </a:lnTo>
                <a:lnTo>
                  <a:pt x="6976" y="15652"/>
                </a:lnTo>
                <a:lnTo>
                  <a:pt x="6881" y="16936"/>
                </a:lnTo>
                <a:lnTo>
                  <a:pt x="5599" y="16936"/>
                </a:lnTo>
                <a:lnTo>
                  <a:pt x="5504" y="15652"/>
                </a:lnTo>
                <a:lnTo>
                  <a:pt x="4390" y="15190"/>
                </a:lnTo>
                <a:lnTo>
                  <a:pt x="3415" y="16031"/>
                </a:lnTo>
                <a:lnTo>
                  <a:pt x="2509" y="15125"/>
                </a:lnTo>
                <a:lnTo>
                  <a:pt x="3350" y="14150"/>
                </a:lnTo>
                <a:lnTo>
                  <a:pt x="2888" y="13036"/>
                </a:lnTo>
                <a:lnTo>
                  <a:pt x="1604" y="12941"/>
                </a:lnTo>
                <a:lnTo>
                  <a:pt x="1604" y="11659"/>
                </a:lnTo>
                <a:lnTo>
                  <a:pt x="2888" y="11564"/>
                </a:lnTo>
                <a:lnTo>
                  <a:pt x="3350" y="10450"/>
                </a:lnTo>
                <a:lnTo>
                  <a:pt x="2509" y="9475"/>
                </a:lnTo>
                <a:lnTo>
                  <a:pt x="3415" y="8569"/>
                </a:lnTo>
                <a:lnTo>
                  <a:pt x="4390" y="9410"/>
                </a:lnTo>
                <a:lnTo>
                  <a:pt x="5504" y="8948"/>
                </a:lnTo>
                <a:lnTo>
                  <a:pt x="5599" y="7664"/>
                </a:lnTo>
                <a:lnTo>
                  <a:pt x="6881" y="7664"/>
                </a:lnTo>
                <a:lnTo>
                  <a:pt x="6976" y="8948"/>
                </a:lnTo>
                <a:lnTo>
                  <a:pt x="8090" y="9410"/>
                </a:lnTo>
                <a:lnTo>
                  <a:pt x="9065" y="8569"/>
                </a:lnTo>
                <a:lnTo>
                  <a:pt x="9971" y="9475"/>
                </a:lnTo>
                <a:lnTo>
                  <a:pt x="9130" y="10450"/>
                </a:lnTo>
                <a:close/>
                <a:moveTo>
                  <a:pt x="7488" y="12300"/>
                </a:moveTo>
                <a:cubicBezTo>
                  <a:pt x="7488" y="11611"/>
                  <a:pt x="6929" y="11052"/>
                  <a:pt x="6240" y="11052"/>
                </a:cubicBezTo>
                <a:cubicBezTo>
                  <a:pt x="5551" y="11052"/>
                  <a:pt x="4992" y="11611"/>
                  <a:pt x="4992" y="12300"/>
                </a:cubicBezTo>
                <a:cubicBezTo>
                  <a:pt x="4992" y="12989"/>
                  <a:pt x="5551" y="13548"/>
                  <a:pt x="6240" y="13548"/>
                </a:cubicBezTo>
                <a:cubicBezTo>
                  <a:pt x="6929" y="13548"/>
                  <a:pt x="7488" y="12989"/>
                  <a:pt x="7488" y="12300"/>
                </a:cubicBezTo>
                <a:close/>
                <a:moveTo>
                  <a:pt x="15223" y="17158"/>
                </a:moveTo>
                <a:lnTo>
                  <a:pt x="16343" y="17226"/>
                </a:lnTo>
                <a:lnTo>
                  <a:pt x="16343" y="18294"/>
                </a:lnTo>
                <a:lnTo>
                  <a:pt x="15223" y="18362"/>
                </a:lnTo>
                <a:lnTo>
                  <a:pt x="14845" y="19274"/>
                </a:lnTo>
                <a:lnTo>
                  <a:pt x="15590" y="20114"/>
                </a:lnTo>
                <a:lnTo>
                  <a:pt x="14834" y="20870"/>
                </a:lnTo>
                <a:lnTo>
                  <a:pt x="13994" y="20125"/>
                </a:lnTo>
                <a:lnTo>
                  <a:pt x="13082" y="20503"/>
                </a:lnTo>
                <a:lnTo>
                  <a:pt x="13014" y="21623"/>
                </a:lnTo>
                <a:lnTo>
                  <a:pt x="11946" y="21623"/>
                </a:lnTo>
                <a:lnTo>
                  <a:pt x="11878" y="20503"/>
                </a:lnTo>
                <a:lnTo>
                  <a:pt x="10966" y="20125"/>
                </a:lnTo>
                <a:lnTo>
                  <a:pt x="10126" y="20870"/>
                </a:lnTo>
                <a:lnTo>
                  <a:pt x="9370" y="20114"/>
                </a:lnTo>
                <a:lnTo>
                  <a:pt x="10115" y="19274"/>
                </a:lnTo>
                <a:lnTo>
                  <a:pt x="9737" y="18362"/>
                </a:lnTo>
                <a:lnTo>
                  <a:pt x="8617" y="18294"/>
                </a:lnTo>
                <a:lnTo>
                  <a:pt x="8617" y="17226"/>
                </a:lnTo>
                <a:lnTo>
                  <a:pt x="9737" y="17158"/>
                </a:lnTo>
                <a:lnTo>
                  <a:pt x="10115" y="16246"/>
                </a:lnTo>
                <a:lnTo>
                  <a:pt x="9370" y="15406"/>
                </a:lnTo>
                <a:lnTo>
                  <a:pt x="10126" y="14650"/>
                </a:lnTo>
                <a:lnTo>
                  <a:pt x="10966" y="15395"/>
                </a:lnTo>
                <a:lnTo>
                  <a:pt x="11878" y="15017"/>
                </a:lnTo>
                <a:lnTo>
                  <a:pt x="11946" y="13897"/>
                </a:lnTo>
                <a:lnTo>
                  <a:pt x="13014" y="13897"/>
                </a:lnTo>
                <a:lnTo>
                  <a:pt x="13082" y="15017"/>
                </a:lnTo>
                <a:lnTo>
                  <a:pt x="13994" y="15395"/>
                </a:lnTo>
                <a:lnTo>
                  <a:pt x="14834" y="14650"/>
                </a:lnTo>
                <a:lnTo>
                  <a:pt x="15590" y="15406"/>
                </a:lnTo>
                <a:lnTo>
                  <a:pt x="14845" y="16246"/>
                </a:lnTo>
                <a:close/>
                <a:moveTo>
                  <a:pt x="13572" y="17760"/>
                </a:moveTo>
                <a:cubicBezTo>
                  <a:pt x="13572" y="17157"/>
                  <a:pt x="13083" y="16668"/>
                  <a:pt x="12480" y="16668"/>
                </a:cubicBezTo>
                <a:cubicBezTo>
                  <a:pt x="11877" y="16668"/>
                  <a:pt x="11388" y="17157"/>
                  <a:pt x="11388" y="17760"/>
                </a:cubicBezTo>
                <a:cubicBezTo>
                  <a:pt x="11388" y="18363"/>
                  <a:pt x="11877" y="18852"/>
                  <a:pt x="12480" y="18852"/>
                </a:cubicBezTo>
                <a:cubicBezTo>
                  <a:pt x="13083" y="18852"/>
                  <a:pt x="13572" y="18363"/>
                  <a:pt x="13572" y="177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齿轮联动·定时</a:t>
            </a:r>
          </a:p>
        </p:txBody>
      </p:sp>
      <p:sp>
        <p:nvSpPr>
          <p:cNvPr id="10" name="FLOW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00" y="10000"/>
                </a:moveTo>
                <a:lnTo>
                  <a:pt x="8600" y="10000"/>
                </a:lnTo>
                <a:cubicBezTo>
                  <a:pt x="8821" y="10000"/>
                  <a:pt x="9000" y="10179"/>
                  <a:pt x="9000" y="10400"/>
                </a:cubicBezTo>
                <a:lnTo>
                  <a:pt x="9000" y="13600"/>
                </a:lnTo>
                <a:cubicBezTo>
                  <a:pt x="9000" y="13821"/>
                  <a:pt x="8821" y="14000"/>
                  <a:pt x="8600" y="14000"/>
                </a:cubicBezTo>
                <a:lnTo>
                  <a:pt x="2400" y="14000"/>
                </a:lnTo>
                <a:cubicBezTo>
                  <a:pt x="2179" y="14000"/>
                  <a:pt x="2000" y="13821"/>
                  <a:pt x="2000" y="13600"/>
                </a:cubicBezTo>
                <a:lnTo>
                  <a:pt x="2000" y="10400"/>
                </a:lnTo>
                <a:cubicBezTo>
                  <a:pt x="2000" y="10179"/>
                  <a:pt x="2179" y="10000"/>
                  <a:pt x="2400" y="10000"/>
                </a:cubicBezTo>
                <a:close/>
                <a:moveTo>
                  <a:pt x="11400" y="10000"/>
                </a:moveTo>
                <a:lnTo>
                  <a:pt x="17600" y="10000"/>
                </a:lnTo>
                <a:cubicBezTo>
                  <a:pt x="17821" y="10000"/>
                  <a:pt x="18000" y="10179"/>
                  <a:pt x="18000" y="10400"/>
                </a:cubicBezTo>
                <a:lnTo>
                  <a:pt x="18000" y="13600"/>
                </a:lnTo>
                <a:cubicBezTo>
                  <a:pt x="18000" y="13821"/>
                  <a:pt x="17821" y="14000"/>
                  <a:pt x="17600" y="14000"/>
                </a:cubicBezTo>
                <a:lnTo>
                  <a:pt x="11400" y="14000"/>
                </a:lnTo>
                <a:cubicBezTo>
                  <a:pt x="11179" y="14000"/>
                  <a:pt x="11000" y="13821"/>
                  <a:pt x="11000" y="13600"/>
                </a:cubicBezTo>
                <a:lnTo>
                  <a:pt x="11000" y="10400"/>
                </a:lnTo>
                <a:cubicBezTo>
                  <a:pt x="11000" y="10179"/>
                  <a:pt x="11179" y="10000"/>
                  <a:pt x="11400" y="10000"/>
                </a:cubicBezTo>
                <a:close/>
                <a:moveTo>
                  <a:pt x="20400" y="10000"/>
                </a:moveTo>
                <a:lnTo>
                  <a:pt x="21600" y="10000"/>
                </a:lnTo>
                <a:cubicBezTo>
                  <a:pt x="21821" y="10000"/>
                  <a:pt x="22000" y="10179"/>
                  <a:pt x="22000" y="10400"/>
                </a:cubicBezTo>
                <a:lnTo>
                  <a:pt x="22000" y="13600"/>
                </a:lnTo>
                <a:cubicBezTo>
                  <a:pt x="22000" y="13821"/>
                  <a:pt x="21821" y="14000"/>
                  <a:pt x="21600" y="14000"/>
                </a:cubicBezTo>
                <a:lnTo>
                  <a:pt x="20400" y="14000"/>
                </a:lnTo>
                <a:cubicBezTo>
                  <a:pt x="20179" y="14000"/>
                  <a:pt x="20000" y="13821"/>
                  <a:pt x="20000" y="13600"/>
                </a:cubicBezTo>
                <a:lnTo>
                  <a:pt x="20000" y="10400"/>
                </a:lnTo>
                <a:cubicBezTo>
                  <a:pt x="20000" y="10179"/>
                  <a:pt x="20179" y="10000"/>
                  <a:pt x="20400" y="10000"/>
                </a:cubicBezTo>
                <a:close/>
                <a:moveTo>
                  <a:pt x="8000" y="10000"/>
                </a:moveTo>
                <a:lnTo>
                  <a:pt x="12000" y="10000"/>
                </a:lnTo>
                <a:lnTo>
                  <a:pt x="12000" y="14000"/>
                </a:lnTo>
                <a:lnTo>
                  <a:pt x="8000" y="14000"/>
                </a:lnTo>
                <a:close/>
                <a:moveTo>
                  <a:pt x="17000" y="10000"/>
                </a:moveTo>
                <a:lnTo>
                  <a:pt x="21000" y="10000"/>
                </a:lnTo>
                <a:lnTo>
                  <a:pt x="21000" y="14000"/>
                </a:lnTo>
                <a:lnTo>
                  <a:pt x="17000" y="14000"/>
                </a:lnTo>
                <a:close/>
                <a:moveTo>
                  <a:pt x="6000" y="6000"/>
                </a:moveTo>
                <a:cubicBezTo>
                  <a:pt x="6000" y="6552"/>
                  <a:pt x="5552" y="7000"/>
                  <a:pt x="5000" y="7000"/>
                </a:cubicBezTo>
                <a:cubicBezTo>
                  <a:pt x="4448" y="7000"/>
                  <a:pt x="4000" y="6552"/>
                  <a:pt x="4000" y="6000"/>
                </a:cubicBezTo>
                <a:cubicBezTo>
                  <a:pt x="4000" y="5448"/>
                  <a:pt x="4448" y="5000"/>
                  <a:pt x="5000" y="5000"/>
                </a:cubicBezTo>
                <a:cubicBezTo>
                  <a:pt x="5552" y="5000"/>
                  <a:pt x="6000" y="5448"/>
                  <a:pt x="6000" y="6000"/>
                </a:cubicBezTo>
                <a:close/>
                <a:moveTo>
                  <a:pt x="15000" y="18000"/>
                </a:moveTo>
                <a:cubicBezTo>
                  <a:pt x="15000" y="18552"/>
                  <a:pt x="14552" y="19000"/>
                  <a:pt x="14000" y="19000"/>
                </a:cubicBezTo>
                <a:cubicBezTo>
                  <a:pt x="13448" y="19000"/>
                  <a:pt x="13000" y="18552"/>
                  <a:pt x="13000" y="18000"/>
                </a:cubicBezTo>
                <a:cubicBezTo>
                  <a:pt x="13000" y="17448"/>
                  <a:pt x="13448" y="17000"/>
                  <a:pt x="14000" y="17000"/>
                </a:cubicBezTo>
                <a:cubicBezTo>
                  <a:pt x="14552" y="17000"/>
                  <a:pt x="15000" y="17448"/>
                  <a:pt x="150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管道流水线</a:t>
            </a:r>
          </a:p>
        </p:txBody>
      </p:sp>
      <p:sp>
        <p:nvSpPr>
          <p:cNvPr id="13" name="FLOW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872" y="13080"/>
                </a:moveTo>
                <a:lnTo>
                  <a:pt x="6708" y="13080"/>
                </a:lnTo>
                <a:cubicBezTo>
                  <a:pt x="6880" y="13080"/>
                  <a:pt x="7020" y="13220"/>
                  <a:pt x="7020" y="13392"/>
                </a:cubicBezTo>
                <a:lnTo>
                  <a:pt x="7020" y="15888"/>
                </a:lnTo>
                <a:cubicBezTo>
                  <a:pt x="7020" y="16060"/>
                  <a:pt x="6880" y="16200"/>
                  <a:pt x="6708" y="16200"/>
                </a:cubicBezTo>
                <a:lnTo>
                  <a:pt x="1872" y="16200"/>
                </a:lnTo>
                <a:cubicBezTo>
                  <a:pt x="1700" y="16200"/>
                  <a:pt x="1560" y="16060"/>
                  <a:pt x="1560" y="15888"/>
                </a:cubicBezTo>
                <a:lnTo>
                  <a:pt x="1560" y="13392"/>
                </a:lnTo>
                <a:cubicBezTo>
                  <a:pt x="1560" y="13220"/>
                  <a:pt x="1700" y="13080"/>
                  <a:pt x="1872" y="13080"/>
                </a:cubicBezTo>
                <a:close/>
                <a:moveTo>
                  <a:pt x="8892" y="13080"/>
                </a:moveTo>
                <a:lnTo>
                  <a:pt x="13728" y="13080"/>
                </a:lnTo>
                <a:cubicBezTo>
                  <a:pt x="13900" y="13080"/>
                  <a:pt x="14040" y="13220"/>
                  <a:pt x="14040" y="13392"/>
                </a:cubicBezTo>
                <a:lnTo>
                  <a:pt x="14040" y="15888"/>
                </a:lnTo>
                <a:cubicBezTo>
                  <a:pt x="14040" y="16060"/>
                  <a:pt x="13900" y="16200"/>
                  <a:pt x="13728" y="16200"/>
                </a:cubicBezTo>
                <a:lnTo>
                  <a:pt x="8892" y="16200"/>
                </a:lnTo>
                <a:cubicBezTo>
                  <a:pt x="8720" y="16200"/>
                  <a:pt x="8580" y="16060"/>
                  <a:pt x="8580" y="15888"/>
                </a:cubicBezTo>
                <a:lnTo>
                  <a:pt x="8580" y="13392"/>
                </a:lnTo>
                <a:cubicBezTo>
                  <a:pt x="8580" y="13220"/>
                  <a:pt x="8720" y="13080"/>
                  <a:pt x="8892" y="13080"/>
                </a:cubicBezTo>
                <a:close/>
                <a:moveTo>
                  <a:pt x="15912" y="13080"/>
                </a:moveTo>
                <a:lnTo>
                  <a:pt x="16848" y="13080"/>
                </a:lnTo>
                <a:cubicBezTo>
                  <a:pt x="17020" y="13080"/>
                  <a:pt x="17160" y="13220"/>
                  <a:pt x="17160" y="13392"/>
                </a:cubicBezTo>
                <a:lnTo>
                  <a:pt x="17160" y="15888"/>
                </a:lnTo>
                <a:cubicBezTo>
                  <a:pt x="17160" y="16060"/>
                  <a:pt x="17020" y="16200"/>
                  <a:pt x="16848" y="16200"/>
                </a:cubicBezTo>
                <a:lnTo>
                  <a:pt x="15912" y="16200"/>
                </a:lnTo>
                <a:cubicBezTo>
                  <a:pt x="15740" y="16200"/>
                  <a:pt x="15600" y="16060"/>
                  <a:pt x="15600" y="15888"/>
                </a:cubicBezTo>
                <a:lnTo>
                  <a:pt x="15600" y="13392"/>
                </a:lnTo>
                <a:cubicBezTo>
                  <a:pt x="15600" y="13220"/>
                  <a:pt x="15740" y="13080"/>
                  <a:pt x="15912" y="13080"/>
                </a:cubicBezTo>
                <a:close/>
                <a:moveTo>
                  <a:pt x="6240" y="13080"/>
                </a:moveTo>
                <a:lnTo>
                  <a:pt x="9360" y="13080"/>
                </a:lnTo>
                <a:lnTo>
                  <a:pt x="9360" y="16200"/>
                </a:lnTo>
                <a:lnTo>
                  <a:pt x="6240" y="16200"/>
                </a:lnTo>
                <a:close/>
                <a:moveTo>
                  <a:pt x="13260" y="13080"/>
                </a:moveTo>
                <a:lnTo>
                  <a:pt x="16380" y="13080"/>
                </a:lnTo>
                <a:lnTo>
                  <a:pt x="16380" y="16200"/>
                </a:lnTo>
                <a:lnTo>
                  <a:pt x="13260" y="16200"/>
                </a:lnTo>
                <a:close/>
                <a:moveTo>
                  <a:pt x="4680" y="9960"/>
                </a:moveTo>
                <a:cubicBezTo>
                  <a:pt x="4680" y="10391"/>
                  <a:pt x="4331" y="10740"/>
                  <a:pt x="3900" y="10740"/>
                </a:cubicBezTo>
                <a:cubicBezTo>
                  <a:pt x="3469" y="10740"/>
                  <a:pt x="3120" y="10391"/>
                  <a:pt x="3120" y="9960"/>
                </a:cubicBezTo>
                <a:cubicBezTo>
                  <a:pt x="3120" y="9529"/>
                  <a:pt x="3469" y="9180"/>
                  <a:pt x="3900" y="9180"/>
                </a:cubicBezTo>
                <a:cubicBezTo>
                  <a:pt x="4331" y="9180"/>
                  <a:pt x="4680" y="9529"/>
                  <a:pt x="4680" y="9960"/>
                </a:cubicBezTo>
                <a:close/>
                <a:moveTo>
                  <a:pt x="11700" y="19320"/>
                </a:moveTo>
                <a:cubicBezTo>
                  <a:pt x="11700" y="19751"/>
                  <a:pt x="11351" y="20100"/>
                  <a:pt x="10920" y="20100"/>
                </a:cubicBezTo>
                <a:cubicBezTo>
                  <a:pt x="10489" y="20100"/>
                  <a:pt x="10140" y="19751"/>
                  <a:pt x="10140" y="19320"/>
                </a:cubicBezTo>
                <a:cubicBezTo>
                  <a:pt x="10140" y="18889"/>
                  <a:pt x="10489" y="18540"/>
                  <a:pt x="10920" y="18540"/>
                </a:cubicBezTo>
                <a:cubicBezTo>
                  <a:pt x="11351" y="18540"/>
                  <a:pt x="11700" y="18889"/>
                  <a:pt x="11700" y="193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管道流水线·已验证</a:t>
            </a:r>
          </a:p>
        </p:txBody>
      </p:sp>
      <p:sp>
        <p:nvSpPr>
          <p:cNvPr id="16" name="FLOW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872" y="13080"/>
                </a:moveTo>
                <a:lnTo>
                  <a:pt x="6708" y="13080"/>
                </a:lnTo>
                <a:cubicBezTo>
                  <a:pt x="6880" y="13080"/>
                  <a:pt x="7020" y="13220"/>
                  <a:pt x="7020" y="13392"/>
                </a:cubicBezTo>
                <a:lnTo>
                  <a:pt x="7020" y="15888"/>
                </a:lnTo>
                <a:cubicBezTo>
                  <a:pt x="7020" y="16060"/>
                  <a:pt x="6880" y="16200"/>
                  <a:pt x="6708" y="16200"/>
                </a:cubicBezTo>
                <a:lnTo>
                  <a:pt x="1872" y="16200"/>
                </a:lnTo>
                <a:cubicBezTo>
                  <a:pt x="1700" y="16200"/>
                  <a:pt x="1560" y="16060"/>
                  <a:pt x="1560" y="15888"/>
                </a:cubicBezTo>
                <a:lnTo>
                  <a:pt x="1560" y="13392"/>
                </a:lnTo>
                <a:cubicBezTo>
                  <a:pt x="1560" y="13220"/>
                  <a:pt x="1700" y="13080"/>
                  <a:pt x="1872" y="13080"/>
                </a:cubicBezTo>
                <a:close/>
                <a:moveTo>
                  <a:pt x="8892" y="13080"/>
                </a:moveTo>
                <a:lnTo>
                  <a:pt x="13728" y="13080"/>
                </a:lnTo>
                <a:cubicBezTo>
                  <a:pt x="13900" y="13080"/>
                  <a:pt x="14040" y="13220"/>
                  <a:pt x="14040" y="13392"/>
                </a:cubicBezTo>
                <a:lnTo>
                  <a:pt x="14040" y="15888"/>
                </a:lnTo>
                <a:cubicBezTo>
                  <a:pt x="14040" y="16060"/>
                  <a:pt x="13900" y="16200"/>
                  <a:pt x="13728" y="16200"/>
                </a:cubicBezTo>
                <a:lnTo>
                  <a:pt x="8892" y="16200"/>
                </a:lnTo>
                <a:cubicBezTo>
                  <a:pt x="8720" y="16200"/>
                  <a:pt x="8580" y="16060"/>
                  <a:pt x="8580" y="15888"/>
                </a:cubicBezTo>
                <a:lnTo>
                  <a:pt x="8580" y="13392"/>
                </a:lnTo>
                <a:cubicBezTo>
                  <a:pt x="8580" y="13220"/>
                  <a:pt x="8720" y="13080"/>
                  <a:pt x="8892" y="13080"/>
                </a:cubicBezTo>
                <a:close/>
                <a:moveTo>
                  <a:pt x="15912" y="13080"/>
                </a:moveTo>
                <a:lnTo>
                  <a:pt x="16848" y="13080"/>
                </a:lnTo>
                <a:cubicBezTo>
                  <a:pt x="17020" y="13080"/>
                  <a:pt x="17160" y="13220"/>
                  <a:pt x="17160" y="13392"/>
                </a:cubicBezTo>
                <a:lnTo>
                  <a:pt x="17160" y="15888"/>
                </a:lnTo>
                <a:cubicBezTo>
                  <a:pt x="17160" y="16060"/>
                  <a:pt x="17020" y="16200"/>
                  <a:pt x="16848" y="16200"/>
                </a:cubicBezTo>
                <a:lnTo>
                  <a:pt x="15912" y="16200"/>
                </a:lnTo>
                <a:cubicBezTo>
                  <a:pt x="15740" y="16200"/>
                  <a:pt x="15600" y="16060"/>
                  <a:pt x="15600" y="15888"/>
                </a:cubicBezTo>
                <a:lnTo>
                  <a:pt x="15600" y="13392"/>
                </a:lnTo>
                <a:cubicBezTo>
                  <a:pt x="15600" y="13220"/>
                  <a:pt x="15740" y="13080"/>
                  <a:pt x="15912" y="13080"/>
                </a:cubicBezTo>
                <a:close/>
                <a:moveTo>
                  <a:pt x="6240" y="13080"/>
                </a:moveTo>
                <a:lnTo>
                  <a:pt x="9360" y="13080"/>
                </a:lnTo>
                <a:lnTo>
                  <a:pt x="9360" y="16200"/>
                </a:lnTo>
                <a:lnTo>
                  <a:pt x="6240" y="16200"/>
                </a:lnTo>
                <a:close/>
                <a:moveTo>
                  <a:pt x="13260" y="13080"/>
                </a:moveTo>
                <a:lnTo>
                  <a:pt x="16380" y="13080"/>
                </a:lnTo>
                <a:lnTo>
                  <a:pt x="16380" y="16200"/>
                </a:lnTo>
                <a:lnTo>
                  <a:pt x="13260" y="16200"/>
                </a:lnTo>
                <a:close/>
                <a:moveTo>
                  <a:pt x="4680" y="9960"/>
                </a:moveTo>
                <a:cubicBezTo>
                  <a:pt x="4680" y="10391"/>
                  <a:pt x="4331" y="10740"/>
                  <a:pt x="3900" y="10740"/>
                </a:cubicBezTo>
                <a:cubicBezTo>
                  <a:pt x="3469" y="10740"/>
                  <a:pt x="3120" y="10391"/>
                  <a:pt x="3120" y="9960"/>
                </a:cubicBezTo>
                <a:cubicBezTo>
                  <a:pt x="3120" y="9529"/>
                  <a:pt x="3469" y="9180"/>
                  <a:pt x="3900" y="9180"/>
                </a:cubicBezTo>
                <a:cubicBezTo>
                  <a:pt x="4331" y="9180"/>
                  <a:pt x="4680" y="9529"/>
                  <a:pt x="4680" y="9960"/>
                </a:cubicBezTo>
                <a:close/>
                <a:moveTo>
                  <a:pt x="11700" y="19320"/>
                </a:moveTo>
                <a:cubicBezTo>
                  <a:pt x="11700" y="19751"/>
                  <a:pt x="11351" y="20100"/>
                  <a:pt x="10920" y="20100"/>
                </a:cubicBezTo>
                <a:cubicBezTo>
                  <a:pt x="10489" y="20100"/>
                  <a:pt x="10140" y="19751"/>
                  <a:pt x="10140" y="19320"/>
                </a:cubicBezTo>
                <a:cubicBezTo>
                  <a:pt x="10140" y="18889"/>
                  <a:pt x="10489" y="18540"/>
                  <a:pt x="10920" y="18540"/>
                </a:cubicBezTo>
                <a:cubicBezTo>
                  <a:pt x="11351" y="18540"/>
                  <a:pt x="11700" y="18889"/>
                  <a:pt x="11700" y="1932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管道流水线·同步</a:t>
            </a:r>
          </a:p>
        </p:txBody>
      </p:sp>
      <p:sp>
        <p:nvSpPr>
          <p:cNvPr id="19" name="FLOW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872" y="13080"/>
                </a:moveTo>
                <a:lnTo>
                  <a:pt x="6708" y="13080"/>
                </a:lnTo>
                <a:cubicBezTo>
                  <a:pt x="6880" y="13080"/>
                  <a:pt x="7020" y="13220"/>
                  <a:pt x="7020" y="13392"/>
                </a:cubicBezTo>
                <a:lnTo>
                  <a:pt x="7020" y="15888"/>
                </a:lnTo>
                <a:cubicBezTo>
                  <a:pt x="7020" y="16060"/>
                  <a:pt x="6880" y="16200"/>
                  <a:pt x="6708" y="16200"/>
                </a:cubicBezTo>
                <a:lnTo>
                  <a:pt x="1872" y="16200"/>
                </a:lnTo>
                <a:cubicBezTo>
                  <a:pt x="1700" y="16200"/>
                  <a:pt x="1560" y="16060"/>
                  <a:pt x="1560" y="15888"/>
                </a:cubicBezTo>
                <a:lnTo>
                  <a:pt x="1560" y="13392"/>
                </a:lnTo>
                <a:cubicBezTo>
                  <a:pt x="1560" y="13220"/>
                  <a:pt x="1700" y="13080"/>
                  <a:pt x="1872" y="13080"/>
                </a:cubicBezTo>
                <a:close/>
                <a:moveTo>
                  <a:pt x="8892" y="13080"/>
                </a:moveTo>
                <a:lnTo>
                  <a:pt x="13728" y="13080"/>
                </a:lnTo>
                <a:cubicBezTo>
                  <a:pt x="13900" y="13080"/>
                  <a:pt x="14040" y="13220"/>
                  <a:pt x="14040" y="13392"/>
                </a:cubicBezTo>
                <a:lnTo>
                  <a:pt x="14040" y="15888"/>
                </a:lnTo>
                <a:cubicBezTo>
                  <a:pt x="14040" y="16060"/>
                  <a:pt x="13900" y="16200"/>
                  <a:pt x="13728" y="16200"/>
                </a:cubicBezTo>
                <a:lnTo>
                  <a:pt x="8892" y="16200"/>
                </a:lnTo>
                <a:cubicBezTo>
                  <a:pt x="8720" y="16200"/>
                  <a:pt x="8580" y="16060"/>
                  <a:pt x="8580" y="15888"/>
                </a:cubicBezTo>
                <a:lnTo>
                  <a:pt x="8580" y="13392"/>
                </a:lnTo>
                <a:cubicBezTo>
                  <a:pt x="8580" y="13220"/>
                  <a:pt x="8720" y="13080"/>
                  <a:pt x="8892" y="13080"/>
                </a:cubicBezTo>
                <a:close/>
                <a:moveTo>
                  <a:pt x="15912" y="13080"/>
                </a:moveTo>
                <a:lnTo>
                  <a:pt x="16848" y="13080"/>
                </a:lnTo>
                <a:cubicBezTo>
                  <a:pt x="17020" y="13080"/>
                  <a:pt x="17160" y="13220"/>
                  <a:pt x="17160" y="13392"/>
                </a:cubicBezTo>
                <a:lnTo>
                  <a:pt x="17160" y="15888"/>
                </a:lnTo>
                <a:cubicBezTo>
                  <a:pt x="17160" y="16060"/>
                  <a:pt x="17020" y="16200"/>
                  <a:pt x="16848" y="16200"/>
                </a:cubicBezTo>
                <a:lnTo>
                  <a:pt x="15912" y="16200"/>
                </a:lnTo>
                <a:cubicBezTo>
                  <a:pt x="15740" y="16200"/>
                  <a:pt x="15600" y="16060"/>
                  <a:pt x="15600" y="15888"/>
                </a:cubicBezTo>
                <a:lnTo>
                  <a:pt x="15600" y="13392"/>
                </a:lnTo>
                <a:cubicBezTo>
                  <a:pt x="15600" y="13220"/>
                  <a:pt x="15740" y="13080"/>
                  <a:pt x="15912" y="13080"/>
                </a:cubicBezTo>
                <a:close/>
                <a:moveTo>
                  <a:pt x="6240" y="13080"/>
                </a:moveTo>
                <a:lnTo>
                  <a:pt x="9360" y="13080"/>
                </a:lnTo>
                <a:lnTo>
                  <a:pt x="9360" y="16200"/>
                </a:lnTo>
                <a:lnTo>
                  <a:pt x="6240" y="16200"/>
                </a:lnTo>
                <a:close/>
                <a:moveTo>
                  <a:pt x="13260" y="13080"/>
                </a:moveTo>
                <a:lnTo>
                  <a:pt x="16380" y="13080"/>
                </a:lnTo>
                <a:lnTo>
                  <a:pt x="16380" y="16200"/>
                </a:lnTo>
                <a:lnTo>
                  <a:pt x="13260" y="16200"/>
                </a:lnTo>
                <a:close/>
                <a:moveTo>
                  <a:pt x="4680" y="9960"/>
                </a:moveTo>
                <a:cubicBezTo>
                  <a:pt x="4680" y="10391"/>
                  <a:pt x="4331" y="10740"/>
                  <a:pt x="3900" y="10740"/>
                </a:cubicBezTo>
                <a:cubicBezTo>
                  <a:pt x="3469" y="10740"/>
                  <a:pt x="3120" y="10391"/>
                  <a:pt x="3120" y="9960"/>
                </a:cubicBezTo>
                <a:cubicBezTo>
                  <a:pt x="3120" y="9529"/>
                  <a:pt x="3469" y="9180"/>
                  <a:pt x="3900" y="9180"/>
                </a:cubicBezTo>
                <a:cubicBezTo>
                  <a:pt x="4331" y="9180"/>
                  <a:pt x="4680" y="9529"/>
                  <a:pt x="4680" y="9960"/>
                </a:cubicBezTo>
                <a:close/>
                <a:moveTo>
                  <a:pt x="11700" y="19320"/>
                </a:moveTo>
                <a:cubicBezTo>
                  <a:pt x="11700" y="19751"/>
                  <a:pt x="11351" y="20100"/>
                  <a:pt x="10920" y="20100"/>
                </a:cubicBezTo>
                <a:cubicBezTo>
                  <a:pt x="10489" y="20100"/>
                  <a:pt x="10140" y="19751"/>
                  <a:pt x="10140" y="19320"/>
                </a:cubicBezTo>
                <a:cubicBezTo>
                  <a:pt x="10140" y="18889"/>
                  <a:pt x="10489" y="18540"/>
                  <a:pt x="10920" y="18540"/>
                </a:cubicBezTo>
                <a:cubicBezTo>
                  <a:pt x="11351" y="18540"/>
                  <a:pt x="11700" y="18889"/>
                  <a:pt x="11700" y="1932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管道流水线·新增</a:t>
            </a:r>
          </a:p>
        </p:txBody>
      </p:sp>
      <p:sp>
        <p:nvSpPr>
          <p:cNvPr id="22" name="FLOW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872" y="13080"/>
                </a:moveTo>
                <a:lnTo>
                  <a:pt x="6708" y="13080"/>
                </a:lnTo>
                <a:cubicBezTo>
                  <a:pt x="6880" y="13080"/>
                  <a:pt x="7020" y="13220"/>
                  <a:pt x="7020" y="13392"/>
                </a:cubicBezTo>
                <a:lnTo>
                  <a:pt x="7020" y="15888"/>
                </a:lnTo>
                <a:cubicBezTo>
                  <a:pt x="7020" y="16060"/>
                  <a:pt x="6880" y="16200"/>
                  <a:pt x="6708" y="16200"/>
                </a:cubicBezTo>
                <a:lnTo>
                  <a:pt x="1872" y="16200"/>
                </a:lnTo>
                <a:cubicBezTo>
                  <a:pt x="1700" y="16200"/>
                  <a:pt x="1560" y="16060"/>
                  <a:pt x="1560" y="15888"/>
                </a:cubicBezTo>
                <a:lnTo>
                  <a:pt x="1560" y="13392"/>
                </a:lnTo>
                <a:cubicBezTo>
                  <a:pt x="1560" y="13220"/>
                  <a:pt x="1700" y="13080"/>
                  <a:pt x="1872" y="13080"/>
                </a:cubicBezTo>
                <a:close/>
                <a:moveTo>
                  <a:pt x="8892" y="13080"/>
                </a:moveTo>
                <a:lnTo>
                  <a:pt x="13728" y="13080"/>
                </a:lnTo>
                <a:cubicBezTo>
                  <a:pt x="13900" y="13080"/>
                  <a:pt x="14040" y="13220"/>
                  <a:pt x="14040" y="13392"/>
                </a:cubicBezTo>
                <a:lnTo>
                  <a:pt x="14040" y="15888"/>
                </a:lnTo>
                <a:cubicBezTo>
                  <a:pt x="14040" y="16060"/>
                  <a:pt x="13900" y="16200"/>
                  <a:pt x="13728" y="16200"/>
                </a:cubicBezTo>
                <a:lnTo>
                  <a:pt x="8892" y="16200"/>
                </a:lnTo>
                <a:cubicBezTo>
                  <a:pt x="8720" y="16200"/>
                  <a:pt x="8580" y="16060"/>
                  <a:pt x="8580" y="15888"/>
                </a:cubicBezTo>
                <a:lnTo>
                  <a:pt x="8580" y="13392"/>
                </a:lnTo>
                <a:cubicBezTo>
                  <a:pt x="8580" y="13220"/>
                  <a:pt x="8720" y="13080"/>
                  <a:pt x="8892" y="13080"/>
                </a:cubicBezTo>
                <a:close/>
                <a:moveTo>
                  <a:pt x="15912" y="13080"/>
                </a:moveTo>
                <a:lnTo>
                  <a:pt x="16848" y="13080"/>
                </a:lnTo>
                <a:cubicBezTo>
                  <a:pt x="17020" y="13080"/>
                  <a:pt x="17160" y="13220"/>
                  <a:pt x="17160" y="13392"/>
                </a:cubicBezTo>
                <a:lnTo>
                  <a:pt x="17160" y="15888"/>
                </a:lnTo>
                <a:cubicBezTo>
                  <a:pt x="17160" y="16060"/>
                  <a:pt x="17020" y="16200"/>
                  <a:pt x="16848" y="16200"/>
                </a:cubicBezTo>
                <a:lnTo>
                  <a:pt x="15912" y="16200"/>
                </a:lnTo>
                <a:cubicBezTo>
                  <a:pt x="15740" y="16200"/>
                  <a:pt x="15600" y="16060"/>
                  <a:pt x="15600" y="15888"/>
                </a:cubicBezTo>
                <a:lnTo>
                  <a:pt x="15600" y="13392"/>
                </a:lnTo>
                <a:cubicBezTo>
                  <a:pt x="15600" y="13220"/>
                  <a:pt x="15740" y="13080"/>
                  <a:pt x="15912" y="13080"/>
                </a:cubicBezTo>
                <a:close/>
                <a:moveTo>
                  <a:pt x="6240" y="13080"/>
                </a:moveTo>
                <a:lnTo>
                  <a:pt x="9360" y="13080"/>
                </a:lnTo>
                <a:lnTo>
                  <a:pt x="9360" y="16200"/>
                </a:lnTo>
                <a:lnTo>
                  <a:pt x="6240" y="16200"/>
                </a:lnTo>
                <a:close/>
                <a:moveTo>
                  <a:pt x="13260" y="13080"/>
                </a:moveTo>
                <a:lnTo>
                  <a:pt x="16380" y="13080"/>
                </a:lnTo>
                <a:lnTo>
                  <a:pt x="16380" y="16200"/>
                </a:lnTo>
                <a:lnTo>
                  <a:pt x="13260" y="16200"/>
                </a:lnTo>
                <a:close/>
                <a:moveTo>
                  <a:pt x="4680" y="9960"/>
                </a:moveTo>
                <a:cubicBezTo>
                  <a:pt x="4680" y="10391"/>
                  <a:pt x="4331" y="10740"/>
                  <a:pt x="3900" y="10740"/>
                </a:cubicBezTo>
                <a:cubicBezTo>
                  <a:pt x="3469" y="10740"/>
                  <a:pt x="3120" y="10391"/>
                  <a:pt x="3120" y="9960"/>
                </a:cubicBezTo>
                <a:cubicBezTo>
                  <a:pt x="3120" y="9529"/>
                  <a:pt x="3469" y="9180"/>
                  <a:pt x="3900" y="9180"/>
                </a:cubicBezTo>
                <a:cubicBezTo>
                  <a:pt x="4331" y="9180"/>
                  <a:pt x="4680" y="9529"/>
                  <a:pt x="4680" y="9960"/>
                </a:cubicBezTo>
                <a:close/>
                <a:moveTo>
                  <a:pt x="11700" y="19320"/>
                </a:moveTo>
                <a:cubicBezTo>
                  <a:pt x="11700" y="19751"/>
                  <a:pt x="11351" y="20100"/>
                  <a:pt x="10920" y="20100"/>
                </a:cubicBezTo>
                <a:cubicBezTo>
                  <a:pt x="10489" y="20100"/>
                  <a:pt x="10140" y="19751"/>
                  <a:pt x="10140" y="19320"/>
                </a:cubicBezTo>
                <a:cubicBezTo>
                  <a:pt x="10140" y="18889"/>
                  <a:pt x="10489" y="18540"/>
                  <a:pt x="10920" y="18540"/>
                </a:cubicBezTo>
                <a:cubicBezTo>
                  <a:pt x="11351" y="18540"/>
                  <a:pt x="11700" y="18889"/>
                  <a:pt x="11700" y="19320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管道流水线·可配置</a:t>
            </a:r>
          </a:p>
        </p:txBody>
      </p:sp>
      <p:sp>
        <p:nvSpPr>
          <p:cNvPr id="25" name="FLOW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872" y="13080"/>
                </a:moveTo>
                <a:lnTo>
                  <a:pt x="6708" y="13080"/>
                </a:lnTo>
                <a:cubicBezTo>
                  <a:pt x="6880" y="13080"/>
                  <a:pt x="7020" y="13220"/>
                  <a:pt x="7020" y="13392"/>
                </a:cubicBezTo>
                <a:lnTo>
                  <a:pt x="7020" y="15888"/>
                </a:lnTo>
                <a:cubicBezTo>
                  <a:pt x="7020" y="16060"/>
                  <a:pt x="6880" y="16200"/>
                  <a:pt x="6708" y="16200"/>
                </a:cubicBezTo>
                <a:lnTo>
                  <a:pt x="1872" y="16200"/>
                </a:lnTo>
                <a:cubicBezTo>
                  <a:pt x="1700" y="16200"/>
                  <a:pt x="1560" y="16060"/>
                  <a:pt x="1560" y="15888"/>
                </a:cubicBezTo>
                <a:lnTo>
                  <a:pt x="1560" y="13392"/>
                </a:lnTo>
                <a:cubicBezTo>
                  <a:pt x="1560" y="13220"/>
                  <a:pt x="1700" y="13080"/>
                  <a:pt x="1872" y="13080"/>
                </a:cubicBezTo>
                <a:close/>
                <a:moveTo>
                  <a:pt x="8892" y="13080"/>
                </a:moveTo>
                <a:lnTo>
                  <a:pt x="13728" y="13080"/>
                </a:lnTo>
                <a:cubicBezTo>
                  <a:pt x="13900" y="13080"/>
                  <a:pt x="14040" y="13220"/>
                  <a:pt x="14040" y="13392"/>
                </a:cubicBezTo>
                <a:lnTo>
                  <a:pt x="14040" y="15888"/>
                </a:lnTo>
                <a:cubicBezTo>
                  <a:pt x="14040" y="16060"/>
                  <a:pt x="13900" y="16200"/>
                  <a:pt x="13728" y="16200"/>
                </a:cubicBezTo>
                <a:lnTo>
                  <a:pt x="8892" y="16200"/>
                </a:lnTo>
                <a:cubicBezTo>
                  <a:pt x="8720" y="16200"/>
                  <a:pt x="8580" y="16060"/>
                  <a:pt x="8580" y="15888"/>
                </a:cubicBezTo>
                <a:lnTo>
                  <a:pt x="8580" y="13392"/>
                </a:lnTo>
                <a:cubicBezTo>
                  <a:pt x="8580" y="13220"/>
                  <a:pt x="8720" y="13080"/>
                  <a:pt x="8892" y="13080"/>
                </a:cubicBezTo>
                <a:close/>
                <a:moveTo>
                  <a:pt x="15912" y="13080"/>
                </a:moveTo>
                <a:lnTo>
                  <a:pt x="16848" y="13080"/>
                </a:lnTo>
                <a:cubicBezTo>
                  <a:pt x="17020" y="13080"/>
                  <a:pt x="17160" y="13220"/>
                  <a:pt x="17160" y="13392"/>
                </a:cubicBezTo>
                <a:lnTo>
                  <a:pt x="17160" y="15888"/>
                </a:lnTo>
                <a:cubicBezTo>
                  <a:pt x="17160" y="16060"/>
                  <a:pt x="17020" y="16200"/>
                  <a:pt x="16848" y="16200"/>
                </a:cubicBezTo>
                <a:lnTo>
                  <a:pt x="15912" y="16200"/>
                </a:lnTo>
                <a:cubicBezTo>
                  <a:pt x="15740" y="16200"/>
                  <a:pt x="15600" y="16060"/>
                  <a:pt x="15600" y="15888"/>
                </a:cubicBezTo>
                <a:lnTo>
                  <a:pt x="15600" y="13392"/>
                </a:lnTo>
                <a:cubicBezTo>
                  <a:pt x="15600" y="13220"/>
                  <a:pt x="15740" y="13080"/>
                  <a:pt x="15912" y="13080"/>
                </a:cubicBezTo>
                <a:close/>
                <a:moveTo>
                  <a:pt x="6240" y="13080"/>
                </a:moveTo>
                <a:lnTo>
                  <a:pt x="9360" y="13080"/>
                </a:lnTo>
                <a:lnTo>
                  <a:pt x="9360" y="16200"/>
                </a:lnTo>
                <a:lnTo>
                  <a:pt x="6240" y="16200"/>
                </a:lnTo>
                <a:close/>
                <a:moveTo>
                  <a:pt x="13260" y="13080"/>
                </a:moveTo>
                <a:lnTo>
                  <a:pt x="16380" y="13080"/>
                </a:lnTo>
                <a:lnTo>
                  <a:pt x="16380" y="16200"/>
                </a:lnTo>
                <a:lnTo>
                  <a:pt x="13260" y="16200"/>
                </a:lnTo>
                <a:close/>
                <a:moveTo>
                  <a:pt x="4680" y="9960"/>
                </a:moveTo>
                <a:cubicBezTo>
                  <a:pt x="4680" y="10391"/>
                  <a:pt x="4331" y="10740"/>
                  <a:pt x="3900" y="10740"/>
                </a:cubicBezTo>
                <a:cubicBezTo>
                  <a:pt x="3469" y="10740"/>
                  <a:pt x="3120" y="10391"/>
                  <a:pt x="3120" y="9960"/>
                </a:cubicBezTo>
                <a:cubicBezTo>
                  <a:pt x="3120" y="9529"/>
                  <a:pt x="3469" y="9180"/>
                  <a:pt x="3900" y="9180"/>
                </a:cubicBezTo>
                <a:cubicBezTo>
                  <a:pt x="4331" y="9180"/>
                  <a:pt x="4680" y="9529"/>
                  <a:pt x="4680" y="9960"/>
                </a:cubicBezTo>
                <a:close/>
                <a:moveTo>
                  <a:pt x="11700" y="19320"/>
                </a:moveTo>
                <a:cubicBezTo>
                  <a:pt x="11700" y="19751"/>
                  <a:pt x="11351" y="20100"/>
                  <a:pt x="10920" y="20100"/>
                </a:cubicBezTo>
                <a:cubicBezTo>
                  <a:pt x="10489" y="20100"/>
                  <a:pt x="10140" y="19751"/>
                  <a:pt x="10140" y="19320"/>
                </a:cubicBezTo>
                <a:cubicBezTo>
                  <a:pt x="10140" y="18889"/>
                  <a:pt x="10489" y="18540"/>
                  <a:pt x="10920" y="18540"/>
                </a:cubicBezTo>
                <a:cubicBezTo>
                  <a:pt x="11351" y="18540"/>
                  <a:pt x="11700" y="18889"/>
                  <a:pt x="11700" y="1932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管道流水线·定时</a:t>
            </a:r>
          </a:p>
        </p:txBody>
      </p:sp>
      <p:sp>
        <p:nvSpPr>
          <p:cNvPr id="28" name="FLOW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0" y="4000"/>
                </a:moveTo>
                <a:lnTo>
                  <a:pt x="21200" y="4000"/>
                </a:lnTo>
                <a:cubicBezTo>
                  <a:pt x="21642" y="4000"/>
                  <a:pt x="22000" y="4358"/>
                  <a:pt x="22000" y="4800"/>
                </a:cubicBezTo>
                <a:lnTo>
                  <a:pt x="22000" y="19200"/>
                </a:lnTo>
                <a:cubicBezTo>
                  <a:pt x="22000" y="19642"/>
                  <a:pt x="21642" y="20000"/>
                  <a:pt x="21200" y="20000"/>
                </a:cubicBezTo>
                <a:lnTo>
                  <a:pt x="2800" y="20000"/>
                </a:lnTo>
                <a:cubicBezTo>
                  <a:pt x="2358" y="20000"/>
                  <a:pt x="2000" y="19642"/>
                  <a:pt x="2000" y="19200"/>
                </a:cubicBezTo>
                <a:lnTo>
                  <a:pt x="2000" y="4800"/>
                </a:lnTo>
                <a:cubicBezTo>
                  <a:pt x="2000" y="4358"/>
                  <a:pt x="2358" y="4000"/>
                  <a:pt x="2800" y="4000"/>
                </a:cubicBezTo>
                <a:close/>
                <a:moveTo>
                  <a:pt x="7000" y="4000"/>
                </a:moveTo>
                <a:lnTo>
                  <a:pt x="7600" y="4000"/>
                </a:lnTo>
                <a:lnTo>
                  <a:pt x="7600" y="20000"/>
                </a:lnTo>
                <a:lnTo>
                  <a:pt x="7000" y="20000"/>
                </a:lnTo>
                <a:close/>
                <a:moveTo>
                  <a:pt x="13000" y="4000"/>
                </a:moveTo>
                <a:lnTo>
                  <a:pt x="13600" y="4000"/>
                </a:lnTo>
                <a:lnTo>
                  <a:pt x="13600" y="20000"/>
                </a:lnTo>
                <a:lnTo>
                  <a:pt x="13000" y="20000"/>
                </a:lnTo>
                <a:close/>
                <a:moveTo>
                  <a:pt x="4300" y="7000"/>
                </a:moveTo>
                <a:lnTo>
                  <a:pt x="6700" y="7000"/>
                </a:lnTo>
                <a:cubicBezTo>
                  <a:pt x="6866" y="7000"/>
                  <a:pt x="7000" y="7134"/>
                  <a:pt x="7000" y="7300"/>
                </a:cubicBezTo>
                <a:lnTo>
                  <a:pt x="7000" y="9100"/>
                </a:lnTo>
                <a:cubicBezTo>
                  <a:pt x="7000" y="9266"/>
                  <a:pt x="6866" y="9400"/>
                  <a:pt x="6700" y="9400"/>
                </a:cubicBezTo>
                <a:lnTo>
                  <a:pt x="4300" y="9400"/>
                </a:lnTo>
                <a:cubicBezTo>
                  <a:pt x="4134" y="9400"/>
                  <a:pt x="4000" y="9266"/>
                  <a:pt x="4000" y="9100"/>
                </a:cubicBezTo>
                <a:lnTo>
                  <a:pt x="4000" y="7300"/>
                </a:lnTo>
                <a:cubicBezTo>
                  <a:pt x="4000" y="7134"/>
                  <a:pt x="4134" y="7000"/>
                  <a:pt x="4300" y="7000"/>
                </a:cubicBezTo>
                <a:close/>
                <a:moveTo>
                  <a:pt x="4300" y="11000"/>
                </a:moveTo>
                <a:lnTo>
                  <a:pt x="6700" y="11000"/>
                </a:lnTo>
                <a:cubicBezTo>
                  <a:pt x="6866" y="11000"/>
                  <a:pt x="7000" y="11134"/>
                  <a:pt x="7000" y="11300"/>
                </a:cubicBezTo>
                <a:lnTo>
                  <a:pt x="7000" y="13100"/>
                </a:lnTo>
                <a:cubicBezTo>
                  <a:pt x="7000" y="13266"/>
                  <a:pt x="6866" y="13400"/>
                  <a:pt x="6700" y="13400"/>
                </a:cubicBezTo>
                <a:lnTo>
                  <a:pt x="4300" y="13400"/>
                </a:lnTo>
                <a:cubicBezTo>
                  <a:pt x="4134" y="13400"/>
                  <a:pt x="4000" y="13266"/>
                  <a:pt x="4000" y="13100"/>
                </a:cubicBezTo>
                <a:lnTo>
                  <a:pt x="4000" y="11300"/>
                </a:lnTo>
                <a:cubicBezTo>
                  <a:pt x="4000" y="11134"/>
                  <a:pt x="4134" y="11000"/>
                  <a:pt x="4300" y="11000"/>
                </a:cubicBezTo>
                <a:close/>
                <a:moveTo>
                  <a:pt x="8800" y="7000"/>
                </a:moveTo>
                <a:lnTo>
                  <a:pt x="12200" y="7000"/>
                </a:lnTo>
                <a:cubicBezTo>
                  <a:pt x="12366" y="7000"/>
                  <a:pt x="12500" y="7134"/>
                  <a:pt x="12500" y="7300"/>
                </a:cubicBezTo>
                <a:lnTo>
                  <a:pt x="12500" y="9100"/>
                </a:lnTo>
                <a:cubicBezTo>
                  <a:pt x="12500" y="9266"/>
                  <a:pt x="12366" y="9400"/>
                  <a:pt x="12200" y="9400"/>
                </a:cubicBezTo>
                <a:lnTo>
                  <a:pt x="8800" y="9400"/>
                </a:lnTo>
                <a:cubicBezTo>
                  <a:pt x="8634" y="9400"/>
                  <a:pt x="8500" y="9266"/>
                  <a:pt x="8500" y="9100"/>
                </a:cubicBezTo>
                <a:lnTo>
                  <a:pt x="8500" y="7300"/>
                </a:lnTo>
                <a:cubicBezTo>
                  <a:pt x="8500" y="7134"/>
                  <a:pt x="8634" y="7000"/>
                  <a:pt x="8800" y="7000"/>
                </a:cubicBezTo>
                <a:close/>
                <a:moveTo>
                  <a:pt x="8800" y="11000"/>
                </a:moveTo>
                <a:lnTo>
                  <a:pt x="12200" y="11000"/>
                </a:lnTo>
                <a:cubicBezTo>
                  <a:pt x="12366" y="11000"/>
                  <a:pt x="12500" y="11134"/>
                  <a:pt x="12500" y="11300"/>
                </a:cubicBezTo>
                <a:lnTo>
                  <a:pt x="12500" y="13100"/>
                </a:lnTo>
                <a:cubicBezTo>
                  <a:pt x="12500" y="13266"/>
                  <a:pt x="12366" y="13400"/>
                  <a:pt x="12200" y="13400"/>
                </a:cubicBezTo>
                <a:lnTo>
                  <a:pt x="8800" y="13400"/>
                </a:lnTo>
                <a:cubicBezTo>
                  <a:pt x="8634" y="13400"/>
                  <a:pt x="8500" y="13266"/>
                  <a:pt x="8500" y="13100"/>
                </a:cubicBezTo>
                <a:lnTo>
                  <a:pt x="8500" y="11300"/>
                </a:lnTo>
                <a:cubicBezTo>
                  <a:pt x="8500" y="11134"/>
                  <a:pt x="8634" y="11000"/>
                  <a:pt x="8800" y="11000"/>
                </a:cubicBezTo>
                <a:close/>
                <a:moveTo>
                  <a:pt x="15300" y="7000"/>
                </a:moveTo>
                <a:lnTo>
                  <a:pt x="19700" y="7000"/>
                </a:lnTo>
                <a:cubicBezTo>
                  <a:pt x="19866" y="7000"/>
                  <a:pt x="20000" y="7134"/>
                  <a:pt x="20000" y="7300"/>
                </a:cubicBezTo>
                <a:lnTo>
                  <a:pt x="20000" y="9100"/>
                </a:lnTo>
                <a:cubicBezTo>
                  <a:pt x="20000" y="9266"/>
                  <a:pt x="19866" y="9400"/>
                  <a:pt x="19700" y="9400"/>
                </a:cubicBezTo>
                <a:lnTo>
                  <a:pt x="15300" y="9400"/>
                </a:lnTo>
                <a:cubicBezTo>
                  <a:pt x="15134" y="9400"/>
                  <a:pt x="15000" y="9266"/>
                  <a:pt x="15000" y="9100"/>
                </a:cubicBezTo>
                <a:lnTo>
                  <a:pt x="15000" y="7300"/>
                </a:lnTo>
                <a:cubicBezTo>
                  <a:pt x="15000" y="7134"/>
                  <a:pt x="15134" y="7000"/>
                  <a:pt x="15300" y="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看板</a:t>
            </a:r>
          </a:p>
        </p:txBody>
      </p:sp>
      <p:sp>
        <p:nvSpPr>
          <p:cNvPr id="31" name="FLOW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5460" y="8400"/>
                </a:moveTo>
                <a:lnTo>
                  <a:pt x="5928" y="8400"/>
                </a:lnTo>
                <a:lnTo>
                  <a:pt x="5928" y="20880"/>
                </a:lnTo>
                <a:lnTo>
                  <a:pt x="5460" y="20880"/>
                </a:lnTo>
                <a:close/>
                <a:moveTo>
                  <a:pt x="10140" y="8400"/>
                </a:moveTo>
                <a:lnTo>
                  <a:pt x="10608" y="8400"/>
                </a:lnTo>
                <a:lnTo>
                  <a:pt x="10608" y="20880"/>
                </a:lnTo>
                <a:lnTo>
                  <a:pt x="10140" y="20880"/>
                </a:lnTo>
                <a:close/>
                <a:moveTo>
                  <a:pt x="3354" y="10740"/>
                </a:moveTo>
                <a:lnTo>
                  <a:pt x="5226" y="10740"/>
                </a:lnTo>
                <a:cubicBezTo>
                  <a:pt x="5355" y="10740"/>
                  <a:pt x="5460" y="10845"/>
                  <a:pt x="5460" y="10974"/>
                </a:cubicBezTo>
                <a:lnTo>
                  <a:pt x="5460" y="12378"/>
                </a:lnTo>
                <a:cubicBezTo>
                  <a:pt x="5460" y="12507"/>
                  <a:pt x="5355" y="12612"/>
                  <a:pt x="5226" y="12612"/>
                </a:cubicBezTo>
                <a:lnTo>
                  <a:pt x="3354" y="12612"/>
                </a:lnTo>
                <a:cubicBezTo>
                  <a:pt x="3225" y="12612"/>
                  <a:pt x="3120" y="12507"/>
                  <a:pt x="3120" y="12378"/>
                </a:cubicBezTo>
                <a:lnTo>
                  <a:pt x="3120" y="10974"/>
                </a:lnTo>
                <a:cubicBezTo>
                  <a:pt x="3120" y="10845"/>
                  <a:pt x="3225" y="10740"/>
                  <a:pt x="3354" y="10740"/>
                </a:cubicBezTo>
                <a:close/>
                <a:moveTo>
                  <a:pt x="3354" y="13860"/>
                </a:moveTo>
                <a:lnTo>
                  <a:pt x="5226" y="13860"/>
                </a:lnTo>
                <a:cubicBezTo>
                  <a:pt x="5355" y="13860"/>
                  <a:pt x="5460" y="13965"/>
                  <a:pt x="5460" y="14094"/>
                </a:cubicBezTo>
                <a:lnTo>
                  <a:pt x="5460" y="15498"/>
                </a:lnTo>
                <a:cubicBezTo>
                  <a:pt x="5460" y="15627"/>
                  <a:pt x="5355" y="15732"/>
                  <a:pt x="5226" y="15732"/>
                </a:cubicBezTo>
                <a:lnTo>
                  <a:pt x="3354" y="15732"/>
                </a:lnTo>
                <a:cubicBezTo>
                  <a:pt x="3225" y="15732"/>
                  <a:pt x="3120" y="15627"/>
                  <a:pt x="3120" y="15498"/>
                </a:cubicBezTo>
                <a:lnTo>
                  <a:pt x="3120" y="14094"/>
                </a:lnTo>
                <a:cubicBezTo>
                  <a:pt x="3120" y="13965"/>
                  <a:pt x="3225" y="13860"/>
                  <a:pt x="3354" y="13860"/>
                </a:cubicBezTo>
                <a:close/>
                <a:moveTo>
                  <a:pt x="6864" y="10740"/>
                </a:moveTo>
                <a:lnTo>
                  <a:pt x="9516" y="10740"/>
                </a:lnTo>
                <a:cubicBezTo>
                  <a:pt x="9645" y="10740"/>
                  <a:pt x="9750" y="10845"/>
                  <a:pt x="9750" y="10974"/>
                </a:cubicBezTo>
                <a:lnTo>
                  <a:pt x="9750" y="12378"/>
                </a:lnTo>
                <a:cubicBezTo>
                  <a:pt x="9750" y="12507"/>
                  <a:pt x="9645" y="12612"/>
                  <a:pt x="9516" y="12612"/>
                </a:cubicBezTo>
                <a:lnTo>
                  <a:pt x="6864" y="12612"/>
                </a:lnTo>
                <a:cubicBezTo>
                  <a:pt x="6735" y="12612"/>
                  <a:pt x="6630" y="12507"/>
                  <a:pt x="6630" y="12378"/>
                </a:cubicBezTo>
                <a:lnTo>
                  <a:pt x="6630" y="10974"/>
                </a:lnTo>
                <a:cubicBezTo>
                  <a:pt x="6630" y="10845"/>
                  <a:pt x="6735" y="10740"/>
                  <a:pt x="6864" y="10740"/>
                </a:cubicBezTo>
                <a:close/>
                <a:moveTo>
                  <a:pt x="6864" y="13860"/>
                </a:moveTo>
                <a:lnTo>
                  <a:pt x="9516" y="13860"/>
                </a:lnTo>
                <a:cubicBezTo>
                  <a:pt x="9645" y="13860"/>
                  <a:pt x="9750" y="13965"/>
                  <a:pt x="9750" y="14094"/>
                </a:cubicBezTo>
                <a:lnTo>
                  <a:pt x="9750" y="15498"/>
                </a:lnTo>
                <a:cubicBezTo>
                  <a:pt x="9750" y="15627"/>
                  <a:pt x="9645" y="15732"/>
                  <a:pt x="9516" y="15732"/>
                </a:cubicBezTo>
                <a:lnTo>
                  <a:pt x="6864" y="15732"/>
                </a:lnTo>
                <a:cubicBezTo>
                  <a:pt x="6735" y="15732"/>
                  <a:pt x="6630" y="15627"/>
                  <a:pt x="6630" y="15498"/>
                </a:cubicBezTo>
                <a:lnTo>
                  <a:pt x="6630" y="14094"/>
                </a:lnTo>
                <a:cubicBezTo>
                  <a:pt x="6630" y="13965"/>
                  <a:pt x="6735" y="13860"/>
                  <a:pt x="6864" y="13860"/>
                </a:cubicBezTo>
                <a:close/>
                <a:moveTo>
                  <a:pt x="11934" y="10740"/>
                </a:moveTo>
                <a:lnTo>
                  <a:pt x="15366" y="10740"/>
                </a:lnTo>
                <a:cubicBezTo>
                  <a:pt x="15495" y="10740"/>
                  <a:pt x="15600" y="10845"/>
                  <a:pt x="15600" y="10974"/>
                </a:cubicBezTo>
                <a:lnTo>
                  <a:pt x="15600" y="12378"/>
                </a:lnTo>
                <a:cubicBezTo>
                  <a:pt x="15600" y="12507"/>
                  <a:pt x="15495" y="12612"/>
                  <a:pt x="15366" y="12612"/>
                </a:cubicBezTo>
                <a:lnTo>
                  <a:pt x="11934" y="12612"/>
                </a:lnTo>
                <a:cubicBezTo>
                  <a:pt x="11805" y="12612"/>
                  <a:pt x="11700" y="12507"/>
                  <a:pt x="11700" y="12378"/>
                </a:cubicBezTo>
                <a:lnTo>
                  <a:pt x="11700" y="10974"/>
                </a:lnTo>
                <a:cubicBezTo>
                  <a:pt x="11700" y="10845"/>
                  <a:pt x="11805" y="10740"/>
                  <a:pt x="11934" y="1074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看板·已验证</a:t>
            </a:r>
          </a:p>
        </p:txBody>
      </p:sp>
      <p:sp>
        <p:nvSpPr>
          <p:cNvPr id="34" name="FLOW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5460" y="8400"/>
                </a:moveTo>
                <a:lnTo>
                  <a:pt x="5928" y="8400"/>
                </a:lnTo>
                <a:lnTo>
                  <a:pt x="5928" y="20880"/>
                </a:lnTo>
                <a:lnTo>
                  <a:pt x="5460" y="20880"/>
                </a:lnTo>
                <a:close/>
                <a:moveTo>
                  <a:pt x="10140" y="8400"/>
                </a:moveTo>
                <a:lnTo>
                  <a:pt x="10608" y="8400"/>
                </a:lnTo>
                <a:lnTo>
                  <a:pt x="10608" y="20880"/>
                </a:lnTo>
                <a:lnTo>
                  <a:pt x="10140" y="20880"/>
                </a:lnTo>
                <a:close/>
                <a:moveTo>
                  <a:pt x="3354" y="10740"/>
                </a:moveTo>
                <a:lnTo>
                  <a:pt x="5226" y="10740"/>
                </a:lnTo>
                <a:cubicBezTo>
                  <a:pt x="5355" y="10740"/>
                  <a:pt x="5460" y="10845"/>
                  <a:pt x="5460" y="10974"/>
                </a:cubicBezTo>
                <a:lnTo>
                  <a:pt x="5460" y="12378"/>
                </a:lnTo>
                <a:cubicBezTo>
                  <a:pt x="5460" y="12507"/>
                  <a:pt x="5355" y="12612"/>
                  <a:pt x="5226" y="12612"/>
                </a:cubicBezTo>
                <a:lnTo>
                  <a:pt x="3354" y="12612"/>
                </a:lnTo>
                <a:cubicBezTo>
                  <a:pt x="3225" y="12612"/>
                  <a:pt x="3120" y="12507"/>
                  <a:pt x="3120" y="12378"/>
                </a:cubicBezTo>
                <a:lnTo>
                  <a:pt x="3120" y="10974"/>
                </a:lnTo>
                <a:cubicBezTo>
                  <a:pt x="3120" y="10845"/>
                  <a:pt x="3225" y="10740"/>
                  <a:pt x="3354" y="10740"/>
                </a:cubicBezTo>
                <a:close/>
                <a:moveTo>
                  <a:pt x="3354" y="13860"/>
                </a:moveTo>
                <a:lnTo>
                  <a:pt x="5226" y="13860"/>
                </a:lnTo>
                <a:cubicBezTo>
                  <a:pt x="5355" y="13860"/>
                  <a:pt x="5460" y="13965"/>
                  <a:pt x="5460" y="14094"/>
                </a:cubicBezTo>
                <a:lnTo>
                  <a:pt x="5460" y="15498"/>
                </a:lnTo>
                <a:cubicBezTo>
                  <a:pt x="5460" y="15627"/>
                  <a:pt x="5355" y="15732"/>
                  <a:pt x="5226" y="15732"/>
                </a:cubicBezTo>
                <a:lnTo>
                  <a:pt x="3354" y="15732"/>
                </a:lnTo>
                <a:cubicBezTo>
                  <a:pt x="3225" y="15732"/>
                  <a:pt x="3120" y="15627"/>
                  <a:pt x="3120" y="15498"/>
                </a:cubicBezTo>
                <a:lnTo>
                  <a:pt x="3120" y="14094"/>
                </a:lnTo>
                <a:cubicBezTo>
                  <a:pt x="3120" y="13965"/>
                  <a:pt x="3225" y="13860"/>
                  <a:pt x="3354" y="13860"/>
                </a:cubicBezTo>
                <a:close/>
                <a:moveTo>
                  <a:pt x="6864" y="10740"/>
                </a:moveTo>
                <a:lnTo>
                  <a:pt x="9516" y="10740"/>
                </a:lnTo>
                <a:cubicBezTo>
                  <a:pt x="9645" y="10740"/>
                  <a:pt x="9750" y="10845"/>
                  <a:pt x="9750" y="10974"/>
                </a:cubicBezTo>
                <a:lnTo>
                  <a:pt x="9750" y="12378"/>
                </a:lnTo>
                <a:cubicBezTo>
                  <a:pt x="9750" y="12507"/>
                  <a:pt x="9645" y="12612"/>
                  <a:pt x="9516" y="12612"/>
                </a:cubicBezTo>
                <a:lnTo>
                  <a:pt x="6864" y="12612"/>
                </a:lnTo>
                <a:cubicBezTo>
                  <a:pt x="6735" y="12612"/>
                  <a:pt x="6630" y="12507"/>
                  <a:pt x="6630" y="12378"/>
                </a:cubicBezTo>
                <a:lnTo>
                  <a:pt x="6630" y="10974"/>
                </a:lnTo>
                <a:cubicBezTo>
                  <a:pt x="6630" y="10845"/>
                  <a:pt x="6735" y="10740"/>
                  <a:pt x="6864" y="10740"/>
                </a:cubicBezTo>
                <a:close/>
                <a:moveTo>
                  <a:pt x="6864" y="13860"/>
                </a:moveTo>
                <a:lnTo>
                  <a:pt x="9516" y="13860"/>
                </a:lnTo>
                <a:cubicBezTo>
                  <a:pt x="9645" y="13860"/>
                  <a:pt x="9750" y="13965"/>
                  <a:pt x="9750" y="14094"/>
                </a:cubicBezTo>
                <a:lnTo>
                  <a:pt x="9750" y="15498"/>
                </a:lnTo>
                <a:cubicBezTo>
                  <a:pt x="9750" y="15627"/>
                  <a:pt x="9645" y="15732"/>
                  <a:pt x="9516" y="15732"/>
                </a:cubicBezTo>
                <a:lnTo>
                  <a:pt x="6864" y="15732"/>
                </a:lnTo>
                <a:cubicBezTo>
                  <a:pt x="6735" y="15732"/>
                  <a:pt x="6630" y="15627"/>
                  <a:pt x="6630" y="15498"/>
                </a:cubicBezTo>
                <a:lnTo>
                  <a:pt x="6630" y="14094"/>
                </a:lnTo>
                <a:cubicBezTo>
                  <a:pt x="6630" y="13965"/>
                  <a:pt x="6735" y="13860"/>
                  <a:pt x="6864" y="13860"/>
                </a:cubicBezTo>
                <a:close/>
                <a:moveTo>
                  <a:pt x="11934" y="10740"/>
                </a:moveTo>
                <a:lnTo>
                  <a:pt x="15366" y="10740"/>
                </a:lnTo>
                <a:cubicBezTo>
                  <a:pt x="15495" y="10740"/>
                  <a:pt x="15600" y="10845"/>
                  <a:pt x="15600" y="10974"/>
                </a:cubicBezTo>
                <a:lnTo>
                  <a:pt x="15600" y="12378"/>
                </a:lnTo>
                <a:cubicBezTo>
                  <a:pt x="15600" y="12507"/>
                  <a:pt x="15495" y="12612"/>
                  <a:pt x="15366" y="12612"/>
                </a:cubicBezTo>
                <a:lnTo>
                  <a:pt x="11934" y="12612"/>
                </a:lnTo>
                <a:cubicBezTo>
                  <a:pt x="11805" y="12612"/>
                  <a:pt x="11700" y="12507"/>
                  <a:pt x="11700" y="12378"/>
                </a:cubicBezTo>
                <a:lnTo>
                  <a:pt x="11700" y="10974"/>
                </a:lnTo>
                <a:cubicBezTo>
                  <a:pt x="11700" y="10845"/>
                  <a:pt x="11805" y="10740"/>
                  <a:pt x="11934" y="1074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看板·同步</a:t>
            </a:r>
          </a:p>
        </p:txBody>
      </p:sp>
      <p:sp>
        <p:nvSpPr>
          <p:cNvPr id="37" name="FLOW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5460" y="8400"/>
                </a:moveTo>
                <a:lnTo>
                  <a:pt x="5928" y="8400"/>
                </a:lnTo>
                <a:lnTo>
                  <a:pt x="5928" y="20880"/>
                </a:lnTo>
                <a:lnTo>
                  <a:pt x="5460" y="20880"/>
                </a:lnTo>
                <a:close/>
                <a:moveTo>
                  <a:pt x="10140" y="8400"/>
                </a:moveTo>
                <a:lnTo>
                  <a:pt x="10608" y="8400"/>
                </a:lnTo>
                <a:lnTo>
                  <a:pt x="10608" y="20880"/>
                </a:lnTo>
                <a:lnTo>
                  <a:pt x="10140" y="20880"/>
                </a:lnTo>
                <a:close/>
                <a:moveTo>
                  <a:pt x="3354" y="10740"/>
                </a:moveTo>
                <a:lnTo>
                  <a:pt x="5226" y="10740"/>
                </a:lnTo>
                <a:cubicBezTo>
                  <a:pt x="5355" y="10740"/>
                  <a:pt x="5460" y="10845"/>
                  <a:pt x="5460" y="10974"/>
                </a:cubicBezTo>
                <a:lnTo>
                  <a:pt x="5460" y="12378"/>
                </a:lnTo>
                <a:cubicBezTo>
                  <a:pt x="5460" y="12507"/>
                  <a:pt x="5355" y="12612"/>
                  <a:pt x="5226" y="12612"/>
                </a:cubicBezTo>
                <a:lnTo>
                  <a:pt x="3354" y="12612"/>
                </a:lnTo>
                <a:cubicBezTo>
                  <a:pt x="3225" y="12612"/>
                  <a:pt x="3120" y="12507"/>
                  <a:pt x="3120" y="12378"/>
                </a:cubicBezTo>
                <a:lnTo>
                  <a:pt x="3120" y="10974"/>
                </a:lnTo>
                <a:cubicBezTo>
                  <a:pt x="3120" y="10845"/>
                  <a:pt x="3225" y="10740"/>
                  <a:pt x="3354" y="10740"/>
                </a:cubicBezTo>
                <a:close/>
                <a:moveTo>
                  <a:pt x="3354" y="13860"/>
                </a:moveTo>
                <a:lnTo>
                  <a:pt x="5226" y="13860"/>
                </a:lnTo>
                <a:cubicBezTo>
                  <a:pt x="5355" y="13860"/>
                  <a:pt x="5460" y="13965"/>
                  <a:pt x="5460" y="14094"/>
                </a:cubicBezTo>
                <a:lnTo>
                  <a:pt x="5460" y="15498"/>
                </a:lnTo>
                <a:cubicBezTo>
                  <a:pt x="5460" y="15627"/>
                  <a:pt x="5355" y="15732"/>
                  <a:pt x="5226" y="15732"/>
                </a:cubicBezTo>
                <a:lnTo>
                  <a:pt x="3354" y="15732"/>
                </a:lnTo>
                <a:cubicBezTo>
                  <a:pt x="3225" y="15732"/>
                  <a:pt x="3120" y="15627"/>
                  <a:pt x="3120" y="15498"/>
                </a:cubicBezTo>
                <a:lnTo>
                  <a:pt x="3120" y="14094"/>
                </a:lnTo>
                <a:cubicBezTo>
                  <a:pt x="3120" y="13965"/>
                  <a:pt x="3225" y="13860"/>
                  <a:pt x="3354" y="13860"/>
                </a:cubicBezTo>
                <a:close/>
                <a:moveTo>
                  <a:pt x="6864" y="10740"/>
                </a:moveTo>
                <a:lnTo>
                  <a:pt x="9516" y="10740"/>
                </a:lnTo>
                <a:cubicBezTo>
                  <a:pt x="9645" y="10740"/>
                  <a:pt x="9750" y="10845"/>
                  <a:pt x="9750" y="10974"/>
                </a:cubicBezTo>
                <a:lnTo>
                  <a:pt x="9750" y="12378"/>
                </a:lnTo>
                <a:cubicBezTo>
                  <a:pt x="9750" y="12507"/>
                  <a:pt x="9645" y="12612"/>
                  <a:pt x="9516" y="12612"/>
                </a:cubicBezTo>
                <a:lnTo>
                  <a:pt x="6864" y="12612"/>
                </a:lnTo>
                <a:cubicBezTo>
                  <a:pt x="6735" y="12612"/>
                  <a:pt x="6630" y="12507"/>
                  <a:pt x="6630" y="12378"/>
                </a:cubicBezTo>
                <a:lnTo>
                  <a:pt x="6630" y="10974"/>
                </a:lnTo>
                <a:cubicBezTo>
                  <a:pt x="6630" y="10845"/>
                  <a:pt x="6735" y="10740"/>
                  <a:pt x="6864" y="10740"/>
                </a:cubicBezTo>
                <a:close/>
                <a:moveTo>
                  <a:pt x="6864" y="13860"/>
                </a:moveTo>
                <a:lnTo>
                  <a:pt x="9516" y="13860"/>
                </a:lnTo>
                <a:cubicBezTo>
                  <a:pt x="9645" y="13860"/>
                  <a:pt x="9750" y="13965"/>
                  <a:pt x="9750" y="14094"/>
                </a:cubicBezTo>
                <a:lnTo>
                  <a:pt x="9750" y="15498"/>
                </a:lnTo>
                <a:cubicBezTo>
                  <a:pt x="9750" y="15627"/>
                  <a:pt x="9645" y="15732"/>
                  <a:pt x="9516" y="15732"/>
                </a:cubicBezTo>
                <a:lnTo>
                  <a:pt x="6864" y="15732"/>
                </a:lnTo>
                <a:cubicBezTo>
                  <a:pt x="6735" y="15732"/>
                  <a:pt x="6630" y="15627"/>
                  <a:pt x="6630" y="15498"/>
                </a:cubicBezTo>
                <a:lnTo>
                  <a:pt x="6630" y="14094"/>
                </a:lnTo>
                <a:cubicBezTo>
                  <a:pt x="6630" y="13965"/>
                  <a:pt x="6735" y="13860"/>
                  <a:pt x="6864" y="13860"/>
                </a:cubicBezTo>
                <a:close/>
                <a:moveTo>
                  <a:pt x="11934" y="10740"/>
                </a:moveTo>
                <a:lnTo>
                  <a:pt x="15366" y="10740"/>
                </a:lnTo>
                <a:cubicBezTo>
                  <a:pt x="15495" y="10740"/>
                  <a:pt x="15600" y="10845"/>
                  <a:pt x="15600" y="10974"/>
                </a:cubicBezTo>
                <a:lnTo>
                  <a:pt x="15600" y="12378"/>
                </a:lnTo>
                <a:cubicBezTo>
                  <a:pt x="15600" y="12507"/>
                  <a:pt x="15495" y="12612"/>
                  <a:pt x="15366" y="12612"/>
                </a:cubicBezTo>
                <a:lnTo>
                  <a:pt x="11934" y="12612"/>
                </a:lnTo>
                <a:cubicBezTo>
                  <a:pt x="11805" y="12612"/>
                  <a:pt x="11700" y="12507"/>
                  <a:pt x="11700" y="12378"/>
                </a:cubicBezTo>
                <a:lnTo>
                  <a:pt x="11700" y="10974"/>
                </a:lnTo>
                <a:cubicBezTo>
                  <a:pt x="11700" y="10845"/>
                  <a:pt x="11805" y="10740"/>
                  <a:pt x="11934" y="1074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看板·新增</a:t>
            </a:r>
          </a:p>
        </p:txBody>
      </p:sp>
      <p:sp>
        <p:nvSpPr>
          <p:cNvPr id="40" name="FLOW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5460" y="8400"/>
                </a:moveTo>
                <a:lnTo>
                  <a:pt x="5928" y="8400"/>
                </a:lnTo>
                <a:lnTo>
                  <a:pt x="5928" y="20880"/>
                </a:lnTo>
                <a:lnTo>
                  <a:pt x="5460" y="20880"/>
                </a:lnTo>
                <a:close/>
                <a:moveTo>
                  <a:pt x="10140" y="8400"/>
                </a:moveTo>
                <a:lnTo>
                  <a:pt x="10608" y="8400"/>
                </a:lnTo>
                <a:lnTo>
                  <a:pt x="10608" y="20880"/>
                </a:lnTo>
                <a:lnTo>
                  <a:pt x="10140" y="20880"/>
                </a:lnTo>
                <a:close/>
                <a:moveTo>
                  <a:pt x="3354" y="10740"/>
                </a:moveTo>
                <a:lnTo>
                  <a:pt x="5226" y="10740"/>
                </a:lnTo>
                <a:cubicBezTo>
                  <a:pt x="5355" y="10740"/>
                  <a:pt x="5460" y="10845"/>
                  <a:pt x="5460" y="10974"/>
                </a:cubicBezTo>
                <a:lnTo>
                  <a:pt x="5460" y="12378"/>
                </a:lnTo>
                <a:cubicBezTo>
                  <a:pt x="5460" y="12507"/>
                  <a:pt x="5355" y="12612"/>
                  <a:pt x="5226" y="12612"/>
                </a:cubicBezTo>
                <a:lnTo>
                  <a:pt x="3354" y="12612"/>
                </a:lnTo>
                <a:cubicBezTo>
                  <a:pt x="3225" y="12612"/>
                  <a:pt x="3120" y="12507"/>
                  <a:pt x="3120" y="12378"/>
                </a:cubicBezTo>
                <a:lnTo>
                  <a:pt x="3120" y="10974"/>
                </a:lnTo>
                <a:cubicBezTo>
                  <a:pt x="3120" y="10845"/>
                  <a:pt x="3225" y="10740"/>
                  <a:pt x="3354" y="10740"/>
                </a:cubicBezTo>
                <a:close/>
                <a:moveTo>
                  <a:pt x="3354" y="13860"/>
                </a:moveTo>
                <a:lnTo>
                  <a:pt x="5226" y="13860"/>
                </a:lnTo>
                <a:cubicBezTo>
                  <a:pt x="5355" y="13860"/>
                  <a:pt x="5460" y="13965"/>
                  <a:pt x="5460" y="14094"/>
                </a:cubicBezTo>
                <a:lnTo>
                  <a:pt x="5460" y="15498"/>
                </a:lnTo>
                <a:cubicBezTo>
                  <a:pt x="5460" y="15627"/>
                  <a:pt x="5355" y="15732"/>
                  <a:pt x="5226" y="15732"/>
                </a:cubicBezTo>
                <a:lnTo>
                  <a:pt x="3354" y="15732"/>
                </a:lnTo>
                <a:cubicBezTo>
                  <a:pt x="3225" y="15732"/>
                  <a:pt x="3120" y="15627"/>
                  <a:pt x="3120" y="15498"/>
                </a:cubicBezTo>
                <a:lnTo>
                  <a:pt x="3120" y="14094"/>
                </a:lnTo>
                <a:cubicBezTo>
                  <a:pt x="3120" y="13965"/>
                  <a:pt x="3225" y="13860"/>
                  <a:pt x="3354" y="13860"/>
                </a:cubicBezTo>
                <a:close/>
                <a:moveTo>
                  <a:pt x="6864" y="10740"/>
                </a:moveTo>
                <a:lnTo>
                  <a:pt x="9516" y="10740"/>
                </a:lnTo>
                <a:cubicBezTo>
                  <a:pt x="9645" y="10740"/>
                  <a:pt x="9750" y="10845"/>
                  <a:pt x="9750" y="10974"/>
                </a:cubicBezTo>
                <a:lnTo>
                  <a:pt x="9750" y="12378"/>
                </a:lnTo>
                <a:cubicBezTo>
                  <a:pt x="9750" y="12507"/>
                  <a:pt x="9645" y="12612"/>
                  <a:pt x="9516" y="12612"/>
                </a:cubicBezTo>
                <a:lnTo>
                  <a:pt x="6864" y="12612"/>
                </a:lnTo>
                <a:cubicBezTo>
                  <a:pt x="6735" y="12612"/>
                  <a:pt x="6630" y="12507"/>
                  <a:pt x="6630" y="12378"/>
                </a:cubicBezTo>
                <a:lnTo>
                  <a:pt x="6630" y="10974"/>
                </a:lnTo>
                <a:cubicBezTo>
                  <a:pt x="6630" y="10845"/>
                  <a:pt x="6735" y="10740"/>
                  <a:pt x="6864" y="10740"/>
                </a:cubicBezTo>
                <a:close/>
                <a:moveTo>
                  <a:pt x="6864" y="13860"/>
                </a:moveTo>
                <a:lnTo>
                  <a:pt x="9516" y="13860"/>
                </a:lnTo>
                <a:cubicBezTo>
                  <a:pt x="9645" y="13860"/>
                  <a:pt x="9750" y="13965"/>
                  <a:pt x="9750" y="14094"/>
                </a:cubicBezTo>
                <a:lnTo>
                  <a:pt x="9750" y="15498"/>
                </a:lnTo>
                <a:cubicBezTo>
                  <a:pt x="9750" y="15627"/>
                  <a:pt x="9645" y="15732"/>
                  <a:pt x="9516" y="15732"/>
                </a:cubicBezTo>
                <a:lnTo>
                  <a:pt x="6864" y="15732"/>
                </a:lnTo>
                <a:cubicBezTo>
                  <a:pt x="6735" y="15732"/>
                  <a:pt x="6630" y="15627"/>
                  <a:pt x="6630" y="15498"/>
                </a:cubicBezTo>
                <a:lnTo>
                  <a:pt x="6630" y="14094"/>
                </a:lnTo>
                <a:cubicBezTo>
                  <a:pt x="6630" y="13965"/>
                  <a:pt x="6735" y="13860"/>
                  <a:pt x="6864" y="13860"/>
                </a:cubicBezTo>
                <a:close/>
                <a:moveTo>
                  <a:pt x="11934" y="10740"/>
                </a:moveTo>
                <a:lnTo>
                  <a:pt x="15366" y="10740"/>
                </a:lnTo>
                <a:cubicBezTo>
                  <a:pt x="15495" y="10740"/>
                  <a:pt x="15600" y="10845"/>
                  <a:pt x="15600" y="10974"/>
                </a:cubicBezTo>
                <a:lnTo>
                  <a:pt x="15600" y="12378"/>
                </a:lnTo>
                <a:cubicBezTo>
                  <a:pt x="15600" y="12507"/>
                  <a:pt x="15495" y="12612"/>
                  <a:pt x="15366" y="12612"/>
                </a:cubicBezTo>
                <a:lnTo>
                  <a:pt x="11934" y="12612"/>
                </a:lnTo>
                <a:cubicBezTo>
                  <a:pt x="11805" y="12612"/>
                  <a:pt x="11700" y="12507"/>
                  <a:pt x="11700" y="12378"/>
                </a:cubicBezTo>
                <a:lnTo>
                  <a:pt x="11700" y="10974"/>
                </a:lnTo>
                <a:cubicBezTo>
                  <a:pt x="11700" y="10845"/>
                  <a:pt x="11805" y="10740"/>
                  <a:pt x="11934" y="10740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看板·可配置</a:t>
            </a:r>
          </a:p>
        </p:txBody>
      </p:sp>
      <p:sp>
        <p:nvSpPr>
          <p:cNvPr id="43" name="FLOW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5460" y="8400"/>
                </a:moveTo>
                <a:lnTo>
                  <a:pt x="5928" y="8400"/>
                </a:lnTo>
                <a:lnTo>
                  <a:pt x="5928" y="20880"/>
                </a:lnTo>
                <a:lnTo>
                  <a:pt x="5460" y="20880"/>
                </a:lnTo>
                <a:close/>
                <a:moveTo>
                  <a:pt x="10140" y="8400"/>
                </a:moveTo>
                <a:lnTo>
                  <a:pt x="10608" y="8400"/>
                </a:lnTo>
                <a:lnTo>
                  <a:pt x="10608" y="20880"/>
                </a:lnTo>
                <a:lnTo>
                  <a:pt x="10140" y="20880"/>
                </a:lnTo>
                <a:close/>
                <a:moveTo>
                  <a:pt x="3354" y="10740"/>
                </a:moveTo>
                <a:lnTo>
                  <a:pt x="5226" y="10740"/>
                </a:lnTo>
                <a:cubicBezTo>
                  <a:pt x="5355" y="10740"/>
                  <a:pt x="5460" y="10845"/>
                  <a:pt x="5460" y="10974"/>
                </a:cubicBezTo>
                <a:lnTo>
                  <a:pt x="5460" y="12378"/>
                </a:lnTo>
                <a:cubicBezTo>
                  <a:pt x="5460" y="12507"/>
                  <a:pt x="5355" y="12612"/>
                  <a:pt x="5226" y="12612"/>
                </a:cubicBezTo>
                <a:lnTo>
                  <a:pt x="3354" y="12612"/>
                </a:lnTo>
                <a:cubicBezTo>
                  <a:pt x="3225" y="12612"/>
                  <a:pt x="3120" y="12507"/>
                  <a:pt x="3120" y="12378"/>
                </a:cubicBezTo>
                <a:lnTo>
                  <a:pt x="3120" y="10974"/>
                </a:lnTo>
                <a:cubicBezTo>
                  <a:pt x="3120" y="10845"/>
                  <a:pt x="3225" y="10740"/>
                  <a:pt x="3354" y="10740"/>
                </a:cubicBezTo>
                <a:close/>
                <a:moveTo>
                  <a:pt x="3354" y="13860"/>
                </a:moveTo>
                <a:lnTo>
                  <a:pt x="5226" y="13860"/>
                </a:lnTo>
                <a:cubicBezTo>
                  <a:pt x="5355" y="13860"/>
                  <a:pt x="5460" y="13965"/>
                  <a:pt x="5460" y="14094"/>
                </a:cubicBezTo>
                <a:lnTo>
                  <a:pt x="5460" y="15498"/>
                </a:lnTo>
                <a:cubicBezTo>
                  <a:pt x="5460" y="15627"/>
                  <a:pt x="5355" y="15732"/>
                  <a:pt x="5226" y="15732"/>
                </a:cubicBezTo>
                <a:lnTo>
                  <a:pt x="3354" y="15732"/>
                </a:lnTo>
                <a:cubicBezTo>
                  <a:pt x="3225" y="15732"/>
                  <a:pt x="3120" y="15627"/>
                  <a:pt x="3120" y="15498"/>
                </a:cubicBezTo>
                <a:lnTo>
                  <a:pt x="3120" y="14094"/>
                </a:lnTo>
                <a:cubicBezTo>
                  <a:pt x="3120" y="13965"/>
                  <a:pt x="3225" y="13860"/>
                  <a:pt x="3354" y="13860"/>
                </a:cubicBezTo>
                <a:close/>
                <a:moveTo>
                  <a:pt x="6864" y="10740"/>
                </a:moveTo>
                <a:lnTo>
                  <a:pt x="9516" y="10740"/>
                </a:lnTo>
                <a:cubicBezTo>
                  <a:pt x="9645" y="10740"/>
                  <a:pt x="9750" y="10845"/>
                  <a:pt x="9750" y="10974"/>
                </a:cubicBezTo>
                <a:lnTo>
                  <a:pt x="9750" y="12378"/>
                </a:lnTo>
                <a:cubicBezTo>
                  <a:pt x="9750" y="12507"/>
                  <a:pt x="9645" y="12612"/>
                  <a:pt x="9516" y="12612"/>
                </a:cubicBezTo>
                <a:lnTo>
                  <a:pt x="6864" y="12612"/>
                </a:lnTo>
                <a:cubicBezTo>
                  <a:pt x="6735" y="12612"/>
                  <a:pt x="6630" y="12507"/>
                  <a:pt x="6630" y="12378"/>
                </a:cubicBezTo>
                <a:lnTo>
                  <a:pt x="6630" y="10974"/>
                </a:lnTo>
                <a:cubicBezTo>
                  <a:pt x="6630" y="10845"/>
                  <a:pt x="6735" y="10740"/>
                  <a:pt x="6864" y="10740"/>
                </a:cubicBezTo>
                <a:close/>
                <a:moveTo>
                  <a:pt x="6864" y="13860"/>
                </a:moveTo>
                <a:lnTo>
                  <a:pt x="9516" y="13860"/>
                </a:lnTo>
                <a:cubicBezTo>
                  <a:pt x="9645" y="13860"/>
                  <a:pt x="9750" y="13965"/>
                  <a:pt x="9750" y="14094"/>
                </a:cubicBezTo>
                <a:lnTo>
                  <a:pt x="9750" y="15498"/>
                </a:lnTo>
                <a:cubicBezTo>
                  <a:pt x="9750" y="15627"/>
                  <a:pt x="9645" y="15732"/>
                  <a:pt x="9516" y="15732"/>
                </a:cubicBezTo>
                <a:lnTo>
                  <a:pt x="6864" y="15732"/>
                </a:lnTo>
                <a:cubicBezTo>
                  <a:pt x="6735" y="15732"/>
                  <a:pt x="6630" y="15627"/>
                  <a:pt x="6630" y="15498"/>
                </a:cubicBezTo>
                <a:lnTo>
                  <a:pt x="6630" y="14094"/>
                </a:lnTo>
                <a:cubicBezTo>
                  <a:pt x="6630" y="13965"/>
                  <a:pt x="6735" y="13860"/>
                  <a:pt x="6864" y="13860"/>
                </a:cubicBezTo>
                <a:close/>
                <a:moveTo>
                  <a:pt x="11934" y="10740"/>
                </a:moveTo>
                <a:lnTo>
                  <a:pt x="15366" y="10740"/>
                </a:lnTo>
                <a:cubicBezTo>
                  <a:pt x="15495" y="10740"/>
                  <a:pt x="15600" y="10845"/>
                  <a:pt x="15600" y="10974"/>
                </a:cubicBezTo>
                <a:lnTo>
                  <a:pt x="15600" y="12378"/>
                </a:lnTo>
                <a:cubicBezTo>
                  <a:pt x="15600" y="12507"/>
                  <a:pt x="15495" y="12612"/>
                  <a:pt x="15366" y="12612"/>
                </a:cubicBezTo>
                <a:lnTo>
                  <a:pt x="11934" y="12612"/>
                </a:lnTo>
                <a:cubicBezTo>
                  <a:pt x="11805" y="12612"/>
                  <a:pt x="11700" y="12507"/>
                  <a:pt x="11700" y="12378"/>
                </a:cubicBezTo>
                <a:lnTo>
                  <a:pt x="11700" y="10974"/>
                </a:lnTo>
                <a:cubicBezTo>
                  <a:pt x="11700" y="10845"/>
                  <a:pt x="11805" y="10740"/>
                  <a:pt x="11934" y="1074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看板·定时</a:t>
            </a:r>
          </a:p>
        </p:txBody>
      </p:sp>
      <p:sp>
        <p:nvSpPr>
          <p:cNvPr id="46" name="FLOW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000" y="6000"/>
                </a:moveTo>
                <a:lnTo>
                  <a:pt x="17000" y="6000"/>
                </a:lnTo>
                <a:lnTo>
                  <a:pt x="17000" y="4000"/>
                </a:lnTo>
                <a:lnTo>
                  <a:pt x="21000" y="7000"/>
                </a:lnTo>
                <a:lnTo>
                  <a:pt x="17000" y="10000"/>
                </a:lnTo>
                <a:lnTo>
                  <a:pt x="17000" y="8000"/>
                </a:lnTo>
                <a:lnTo>
                  <a:pt x="7000" y="8000"/>
                </a:lnTo>
                <a:lnTo>
                  <a:pt x="7000" y="14000"/>
                </a:lnTo>
                <a:lnTo>
                  <a:pt x="5000" y="14000"/>
                </a:lnTo>
                <a:close/>
                <a:moveTo>
                  <a:pt x="19000" y="18000"/>
                </a:moveTo>
                <a:lnTo>
                  <a:pt x="7000" y="18000"/>
                </a:lnTo>
                <a:lnTo>
                  <a:pt x="7000" y="20000"/>
                </a:lnTo>
                <a:lnTo>
                  <a:pt x="3000" y="17000"/>
                </a:lnTo>
                <a:lnTo>
                  <a:pt x="7000" y="14000"/>
                </a:lnTo>
                <a:lnTo>
                  <a:pt x="7000" y="16000"/>
                </a:lnTo>
                <a:lnTo>
                  <a:pt x="17000" y="16000"/>
                </a:lnTo>
                <a:lnTo>
                  <a:pt x="17000" y="10000"/>
                </a:lnTo>
                <a:lnTo>
                  <a:pt x="19000" y="10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循环箭头</a:t>
            </a:r>
          </a:p>
        </p:txBody>
      </p:sp>
      <p:sp>
        <p:nvSpPr>
          <p:cNvPr id="49" name="FLOW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900" y="9960"/>
                </a:moveTo>
                <a:lnTo>
                  <a:pt x="13260" y="9960"/>
                </a:lnTo>
                <a:lnTo>
                  <a:pt x="13260" y="8400"/>
                </a:lnTo>
                <a:lnTo>
                  <a:pt x="16380" y="10740"/>
                </a:lnTo>
                <a:lnTo>
                  <a:pt x="13260" y="13080"/>
                </a:lnTo>
                <a:lnTo>
                  <a:pt x="13260" y="11520"/>
                </a:lnTo>
                <a:lnTo>
                  <a:pt x="5460" y="11520"/>
                </a:lnTo>
                <a:lnTo>
                  <a:pt x="5460" y="16200"/>
                </a:lnTo>
                <a:lnTo>
                  <a:pt x="3900" y="16200"/>
                </a:lnTo>
                <a:close/>
                <a:moveTo>
                  <a:pt x="14820" y="19320"/>
                </a:moveTo>
                <a:lnTo>
                  <a:pt x="5460" y="19320"/>
                </a:lnTo>
                <a:lnTo>
                  <a:pt x="5460" y="20880"/>
                </a:lnTo>
                <a:lnTo>
                  <a:pt x="2340" y="18540"/>
                </a:lnTo>
                <a:lnTo>
                  <a:pt x="5460" y="16200"/>
                </a:lnTo>
                <a:lnTo>
                  <a:pt x="5460" y="17760"/>
                </a:lnTo>
                <a:lnTo>
                  <a:pt x="13260" y="17760"/>
                </a:lnTo>
                <a:lnTo>
                  <a:pt x="13260" y="13080"/>
                </a:lnTo>
                <a:lnTo>
                  <a:pt x="14820" y="1308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循环箭头·已验证</a:t>
            </a:r>
          </a:p>
        </p:txBody>
      </p:sp>
      <p:sp>
        <p:nvSpPr>
          <p:cNvPr id="52" name="FLOW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900" y="9960"/>
                </a:moveTo>
                <a:lnTo>
                  <a:pt x="13260" y="9960"/>
                </a:lnTo>
                <a:lnTo>
                  <a:pt x="13260" y="8400"/>
                </a:lnTo>
                <a:lnTo>
                  <a:pt x="16380" y="10740"/>
                </a:lnTo>
                <a:lnTo>
                  <a:pt x="13260" y="13080"/>
                </a:lnTo>
                <a:lnTo>
                  <a:pt x="13260" y="11520"/>
                </a:lnTo>
                <a:lnTo>
                  <a:pt x="5460" y="11520"/>
                </a:lnTo>
                <a:lnTo>
                  <a:pt x="5460" y="16200"/>
                </a:lnTo>
                <a:lnTo>
                  <a:pt x="3900" y="16200"/>
                </a:lnTo>
                <a:close/>
                <a:moveTo>
                  <a:pt x="14820" y="19320"/>
                </a:moveTo>
                <a:lnTo>
                  <a:pt x="5460" y="19320"/>
                </a:lnTo>
                <a:lnTo>
                  <a:pt x="5460" y="20880"/>
                </a:lnTo>
                <a:lnTo>
                  <a:pt x="2340" y="18540"/>
                </a:lnTo>
                <a:lnTo>
                  <a:pt x="5460" y="16200"/>
                </a:lnTo>
                <a:lnTo>
                  <a:pt x="5460" y="17760"/>
                </a:lnTo>
                <a:lnTo>
                  <a:pt x="13260" y="17760"/>
                </a:lnTo>
                <a:lnTo>
                  <a:pt x="13260" y="13080"/>
                </a:lnTo>
                <a:lnTo>
                  <a:pt x="14820" y="13080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循环箭头·同步</a:t>
            </a:r>
          </a:p>
        </p:txBody>
      </p:sp>
      <p:sp>
        <p:nvSpPr>
          <p:cNvPr id="55" name="FLOW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900" y="9960"/>
                </a:moveTo>
                <a:lnTo>
                  <a:pt x="13260" y="9960"/>
                </a:lnTo>
                <a:lnTo>
                  <a:pt x="13260" y="8400"/>
                </a:lnTo>
                <a:lnTo>
                  <a:pt x="16380" y="10740"/>
                </a:lnTo>
                <a:lnTo>
                  <a:pt x="13260" y="13080"/>
                </a:lnTo>
                <a:lnTo>
                  <a:pt x="13260" y="11520"/>
                </a:lnTo>
                <a:lnTo>
                  <a:pt x="5460" y="11520"/>
                </a:lnTo>
                <a:lnTo>
                  <a:pt x="5460" y="16200"/>
                </a:lnTo>
                <a:lnTo>
                  <a:pt x="3900" y="16200"/>
                </a:lnTo>
                <a:close/>
                <a:moveTo>
                  <a:pt x="14820" y="19320"/>
                </a:moveTo>
                <a:lnTo>
                  <a:pt x="5460" y="19320"/>
                </a:lnTo>
                <a:lnTo>
                  <a:pt x="5460" y="20880"/>
                </a:lnTo>
                <a:lnTo>
                  <a:pt x="2340" y="18540"/>
                </a:lnTo>
                <a:lnTo>
                  <a:pt x="5460" y="16200"/>
                </a:lnTo>
                <a:lnTo>
                  <a:pt x="5460" y="17760"/>
                </a:lnTo>
                <a:lnTo>
                  <a:pt x="13260" y="17760"/>
                </a:lnTo>
                <a:lnTo>
                  <a:pt x="13260" y="13080"/>
                </a:lnTo>
                <a:lnTo>
                  <a:pt x="14820" y="1308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循环箭头·新增</a:t>
            </a:r>
          </a:p>
        </p:txBody>
      </p:sp>
      <p:sp>
        <p:nvSpPr>
          <p:cNvPr id="58" name="FLOW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900" y="9960"/>
                </a:moveTo>
                <a:lnTo>
                  <a:pt x="13260" y="9960"/>
                </a:lnTo>
                <a:lnTo>
                  <a:pt x="13260" y="8400"/>
                </a:lnTo>
                <a:lnTo>
                  <a:pt x="16380" y="10740"/>
                </a:lnTo>
                <a:lnTo>
                  <a:pt x="13260" y="13080"/>
                </a:lnTo>
                <a:lnTo>
                  <a:pt x="13260" y="11520"/>
                </a:lnTo>
                <a:lnTo>
                  <a:pt x="5460" y="11520"/>
                </a:lnTo>
                <a:lnTo>
                  <a:pt x="5460" y="16200"/>
                </a:lnTo>
                <a:lnTo>
                  <a:pt x="3900" y="16200"/>
                </a:lnTo>
                <a:close/>
                <a:moveTo>
                  <a:pt x="14820" y="19320"/>
                </a:moveTo>
                <a:lnTo>
                  <a:pt x="5460" y="19320"/>
                </a:lnTo>
                <a:lnTo>
                  <a:pt x="5460" y="20880"/>
                </a:lnTo>
                <a:lnTo>
                  <a:pt x="2340" y="18540"/>
                </a:lnTo>
                <a:lnTo>
                  <a:pt x="5460" y="16200"/>
                </a:lnTo>
                <a:lnTo>
                  <a:pt x="5460" y="17760"/>
                </a:lnTo>
                <a:lnTo>
                  <a:pt x="13260" y="17760"/>
                </a:lnTo>
                <a:lnTo>
                  <a:pt x="13260" y="13080"/>
                </a:lnTo>
                <a:lnTo>
                  <a:pt x="14820" y="13080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循环箭头·可配置</a:t>
            </a:r>
          </a:p>
        </p:txBody>
      </p:sp>
      <p:sp>
        <p:nvSpPr>
          <p:cNvPr id="61" name="FLOW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900" y="9960"/>
                </a:moveTo>
                <a:lnTo>
                  <a:pt x="13260" y="9960"/>
                </a:lnTo>
                <a:lnTo>
                  <a:pt x="13260" y="8400"/>
                </a:lnTo>
                <a:lnTo>
                  <a:pt x="16380" y="10740"/>
                </a:lnTo>
                <a:lnTo>
                  <a:pt x="13260" y="13080"/>
                </a:lnTo>
                <a:lnTo>
                  <a:pt x="13260" y="11520"/>
                </a:lnTo>
                <a:lnTo>
                  <a:pt x="5460" y="11520"/>
                </a:lnTo>
                <a:lnTo>
                  <a:pt x="5460" y="16200"/>
                </a:lnTo>
                <a:lnTo>
                  <a:pt x="3900" y="16200"/>
                </a:lnTo>
                <a:close/>
                <a:moveTo>
                  <a:pt x="14820" y="19320"/>
                </a:moveTo>
                <a:lnTo>
                  <a:pt x="5460" y="19320"/>
                </a:lnTo>
                <a:lnTo>
                  <a:pt x="5460" y="20880"/>
                </a:lnTo>
                <a:lnTo>
                  <a:pt x="2340" y="18540"/>
                </a:lnTo>
                <a:lnTo>
                  <a:pt x="5460" y="16200"/>
                </a:lnTo>
                <a:lnTo>
                  <a:pt x="5460" y="17760"/>
                </a:lnTo>
                <a:lnTo>
                  <a:pt x="13260" y="17760"/>
                </a:lnTo>
                <a:lnTo>
                  <a:pt x="13260" y="13080"/>
                </a:lnTo>
                <a:lnTo>
                  <a:pt x="14820" y="1308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循环箭头·定时</a:t>
            </a:r>
          </a:p>
        </p:txBody>
      </p:sp>
      <p:sp>
        <p:nvSpPr>
          <p:cNvPr id="64" name="FLOW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3000"/>
                </a:moveTo>
                <a:lnTo>
                  <a:pt x="14600" y="5600"/>
                </a:lnTo>
                <a:lnTo>
                  <a:pt x="12000" y="8000"/>
                </a:lnTo>
                <a:lnTo>
                  <a:pt x="9400" y="5600"/>
                </a:lnTo>
                <a:close/>
                <a:moveTo>
                  <a:pt x="11300" y="8000"/>
                </a:moveTo>
                <a:lnTo>
                  <a:pt x="12700" y="8000"/>
                </a:lnTo>
                <a:cubicBezTo>
                  <a:pt x="12866" y="8000"/>
                  <a:pt x="13000" y="8134"/>
                  <a:pt x="13000" y="8300"/>
                </a:cubicBezTo>
                <a:lnTo>
                  <a:pt x="13000" y="21700"/>
                </a:lnTo>
                <a:cubicBezTo>
                  <a:pt x="13000" y="21866"/>
                  <a:pt x="12866" y="22000"/>
                  <a:pt x="12700" y="22000"/>
                </a:cubicBezTo>
                <a:lnTo>
                  <a:pt x="11300" y="22000"/>
                </a:lnTo>
                <a:cubicBezTo>
                  <a:pt x="11134" y="22000"/>
                  <a:pt x="11000" y="21866"/>
                  <a:pt x="11000" y="21700"/>
                </a:cubicBezTo>
                <a:lnTo>
                  <a:pt x="11000" y="8300"/>
                </a:lnTo>
                <a:cubicBezTo>
                  <a:pt x="11000" y="8134"/>
                  <a:pt x="11134" y="8000"/>
                  <a:pt x="11300" y="8000"/>
                </a:cubicBezTo>
                <a:close/>
                <a:moveTo>
                  <a:pt x="2300" y="21000"/>
                </a:moveTo>
                <a:lnTo>
                  <a:pt x="21700" y="21000"/>
                </a:lnTo>
                <a:cubicBezTo>
                  <a:pt x="21866" y="21000"/>
                  <a:pt x="22000" y="21134"/>
                  <a:pt x="22000" y="213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1300"/>
                </a:lnTo>
                <a:cubicBezTo>
                  <a:pt x="2000" y="21134"/>
                  <a:pt x="2134" y="21000"/>
                  <a:pt x="23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里程碑</a:t>
            </a:r>
          </a:p>
        </p:txBody>
      </p:sp>
      <p:sp>
        <p:nvSpPr>
          <p:cNvPr id="67" name="FLOW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1388" y="9648"/>
                </a:lnTo>
                <a:lnTo>
                  <a:pt x="9360" y="11520"/>
                </a:lnTo>
                <a:lnTo>
                  <a:pt x="7332" y="9648"/>
                </a:lnTo>
                <a:close/>
                <a:moveTo>
                  <a:pt x="8814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22206"/>
                </a:lnTo>
                <a:cubicBezTo>
                  <a:pt x="10140" y="22335"/>
                  <a:pt x="10035" y="22440"/>
                  <a:pt x="9906" y="22440"/>
                </a:cubicBezTo>
                <a:lnTo>
                  <a:pt x="8814" y="22440"/>
                </a:lnTo>
                <a:cubicBezTo>
                  <a:pt x="8685" y="22440"/>
                  <a:pt x="8580" y="22335"/>
                  <a:pt x="8580" y="22206"/>
                </a:cubicBezTo>
                <a:lnTo>
                  <a:pt x="8580" y="11754"/>
                </a:lnTo>
                <a:cubicBezTo>
                  <a:pt x="8580" y="11625"/>
                  <a:pt x="8685" y="11520"/>
                  <a:pt x="8814" y="115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里程碑·已验证</a:t>
            </a:r>
          </a:p>
        </p:txBody>
      </p:sp>
      <p:sp>
        <p:nvSpPr>
          <p:cNvPr id="70" name="FLOW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1388" y="9648"/>
                </a:lnTo>
                <a:lnTo>
                  <a:pt x="9360" y="11520"/>
                </a:lnTo>
                <a:lnTo>
                  <a:pt x="7332" y="9648"/>
                </a:lnTo>
                <a:close/>
                <a:moveTo>
                  <a:pt x="8814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22206"/>
                </a:lnTo>
                <a:cubicBezTo>
                  <a:pt x="10140" y="22335"/>
                  <a:pt x="10035" y="22440"/>
                  <a:pt x="9906" y="22440"/>
                </a:cubicBezTo>
                <a:lnTo>
                  <a:pt x="8814" y="22440"/>
                </a:lnTo>
                <a:cubicBezTo>
                  <a:pt x="8685" y="22440"/>
                  <a:pt x="8580" y="22335"/>
                  <a:pt x="8580" y="22206"/>
                </a:cubicBezTo>
                <a:lnTo>
                  <a:pt x="8580" y="11754"/>
                </a:lnTo>
                <a:cubicBezTo>
                  <a:pt x="8580" y="11625"/>
                  <a:pt x="8685" y="11520"/>
                  <a:pt x="8814" y="115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里程碑·同步</a:t>
            </a:r>
          </a:p>
        </p:txBody>
      </p:sp>
      <p:sp>
        <p:nvSpPr>
          <p:cNvPr id="73" name="FLOW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1388" y="9648"/>
                </a:lnTo>
                <a:lnTo>
                  <a:pt x="9360" y="11520"/>
                </a:lnTo>
                <a:lnTo>
                  <a:pt x="7332" y="9648"/>
                </a:lnTo>
                <a:close/>
                <a:moveTo>
                  <a:pt x="8814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22206"/>
                </a:lnTo>
                <a:cubicBezTo>
                  <a:pt x="10140" y="22335"/>
                  <a:pt x="10035" y="22440"/>
                  <a:pt x="9906" y="22440"/>
                </a:cubicBezTo>
                <a:lnTo>
                  <a:pt x="8814" y="22440"/>
                </a:lnTo>
                <a:cubicBezTo>
                  <a:pt x="8685" y="22440"/>
                  <a:pt x="8580" y="22335"/>
                  <a:pt x="8580" y="22206"/>
                </a:cubicBezTo>
                <a:lnTo>
                  <a:pt x="8580" y="11754"/>
                </a:lnTo>
                <a:cubicBezTo>
                  <a:pt x="8580" y="11625"/>
                  <a:pt x="8685" y="11520"/>
                  <a:pt x="8814" y="115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里程碑·新增</a:t>
            </a:r>
          </a:p>
        </p:txBody>
      </p:sp>
      <p:sp>
        <p:nvSpPr>
          <p:cNvPr id="76" name="FLOW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1388" y="9648"/>
                </a:lnTo>
                <a:lnTo>
                  <a:pt x="9360" y="11520"/>
                </a:lnTo>
                <a:lnTo>
                  <a:pt x="7332" y="9648"/>
                </a:lnTo>
                <a:close/>
                <a:moveTo>
                  <a:pt x="8814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22206"/>
                </a:lnTo>
                <a:cubicBezTo>
                  <a:pt x="10140" y="22335"/>
                  <a:pt x="10035" y="22440"/>
                  <a:pt x="9906" y="22440"/>
                </a:cubicBezTo>
                <a:lnTo>
                  <a:pt x="8814" y="22440"/>
                </a:lnTo>
                <a:cubicBezTo>
                  <a:pt x="8685" y="22440"/>
                  <a:pt x="8580" y="22335"/>
                  <a:pt x="8580" y="22206"/>
                </a:cubicBezTo>
                <a:lnTo>
                  <a:pt x="8580" y="11754"/>
                </a:lnTo>
                <a:cubicBezTo>
                  <a:pt x="8580" y="11625"/>
                  <a:pt x="8685" y="11520"/>
                  <a:pt x="8814" y="115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里程碑·可配置</a:t>
            </a:r>
          </a:p>
        </p:txBody>
      </p:sp>
      <p:sp>
        <p:nvSpPr>
          <p:cNvPr id="79" name="FLOW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1388" y="9648"/>
                </a:lnTo>
                <a:lnTo>
                  <a:pt x="9360" y="11520"/>
                </a:lnTo>
                <a:lnTo>
                  <a:pt x="7332" y="9648"/>
                </a:lnTo>
                <a:close/>
                <a:moveTo>
                  <a:pt x="8814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22206"/>
                </a:lnTo>
                <a:cubicBezTo>
                  <a:pt x="10140" y="22335"/>
                  <a:pt x="10035" y="22440"/>
                  <a:pt x="9906" y="22440"/>
                </a:cubicBezTo>
                <a:lnTo>
                  <a:pt x="8814" y="22440"/>
                </a:lnTo>
                <a:cubicBezTo>
                  <a:pt x="8685" y="22440"/>
                  <a:pt x="8580" y="22335"/>
                  <a:pt x="8580" y="22206"/>
                </a:cubicBezTo>
                <a:lnTo>
                  <a:pt x="8580" y="11754"/>
                </a:lnTo>
                <a:cubicBezTo>
                  <a:pt x="8580" y="11625"/>
                  <a:pt x="8685" y="11520"/>
                  <a:pt x="8814" y="115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里程碑·定时</a:t>
            </a:r>
          </a:p>
        </p:txBody>
      </p:sp>
      <p:sp>
        <p:nvSpPr>
          <p:cNvPr id="82" name="FLOW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000" y="7000"/>
                </a:moveTo>
                <a:cubicBezTo>
                  <a:pt x="6000" y="8105"/>
                  <a:pt x="5105" y="9000"/>
                  <a:pt x="4000" y="9000"/>
                </a:cubicBezTo>
                <a:cubicBezTo>
                  <a:pt x="2895" y="9000"/>
                  <a:pt x="2000" y="8105"/>
                  <a:pt x="2000" y="7000"/>
                </a:cubicBezTo>
                <a:cubicBezTo>
                  <a:pt x="2000" y="5895"/>
                  <a:pt x="2895" y="5000"/>
                  <a:pt x="4000" y="5000"/>
                </a:cubicBezTo>
                <a:cubicBezTo>
                  <a:pt x="5105" y="5000"/>
                  <a:pt x="6000" y="5895"/>
                  <a:pt x="6000" y="7000"/>
                </a:cubicBezTo>
                <a:close/>
                <a:moveTo>
                  <a:pt x="14000" y="17000"/>
                </a:moveTo>
                <a:cubicBezTo>
                  <a:pt x="14000" y="18105"/>
                  <a:pt x="13105" y="19000"/>
                  <a:pt x="12000" y="19000"/>
                </a:cubicBezTo>
                <a:cubicBezTo>
                  <a:pt x="10895" y="19000"/>
                  <a:pt x="10000" y="18105"/>
                  <a:pt x="10000" y="17000"/>
                </a:cubicBezTo>
                <a:cubicBezTo>
                  <a:pt x="10000" y="15895"/>
                  <a:pt x="10895" y="15000"/>
                  <a:pt x="12000" y="15000"/>
                </a:cubicBezTo>
                <a:cubicBezTo>
                  <a:pt x="13105" y="15000"/>
                  <a:pt x="14000" y="15895"/>
                  <a:pt x="14000" y="17000"/>
                </a:cubicBezTo>
                <a:close/>
                <a:moveTo>
                  <a:pt x="22000" y="7000"/>
                </a:moveTo>
                <a:cubicBezTo>
                  <a:pt x="22000" y="8105"/>
                  <a:pt x="21105" y="9000"/>
                  <a:pt x="20000" y="9000"/>
                </a:cubicBezTo>
                <a:cubicBezTo>
                  <a:pt x="18895" y="9000"/>
                  <a:pt x="18000" y="8105"/>
                  <a:pt x="18000" y="7000"/>
                </a:cubicBezTo>
                <a:cubicBezTo>
                  <a:pt x="18000" y="5895"/>
                  <a:pt x="18895" y="5000"/>
                  <a:pt x="20000" y="5000"/>
                </a:cubicBezTo>
                <a:cubicBezTo>
                  <a:pt x="21105" y="5000"/>
                  <a:pt x="22000" y="5895"/>
                  <a:pt x="22000" y="7000"/>
                </a:cubicBezTo>
                <a:close/>
                <a:moveTo>
                  <a:pt x="4000" y="7000"/>
                </a:moveTo>
                <a:quadBezTo>
                  <a:pt x="8000" y="7000"/>
                  <a:pt x="8000" y="12000"/>
                </a:quadBezTo>
                <a:quadBezTo>
                  <a:pt x="8000" y="17000"/>
                  <a:pt x="12000" y="17000"/>
                </a:quadBezTo>
                <a:quadBezTo>
                  <a:pt x="16000" y="17000"/>
                  <a:pt x="16000" y="12000"/>
                </a:quadBezTo>
                <a:quadBezTo>
                  <a:pt x="16000" y="7000"/>
                  <a:pt x="20000" y="7000"/>
                </a:quadBezTo>
                <a:moveTo>
                  <a:pt x="3610" y="7312"/>
                </a:moveTo>
                <a:lnTo>
                  <a:pt x="7610" y="12312"/>
                </a:lnTo>
                <a:lnTo>
                  <a:pt x="8390" y="11688"/>
                </a:lnTo>
                <a:lnTo>
                  <a:pt x="4390" y="6688"/>
                </a:lnTo>
                <a:close/>
                <a:moveTo>
                  <a:pt x="7610" y="12312"/>
                </a:moveTo>
                <a:lnTo>
                  <a:pt x="11610" y="17312"/>
                </a:lnTo>
                <a:lnTo>
                  <a:pt x="12390" y="16688"/>
                </a:lnTo>
                <a:lnTo>
                  <a:pt x="8390" y="11688"/>
                </a:lnTo>
                <a:close/>
                <a:moveTo>
                  <a:pt x="12390" y="17312"/>
                </a:moveTo>
                <a:lnTo>
                  <a:pt x="16390" y="12312"/>
                </a:lnTo>
                <a:lnTo>
                  <a:pt x="15610" y="11688"/>
                </a:lnTo>
                <a:lnTo>
                  <a:pt x="11610" y="16688"/>
                </a:lnTo>
                <a:close/>
                <a:moveTo>
                  <a:pt x="16390" y="12312"/>
                </a:moveTo>
                <a:lnTo>
                  <a:pt x="20390" y="7312"/>
                </a:lnTo>
                <a:lnTo>
                  <a:pt x="19610" y="6688"/>
                </a:lnTo>
                <a:lnTo>
                  <a:pt x="15610" y="1168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路径</a:t>
            </a:r>
          </a:p>
        </p:txBody>
      </p:sp>
      <p:sp>
        <p:nvSpPr>
          <p:cNvPr id="85" name="FLOW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10740"/>
                </a:moveTo>
                <a:cubicBezTo>
                  <a:pt x="4680" y="11602"/>
                  <a:pt x="3982" y="12300"/>
                  <a:pt x="3120" y="12300"/>
                </a:cubicBezTo>
                <a:cubicBezTo>
                  <a:pt x="2258" y="12300"/>
                  <a:pt x="1560" y="11602"/>
                  <a:pt x="1560" y="10740"/>
                </a:cubicBezTo>
                <a:cubicBezTo>
                  <a:pt x="1560" y="9878"/>
                  <a:pt x="2258" y="9180"/>
                  <a:pt x="3120" y="9180"/>
                </a:cubicBezTo>
                <a:cubicBezTo>
                  <a:pt x="3982" y="9180"/>
                  <a:pt x="4680" y="9878"/>
                  <a:pt x="4680" y="10740"/>
                </a:cubicBezTo>
                <a:close/>
                <a:moveTo>
                  <a:pt x="10920" y="18540"/>
                </a:moveTo>
                <a:cubicBezTo>
                  <a:pt x="10920" y="19402"/>
                  <a:pt x="10222" y="20100"/>
                  <a:pt x="9360" y="20100"/>
                </a:cubicBezTo>
                <a:cubicBezTo>
                  <a:pt x="8498" y="20100"/>
                  <a:pt x="7800" y="19402"/>
                  <a:pt x="7800" y="18540"/>
                </a:cubicBezTo>
                <a:cubicBezTo>
                  <a:pt x="7800" y="17678"/>
                  <a:pt x="8498" y="16980"/>
                  <a:pt x="9360" y="16980"/>
                </a:cubicBezTo>
                <a:cubicBezTo>
                  <a:pt x="10222" y="16980"/>
                  <a:pt x="10920" y="17678"/>
                  <a:pt x="10920" y="18540"/>
                </a:cubicBezTo>
                <a:close/>
                <a:moveTo>
                  <a:pt x="17160" y="10740"/>
                </a:moveTo>
                <a:cubicBezTo>
                  <a:pt x="17160" y="11602"/>
                  <a:pt x="16462" y="12300"/>
                  <a:pt x="15600" y="12300"/>
                </a:cubicBezTo>
                <a:cubicBezTo>
                  <a:pt x="14738" y="12300"/>
                  <a:pt x="14040" y="11602"/>
                  <a:pt x="14040" y="10740"/>
                </a:cubicBezTo>
                <a:cubicBezTo>
                  <a:pt x="14040" y="9878"/>
                  <a:pt x="14738" y="9180"/>
                  <a:pt x="15600" y="9180"/>
                </a:cubicBezTo>
                <a:cubicBezTo>
                  <a:pt x="16462" y="9180"/>
                  <a:pt x="17160" y="9878"/>
                  <a:pt x="17160" y="10740"/>
                </a:cubicBezTo>
                <a:close/>
                <a:moveTo>
                  <a:pt x="3120" y="10740"/>
                </a:moveTo>
                <a:quadBezTo>
                  <a:pt x="6240" y="10740"/>
                  <a:pt x="6240" y="14640"/>
                </a:quadBezTo>
                <a:quadBezTo>
                  <a:pt x="6240" y="18540"/>
                  <a:pt x="9360" y="18540"/>
                </a:quadBezTo>
                <a:quadBezTo>
                  <a:pt x="12480" y="18540"/>
                  <a:pt x="12480" y="14640"/>
                </a:quadBezTo>
                <a:quadBezTo>
                  <a:pt x="12480" y="10740"/>
                  <a:pt x="15600" y="10740"/>
                </a:quadBezTo>
                <a:moveTo>
                  <a:pt x="2815" y="10984"/>
                </a:moveTo>
                <a:lnTo>
                  <a:pt x="5935" y="14884"/>
                </a:lnTo>
                <a:lnTo>
                  <a:pt x="6545" y="14396"/>
                </a:lnTo>
                <a:lnTo>
                  <a:pt x="3425" y="10496"/>
                </a:lnTo>
                <a:close/>
                <a:moveTo>
                  <a:pt x="5935" y="14884"/>
                </a:moveTo>
                <a:lnTo>
                  <a:pt x="9055" y="18784"/>
                </a:lnTo>
                <a:lnTo>
                  <a:pt x="9665" y="18296"/>
                </a:lnTo>
                <a:lnTo>
                  <a:pt x="6545" y="14396"/>
                </a:lnTo>
                <a:close/>
                <a:moveTo>
                  <a:pt x="9665" y="18784"/>
                </a:moveTo>
                <a:lnTo>
                  <a:pt x="12785" y="14884"/>
                </a:lnTo>
                <a:lnTo>
                  <a:pt x="12175" y="14396"/>
                </a:lnTo>
                <a:lnTo>
                  <a:pt x="9055" y="18296"/>
                </a:lnTo>
                <a:close/>
                <a:moveTo>
                  <a:pt x="12785" y="14884"/>
                </a:moveTo>
                <a:lnTo>
                  <a:pt x="15905" y="10984"/>
                </a:lnTo>
                <a:lnTo>
                  <a:pt x="15295" y="10496"/>
                </a:lnTo>
                <a:lnTo>
                  <a:pt x="12175" y="14396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路径·已验证</a:t>
            </a:r>
          </a:p>
        </p:txBody>
      </p:sp>
      <p:sp>
        <p:nvSpPr>
          <p:cNvPr id="88" name="FLOW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10740"/>
                </a:moveTo>
                <a:cubicBezTo>
                  <a:pt x="4680" y="11602"/>
                  <a:pt x="3982" y="12300"/>
                  <a:pt x="3120" y="12300"/>
                </a:cubicBezTo>
                <a:cubicBezTo>
                  <a:pt x="2258" y="12300"/>
                  <a:pt x="1560" y="11602"/>
                  <a:pt x="1560" y="10740"/>
                </a:cubicBezTo>
                <a:cubicBezTo>
                  <a:pt x="1560" y="9878"/>
                  <a:pt x="2258" y="9180"/>
                  <a:pt x="3120" y="9180"/>
                </a:cubicBezTo>
                <a:cubicBezTo>
                  <a:pt x="3982" y="9180"/>
                  <a:pt x="4680" y="9878"/>
                  <a:pt x="4680" y="10740"/>
                </a:cubicBezTo>
                <a:close/>
                <a:moveTo>
                  <a:pt x="10920" y="18540"/>
                </a:moveTo>
                <a:cubicBezTo>
                  <a:pt x="10920" y="19402"/>
                  <a:pt x="10222" y="20100"/>
                  <a:pt x="9360" y="20100"/>
                </a:cubicBezTo>
                <a:cubicBezTo>
                  <a:pt x="8498" y="20100"/>
                  <a:pt x="7800" y="19402"/>
                  <a:pt x="7800" y="18540"/>
                </a:cubicBezTo>
                <a:cubicBezTo>
                  <a:pt x="7800" y="17678"/>
                  <a:pt x="8498" y="16980"/>
                  <a:pt x="9360" y="16980"/>
                </a:cubicBezTo>
                <a:cubicBezTo>
                  <a:pt x="10222" y="16980"/>
                  <a:pt x="10920" y="17678"/>
                  <a:pt x="10920" y="18540"/>
                </a:cubicBezTo>
                <a:close/>
                <a:moveTo>
                  <a:pt x="17160" y="10740"/>
                </a:moveTo>
                <a:cubicBezTo>
                  <a:pt x="17160" y="11602"/>
                  <a:pt x="16462" y="12300"/>
                  <a:pt x="15600" y="12300"/>
                </a:cubicBezTo>
                <a:cubicBezTo>
                  <a:pt x="14738" y="12300"/>
                  <a:pt x="14040" y="11602"/>
                  <a:pt x="14040" y="10740"/>
                </a:cubicBezTo>
                <a:cubicBezTo>
                  <a:pt x="14040" y="9878"/>
                  <a:pt x="14738" y="9180"/>
                  <a:pt x="15600" y="9180"/>
                </a:cubicBezTo>
                <a:cubicBezTo>
                  <a:pt x="16462" y="9180"/>
                  <a:pt x="17160" y="9878"/>
                  <a:pt x="17160" y="10740"/>
                </a:cubicBezTo>
                <a:close/>
                <a:moveTo>
                  <a:pt x="3120" y="10740"/>
                </a:moveTo>
                <a:quadBezTo>
                  <a:pt x="6240" y="10740"/>
                  <a:pt x="6240" y="14640"/>
                </a:quadBezTo>
                <a:quadBezTo>
                  <a:pt x="6240" y="18540"/>
                  <a:pt x="9360" y="18540"/>
                </a:quadBezTo>
                <a:quadBezTo>
                  <a:pt x="12480" y="18540"/>
                  <a:pt x="12480" y="14640"/>
                </a:quadBezTo>
                <a:quadBezTo>
                  <a:pt x="12480" y="10740"/>
                  <a:pt x="15600" y="10740"/>
                </a:quadBezTo>
                <a:moveTo>
                  <a:pt x="2815" y="10984"/>
                </a:moveTo>
                <a:lnTo>
                  <a:pt x="5935" y="14884"/>
                </a:lnTo>
                <a:lnTo>
                  <a:pt x="6545" y="14396"/>
                </a:lnTo>
                <a:lnTo>
                  <a:pt x="3425" y="10496"/>
                </a:lnTo>
                <a:close/>
                <a:moveTo>
                  <a:pt x="5935" y="14884"/>
                </a:moveTo>
                <a:lnTo>
                  <a:pt x="9055" y="18784"/>
                </a:lnTo>
                <a:lnTo>
                  <a:pt x="9665" y="18296"/>
                </a:lnTo>
                <a:lnTo>
                  <a:pt x="6545" y="14396"/>
                </a:lnTo>
                <a:close/>
                <a:moveTo>
                  <a:pt x="9665" y="18784"/>
                </a:moveTo>
                <a:lnTo>
                  <a:pt x="12785" y="14884"/>
                </a:lnTo>
                <a:lnTo>
                  <a:pt x="12175" y="14396"/>
                </a:lnTo>
                <a:lnTo>
                  <a:pt x="9055" y="18296"/>
                </a:lnTo>
                <a:close/>
                <a:moveTo>
                  <a:pt x="12785" y="14884"/>
                </a:moveTo>
                <a:lnTo>
                  <a:pt x="15905" y="10984"/>
                </a:lnTo>
                <a:lnTo>
                  <a:pt x="15295" y="10496"/>
                </a:lnTo>
                <a:lnTo>
                  <a:pt x="12175" y="14396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路径·同步</a:t>
            </a:r>
          </a:p>
        </p:txBody>
      </p:sp>
      <p:sp>
        <p:nvSpPr>
          <p:cNvPr id="91" name="FLOW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10740"/>
                </a:moveTo>
                <a:cubicBezTo>
                  <a:pt x="4680" y="11602"/>
                  <a:pt x="3982" y="12300"/>
                  <a:pt x="3120" y="12300"/>
                </a:cubicBezTo>
                <a:cubicBezTo>
                  <a:pt x="2258" y="12300"/>
                  <a:pt x="1560" y="11602"/>
                  <a:pt x="1560" y="10740"/>
                </a:cubicBezTo>
                <a:cubicBezTo>
                  <a:pt x="1560" y="9878"/>
                  <a:pt x="2258" y="9180"/>
                  <a:pt x="3120" y="9180"/>
                </a:cubicBezTo>
                <a:cubicBezTo>
                  <a:pt x="3982" y="9180"/>
                  <a:pt x="4680" y="9878"/>
                  <a:pt x="4680" y="10740"/>
                </a:cubicBezTo>
                <a:close/>
                <a:moveTo>
                  <a:pt x="10920" y="18540"/>
                </a:moveTo>
                <a:cubicBezTo>
                  <a:pt x="10920" y="19402"/>
                  <a:pt x="10222" y="20100"/>
                  <a:pt x="9360" y="20100"/>
                </a:cubicBezTo>
                <a:cubicBezTo>
                  <a:pt x="8498" y="20100"/>
                  <a:pt x="7800" y="19402"/>
                  <a:pt x="7800" y="18540"/>
                </a:cubicBezTo>
                <a:cubicBezTo>
                  <a:pt x="7800" y="17678"/>
                  <a:pt x="8498" y="16980"/>
                  <a:pt x="9360" y="16980"/>
                </a:cubicBezTo>
                <a:cubicBezTo>
                  <a:pt x="10222" y="16980"/>
                  <a:pt x="10920" y="17678"/>
                  <a:pt x="10920" y="18540"/>
                </a:cubicBezTo>
                <a:close/>
                <a:moveTo>
                  <a:pt x="17160" y="10740"/>
                </a:moveTo>
                <a:cubicBezTo>
                  <a:pt x="17160" y="11602"/>
                  <a:pt x="16462" y="12300"/>
                  <a:pt x="15600" y="12300"/>
                </a:cubicBezTo>
                <a:cubicBezTo>
                  <a:pt x="14738" y="12300"/>
                  <a:pt x="14040" y="11602"/>
                  <a:pt x="14040" y="10740"/>
                </a:cubicBezTo>
                <a:cubicBezTo>
                  <a:pt x="14040" y="9878"/>
                  <a:pt x="14738" y="9180"/>
                  <a:pt x="15600" y="9180"/>
                </a:cubicBezTo>
                <a:cubicBezTo>
                  <a:pt x="16462" y="9180"/>
                  <a:pt x="17160" y="9878"/>
                  <a:pt x="17160" y="10740"/>
                </a:cubicBezTo>
                <a:close/>
                <a:moveTo>
                  <a:pt x="3120" y="10740"/>
                </a:moveTo>
                <a:quadBezTo>
                  <a:pt x="6240" y="10740"/>
                  <a:pt x="6240" y="14640"/>
                </a:quadBezTo>
                <a:quadBezTo>
                  <a:pt x="6240" y="18540"/>
                  <a:pt x="9360" y="18540"/>
                </a:quadBezTo>
                <a:quadBezTo>
                  <a:pt x="12480" y="18540"/>
                  <a:pt x="12480" y="14640"/>
                </a:quadBezTo>
                <a:quadBezTo>
                  <a:pt x="12480" y="10740"/>
                  <a:pt x="15600" y="10740"/>
                </a:quadBezTo>
                <a:moveTo>
                  <a:pt x="2815" y="10984"/>
                </a:moveTo>
                <a:lnTo>
                  <a:pt x="5935" y="14884"/>
                </a:lnTo>
                <a:lnTo>
                  <a:pt x="6545" y="14396"/>
                </a:lnTo>
                <a:lnTo>
                  <a:pt x="3425" y="10496"/>
                </a:lnTo>
                <a:close/>
                <a:moveTo>
                  <a:pt x="5935" y="14884"/>
                </a:moveTo>
                <a:lnTo>
                  <a:pt x="9055" y="18784"/>
                </a:lnTo>
                <a:lnTo>
                  <a:pt x="9665" y="18296"/>
                </a:lnTo>
                <a:lnTo>
                  <a:pt x="6545" y="14396"/>
                </a:lnTo>
                <a:close/>
                <a:moveTo>
                  <a:pt x="9665" y="18784"/>
                </a:moveTo>
                <a:lnTo>
                  <a:pt x="12785" y="14884"/>
                </a:lnTo>
                <a:lnTo>
                  <a:pt x="12175" y="14396"/>
                </a:lnTo>
                <a:lnTo>
                  <a:pt x="9055" y="18296"/>
                </a:lnTo>
                <a:close/>
                <a:moveTo>
                  <a:pt x="12785" y="14884"/>
                </a:moveTo>
                <a:lnTo>
                  <a:pt x="15905" y="10984"/>
                </a:lnTo>
                <a:lnTo>
                  <a:pt x="15295" y="10496"/>
                </a:lnTo>
                <a:lnTo>
                  <a:pt x="12175" y="14396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路径·新增</a:t>
            </a:r>
          </a:p>
        </p:txBody>
      </p:sp>
      <p:sp>
        <p:nvSpPr>
          <p:cNvPr id="94" name="FLOW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10740"/>
                </a:moveTo>
                <a:cubicBezTo>
                  <a:pt x="4680" y="11602"/>
                  <a:pt x="3982" y="12300"/>
                  <a:pt x="3120" y="12300"/>
                </a:cubicBezTo>
                <a:cubicBezTo>
                  <a:pt x="2258" y="12300"/>
                  <a:pt x="1560" y="11602"/>
                  <a:pt x="1560" y="10740"/>
                </a:cubicBezTo>
                <a:cubicBezTo>
                  <a:pt x="1560" y="9878"/>
                  <a:pt x="2258" y="9180"/>
                  <a:pt x="3120" y="9180"/>
                </a:cubicBezTo>
                <a:cubicBezTo>
                  <a:pt x="3982" y="9180"/>
                  <a:pt x="4680" y="9878"/>
                  <a:pt x="4680" y="10740"/>
                </a:cubicBezTo>
                <a:close/>
                <a:moveTo>
                  <a:pt x="10920" y="18540"/>
                </a:moveTo>
                <a:cubicBezTo>
                  <a:pt x="10920" y="19402"/>
                  <a:pt x="10222" y="20100"/>
                  <a:pt x="9360" y="20100"/>
                </a:cubicBezTo>
                <a:cubicBezTo>
                  <a:pt x="8498" y="20100"/>
                  <a:pt x="7800" y="19402"/>
                  <a:pt x="7800" y="18540"/>
                </a:cubicBezTo>
                <a:cubicBezTo>
                  <a:pt x="7800" y="17678"/>
                  <a:pt x="8498" y="16980"/>
                  <a:pt x="9360" y="16980"/>
                </a:cubicBezTo>
                <a:cubicBezTo>
                  <a:pt x="10222" y="16980"/>
                  <a:pt x="10920" y="17678"/>
                  <a:pt x="10920" y="18540"/>
                </a:cubicBezTo>
                <a:close/>
                <a:moveTo>
                  <a:pt x="17160" y="10740"/>
                </a:moveTo>
                <a:cubicBezTo>
                  <a:pt x="17160" y="11602"/>
                  <a:pt x="16462" y="12300"/>
                  <a:pt x="15600" y="12300"/>
                </a:cubicBezTo>
                <a:cubicBezTo>
                  <a:pt x="14738" y="12300"/>
                  <a:pt x="14040" y="11602"/>
                  <a:pt x="14040" y="10740"/>
                </a:cubicBezTo>
                <a:cubicBezTo>
                  <a:pt x="14040" y="9878"/>
                  <a:pt x="14738" y="9180"/>
                  <a:pt x="15600" y="9180"/>
                </a:cubicBezTo>
                <a:cubicBezTo>
                  <a:pt x="16462" y="9180"/>
                  <a:pt x="17160" y="9878"/>
                  <a:pt x="17160" y="10740"/>
                </a:cubicBezTo>
                <a:close/>
                <a:moveTo>
                  <a:pt x="3120" y="10740"/>
                </a:moveTo>
                <a:quadBezTo>
                  <a:pt x="6240" y="10740"/>
                  <a:pt x="6240" y="14640"/>
                </a:quadBezTo>
                <a:quadBezTo>
                  <a:pt x="6240" y="18540"/>
                  <a:pt x="9360" y="18540"/>
                </a:quadBezTo>
                <a:quadBezTo>
                  <a:pt x="12480" y="18540"/>
                  <a:pt x="12480" y="14640"/>
                </a:quadBezTo>
                <a:quadBezTo>
                  <a:pt x="12480" y="10740"/>
                  <a:pt x="15600" y="10740"/>
                </a:quadBezTo>
                <a:moveTo>
                  <a:pt x="2815" y="10984"/>
                </a:moveTo>
                <a:lnTo>
                  <a:pt x="5935" y="14884"/>
                </a:lnTo>
                <a:lnTo>
                  <a:pt x="6545" y="14396"/>
                </a:lnTo>
                <a:lnTo>
                  <a:pt x="3425" y="10496"/>
                </a:lnTo>
                <a:close/>
                <a:moveTo>
                  <a:pt x="5935" y="14884"/>
                </a:moveTo>
                <a:lnTo>
                  <a:pt x="9055" y="18784"/>
                </a:lnTo>
                <a:lnTo>
                  <a:pt x="9665" y="18296"/>
                </a:lnTo>
                <a:lnTo>
                  <a:pt x="6545" y="14396"/>
                </a:lnTo>
                <a:close/>
                <a:moveTo>
                  <a:pt x="9665" y="18784"/>
                </a:moveTo>
                <a:lnTo>
                  <a:pt x="12785" y="14884"/>
                </a:lnTo>
                <a:lnTo>
                  <a:pt x="12175" y="14396"/>
                </a:lnTo>
                <a:lnTo>
                  <a:pt x="9055" y="18296"/>
                </a:lnTo>
                <a:close/>
                <a:moveTo>
                  <a:pt x="12785" y="14884"/>
                </a:moveTo>
                <a:lnTo>
                  <a:pt x="15905" y="10984"/>
                </a:lnTo>
                <a:lnTo>
                  <a:pt x="15295" y="10496"/>
                </a:lnTo>
                <a:lnTo>
                  <a:pt x="12175" y="14396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路径·可配置</a:t>
            </a:r>
          </a:p>
        </p:txBody>
      </p:sp>
      <p:sp>
        <p:nvSpPr>
          <p:cNvPr id="97" name="FLOW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10740"/>
                </a:moveTo>
                <a:cubicBezTo>
                  <a:pt x="4680" y="11602"/>
                  <a:pt x="3982" y="12300"/>
                  <a:pt x="3120" y="12300"/>
                </a:cubicBezTo>
                <a:cubicBezTo>
                  <a:pt x="2258" y="12300"/>
                  <a:pt x="1560" y="11602"/>
                  <a:pt x="1560" y="10740"/>
                </a:cubicBezTo>
                <a:cubicBezTo>
                  <a:pt x="1560" y="9878"/>
                  <a:pt x="2258" y="9180"/>
                  <a:pt x="3120" y="9180"/>
                </a:cubicBezTo>
                <a:cubicBezTo>
                  <a:pt x="3982" y="9180"/>
                  <a:pt x="4680" y="9878"/>
                  <a:pt x="4680" y="10740"/>
                </a:cubicBezTo>
                <a:close/>
                <a:moveTo>
                  <a:pt x="10920" y="18540"/>
                </a:moveTo>
                <a:cubicBezTo>
                  <a:pt x="10920" y="19402"/>
                  <a:pt x="10222" y="20100"/>
                  <a:pt x="9360" y="20100"/>
                </a:cubicBezTo>
                <a:cubicBezTo>
                  <a:pt x="8498" y="20100"/>
                  <a:pt x="7800" y="19402"/>
                  <a:pt x="7800" y="18540"/>
                </a:cubicBezTo>
                <a:cubicBezTo>
                  <a:pt x="7800" y="17678"/>
                  <a:pt x="8498" y="16980"/>
                  <a:pt x="9360" y="16980"/>
                </a:cubicBezTo>
                <a:cubicBezTo>
                  <a:pt x="10222" y="16980"/>
                  <a:pt x="10920" y="17678"/>
                  <a:pt x="10920" y="18540"/>
                </a:cubicBezTo>
                <a:close/>
                <a:moveTo>
                  <a:pt x="17160" y="10740"/>
                </a:moveTo>
                <a:cubicBezTo>
                  <a:pt x="17160" y="11602"/>
                  <a:pt x="16462" y="12300"/>
                  <a:pt x="15600" y="12300"/>
                </a:cubicBezTo>
                <a:cubicBezTo>
                  <a:pt x="14738" y="12300"/>
                  <a:pt x="14040" y="11602"/>
                  <a:pt x="14040" y="10740"/>
                </a:cubicBezTo>
                <a:cubicBezTo>
                  <a:pt x="14040" y="9878"/>
                  <a:pt x="14738" y="9180"/>
                  <a:pt x="15600" y="9180"/>
                </a:cubicBezTo>
                <a:cubicBezTo>
                  <a:pt x="16462" y="9180"/>
                  <a:pt x="17160" y="9878"/>
                  <a:pt x="17160" y="10740"/>
                </a:cubicBezTo>
                <a:close/>
                <a:moveTo>
                  <a:pt x="3120" y="10740"/>
                </a:moveTo>
                <a:quadBezTo>
                  <a:pt x="6240" y="10740"/>
                  <a:pt x="6240" y="14640"/>
                </a:quadBezTo>
                <a:quadBezTo>
                  <a:pt x="6240" y="18540"/>
                  <a:pt x="9360" y="18540"/>
                </a:quadBezTo>
                <a:quadBezTo>
                  <a:pt x="12480" y="18540"/>
                  <a:pt x="12480" y="14640"/>
                </a:quadBezTo>
                <a:quadBezTo>
                  <a:pt x="12480" y="10740"/>
                  <a:pt x="15600" y="10740"/>
                </a:quadBezTo>
                <a:moveTo>
                  <a:pt x="2815" y="10984"/>
                </a:moveTo>
                <a:lnTo>
                  <a:pt x="5935" y="14884"/>
                </a:lnTo>
                <a:lnTo>
                  <a:pt x="6545" y="14396"/>
                </a:lnTo>
                <a:lnTo>
                  <a:pt x="3425" y="10496"/>
                </a:lnTo>
                <a:close/>
                <a:moveTo>
                  <a:pt x="5935" y="14884"/>
                </a:moveTo>
                <a:lnTo>
                  <a:pt x="9055" y="18784"/>
                </a:lnTo>
                <a:lnTo>
                  <a:pt x="9665" y="18296"/>
                </a:lnTo>
                <a:lnTo>
                  <a:pt x="6545" y="14396"/>
                </a:lnTo>
                <a:close/>
                <a:moveTo>
                  <a:pt x="9665" y="18784"/>
                </a:moveTo>
                <a:lnTo>
                  <a:pt x="12785" y="14884"/>
                </a:lnTo>
                <a:lnTo>
                  <a:pt x="12175" y="14396"/>
                </a:lnTo>
                <a:lnTo>
                  <a:pt x="9055" y="18296"/>
                </a:lnTo>
                <a:close/>
                <a:moveTo>
                  <a:pt x="12785" y="14884"/>
                </a:moveTo>
                <a:lnTo>
                  <a:pt x="15905" y="10984"/>
                </a:lnTo>
                <a:lnTo>
                  <a:pt x="15295" y="10496"/>
                </a:lnTo>
                <a:lnTo>
                  <a:pt x="12175" y="14396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路径·定时</a:t>
            </a:r>
          </a:p>
        </p:txBody>
      </p:sp>
      <p:sp>
        <p:nvSpPr>
          <p:cNvPr id="100" name="FLOW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800" y="12000"/>
                </a:moveTo>
                <a:cubicBezTo>
                  <a:pt x="6800" y="12994"/>
                  <a:pt x="5994" y="13800"/>
                  <a:pt x="5000" y="13800"/>
                </a:cubicBezTo>
                <a:cubicBezTo>
                  <a:pt x="4006" y="13800"/>
                  <a:pt x="3200" y="12994"/>
                  <a:pt x="3200" y="12000"/>
                </a:cubicBezTo>
                <a:cubicBezTo>
                  <a:pt x="3200" y="11006"/>
                  <a:pt x="4006" y="10200"/>
                  <a:pt x="5000" y="10200"/>
                </a:cubicBezTo>
                <a:cubicBezTo>
                  <a:pt x="5994" y="10200"/>
                  <a:pt x="6800" y="11006"/>
                  <a:pt x="6800" y="12000"/>
                </a:cubicBezTo>
                <a:close/>
                <a:moveTo>
                  <a:pt x="20800" y="6000"/>
                </a:moveTo>
                <a:cubicBezTo>
                  <a:pt x="20800" y="6994"/>
                  <a:pt x="19994" y="7800"/>
                  <a:pt x="19000" y="7800"/>
                </a:cubicBezTo>
                <a:cubicBezTo>
                  <a:pt x="18006" y="7800"/>
                  <a:pt x="17200" y="6994"/>
                  <a:pt x="17200" y="6000"/>
                </a:cubicBezTo>
                <a:cubicBezTo>
                  <a:pt x="17200" y="5006"/>
                  <a:pt x="18006" y="4200"/>
                  <a:pt x="19000" y="4200"/>
                </a:cubicBezTo>
                <a:cubicBezTo>
                  <a:pt x="19994" y="4200"/>
                  <a:pt x="20800" y="5006"/>
                  <a:pt x="20800" y="6000"/>
                </a:cubicBezTo>
                <a:close/>
                <a:moveTo>
                  <a:pt x="20800" y="18000"/>
                </a:moveTo>
                <a:cubicBezTo>
                  <a:pt x="20800" y="18994"/>
                  <a:pt x="19994" y="19800"/>
                  <a:pt x="19000" y="19800"/>
                </a:cubicBezTo>
                <a:cubicBezTo>
                  <a:pt x="18006" y="19800"/>
                  <a:pt x="17200" y="18994"/>
                  <a:pt x="17200" y="18000"/>
                </a:cubicBezTo>
                <a:cubicBezTo>
                  <a:pt x="17200" y="17006"/>
                  <a:pt x="18006" y="16200"/>
                  <a:pt x="19000" y="16200"/>
                </a:cubicBezTo>
                <a:cubicBezTo>
                  <a:pt x="19994" y="16200"/>
                  <a:pt x="20800" y="17006"/>
                  <a:pt x="20800" y="18000"/>
                </a:cubicBezTo>
                <a:close/>
                <a:moveTo>
                  <a:pt x="7257" y="12429"/>
                </a:moveTo>
                <a:lnTo>
                  <a:pt x="17257" y="6429"/>
                </a:lnTo>
                <a:lnTo>
                  <a:pt x="16743" y="5571"/>
                </a:lnTo>
                <a:lnTo>
                  <a:pt x="6743" y="11571"/>
                </a:lnTo>
                <a:close/>
                <a:moveTo>
                  <a:pt x="6743" y="12429"/>
                </a:moveTo>
                <a:lnTo>
                  <a:pt x="16743" y="18429"/>
                </a:lnTo>
                <a:lnTo>
                  <a:pt x="17257" y="17571"/>
                </a:lnTo>
                <a:lnTo>
                  <a:pt x="7257" y="1157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分支拆分</a:t>
            </a:r>
          </a:p>
        </p:txBody>
      </p:sp>
      <p:sp>
        <p:nvSpPr>
          <p:cNvPr id="103" name="FLOW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304" y="14640"/>
                </a:moveTo>
                <a:cubicBezTo>
                  <a:pt x="5304" y="15415"/>
                  <a:pt x="4675" y="16044"/>
                  <a:pt x="3900" y="16044"/>
                </a:cubicBezTo>
                <a:cubicBezTo>
                  <a:pt x="3125" y="16044"/>
                  <a:pt x="2496" y="15415"/>
                  <a:pt x="2496" y="14640"/>
                </a:cubicBezTo>
                <a:cubicBezTo>
                  <a:pt x="2496" y="13865"/>
                  <a:pt x="3125" y="13236"/>
                  <a:pt x="3900" y="13236"/>
                </a:cubicBezTo>
                <a:cubicBezTo>
                  <a:pt x="4675" y="13236"/>
                  <a:pt x="5304" y="13865"/>
                  <a:pt x="5304" y="14640"/>
                </a:cubicBezTo>
                <a:close/>
                <a:moveTo>
                  <a:pt x="16224" y="9960"/>
                </a:moveTo>
                <a:cubicBezTo>
                  <a:pt x="16224" y="10735"/>
                  <a:pt x="15595" y="11364"/>
                  <a:pt x="14820" y="11364"/>
                </a:cubicBezTo>
                <a:cubicBezTo>
                  <a:pt x="14045" y="11364"/>
                  <a:pt x="13416" y="10735"/>
                  <a:pt x="13416" y="9960"/>
                </a:cubicBezTo>
                <a:cubicBezTo>
                  <a:pt x="13416" y="9185"/>
                  <a:pt x="14045" y="8556"/>
                  <a:pt x="14820" y="8556"/>
                </a:cubicBezTo>
                <a:cubicBezTo>
                  <a:pt x="15595" y="8556"/>
                  <a:pt x="16224" y="9185"/>
                  <a:pt x="16224" y="9960"/>
                </a:cubicBezTo>
                <a:close/>
                <a:moveTo>
                  <a:pt x="16224" y="19320"/>
                </a:moveTo>
                <a:cubicBezTo>
                  <a:pt x="16224" y="20095"/>
                  <a:pt x="15595" y="20724"/>
                  <a:pt x="14820" y="20724"/>
                </a:cubicBezTo>
                <a:cubicBezTo>
                  <a:pt x="14045" y="20724"/>
                  <a:pt x="13416" y="20095"/>
                  <a:pt x="13416" y="19320"/>
                </a:cubicBezTo>
                <a:cubicBezTo>
                  <a:pt x="13416" y="18545"/>
                  <a:pt x="14045" y="17916"/>
                  <a:pt x="14820" y="17916"/>
                </a:cubicBezTo>
                <a:cubicBezTo>
                  <a:pt x="15595" y="17916"/>
                  <a:pt x="16224" y="18545"/>
                  <a:pt x="16224" y="19320"/>
                </a:cubicBezTo>
                <a:close/>
                <a:moveTo>
                  <a:pt x="5661" y="14974"/>
                </a:moveTo>
                <a:lnTo>
                  <a:pt x="13461" y="10294"/>
                </a:lnTo>
                <a:lnTo>
                  <a:pt x="13059" y="9626"/>
                </a:lnTo>
                <a:lnTo>
                  <a:pt x="5259" y="14306"/>
                </a:lnTo>
                <a:close/>
                <a:moveTo>
                  <a:pt x="5259" y="14974"/>
                </a:moveTo>
                <a:lnTo>
                  <a:pt x="13059" y="19654"/>
                </a:lnTo>
                <a:lnTo>
                  <a:pt x="13461" y="18986"/>
                </a:lnTo>
                <a:lnTo>
                  <a:pt x="5661" y="14306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分支拆分·已验证</a:t>
            </a:r>
          </a:p>
        </p:txBody>
      </p:sp>
      <p:sp>
        <p:nvSpPr>
          <p:cNvPr id="106" name="FLOW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304" y="14640"/>
                </a:moveTo>
                <a:cubicBezTo>
                  <a:pt x="5304" y="15415"/>
                  <a:pt x="4675" y="16044"/>
                  <a:pt x="3900" y="16044"/>
                </a:cubicBezTo>
                <a:cubicBezTo>
                  <a:pt x="3125" y="16044"/>
                  <a:pt x="2496" y="15415"/>
                  <a:pt x="2496" y="14640"/>
                </a:cubicBezTo>
                <a:cubicBezTo>
                  <a:pt x="2496" y="13865"/>
                  <a:pt x="3125" y="13236"/>
                  <a:pt x="3900" y="13236"/>
                </a:cubicBezTo>
                <a:cubicBezTo>
                  <a:pt x="4675" y="13236"/>
                  <a:pt x="5304" y="13865"/>
                  <a:pt x="5304" y="14640"/>
                </a:cubicBezTo>
                <a:close/>
                <a:moveTo>
                  <a:pt x="16224" y="9960"/>
                </a:moveTo>
                <a:cubicBezTo>
                  <a:pt x="16224" y="10735"/>
                  <a:pt x="15595" y="11364"/>
                  <a:pt x="14820" y="11364"/>
                </a:cubicBezTo>
                <a:cubicBezTo>
                  <a:pt x="14045" y="11364"/>
                  <a:pt x="13416" y="10735"/>
                  <a:pt x="13416" y="9960"/>
                </a:cubicBezTo>
                <a:cubicBezTo>
                  <a:pt x="13416" y="9185"/>
                  <a:pt x="14045" y="8556"/>
                  <a:pt x="14820" y="8556"/>
                </a:cubicBezTo>
                <a:cubicBezTo>
                  <a:pt x="15595" y="8556"/>
                  <a:pt x="16224" y="9185"/>
                  <a:pt x="16224" y="9960"/>
                </a:cubicBezTo>
                <a:close/>
                <a:moveTo>
                  <a:pt x="16224" y="19320"/>
                </a:moveTo>
                <a:cubicBezTo>
                  <a:pt x="16224" y="20095"/>
                  <a:pt x="15595" y="20724"/>
                  <a:pt x="14820" y="20724"/>
                </a:cubicBezTo>
                <a:cubicBezTo>
                  <a:pt x="14045" y="20724"/>
                  <a:pt x="13416" y="20095"/>
                  <a:pt x="13416" y="19320"/>
                </a:cubicBezTo>
                <a:cubicBezTo>
                  <a:pt x="13416" y="18545"/>
                  <a:pt x="14045" y="17916"/>
                  <a:pt x="14820" y="17916"/>
                </a:cubicBezTo>
                <a:cubicBezTo>
                  <a:pt x="15595" y="17916"/>
                  <a:pt x="16224" y="18545"/>
                  <a:pt x="16224" y="19320"/>
                </a:cubicBezTo>
                <a:close/>
                <a:moveTo>
                  <a:pt x="5661" y="14974"/>
                </a:moveTo>
                <a:lnTo>
                  <a:pt x="13461" y="10294"/>
                </a:lnTo>
                <a:lnTo>
                  <a:pt x="13059" y="9626"/>
                </a:lnTo>
                <a:lnTo>
                  <a:pt x="5259" y="14306"/>
                </a:lnTo>
                <a:close/>
                <a:moveTo>
                  <a:pt x="5259" y="14974"/>
                </a:moveTo>
                <a:lnTo>
                  <a:pt x="13059" y="19654"/>
                </a:lnTo>
                <a:lnTo>
                  <a:pt x="13461" y="18986"/>
                </a:lnTo>
                <a:lnTo>
                  <a:pt x="5661" y="14306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分支拆分·同步</a:t>
            </a:r>
          </a:p>
        </p:txBody>
      </p:sp>
      <p:sp>
        <p:nvSpPr>
          <p:cNvPr id="109" name="FLOW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304" y="14640"/>
                </a:moveTo>
                <a:cubicBezTo>
                  <a:pt x="5304" y="15415"/>
                  <a:pt x="4675" y="16044"/>
                  <a:pt x="3900" y="16044"/>
                </a:cubicBezTo>
                <a:cubicBezTo>
                  <a:pt x="3125" y="16044"/>
                  <a:pt x="2496" y="15415"/>
                  <a:pt x="2496" y="14640"/>
                </a:cubicBezTo>
                <a:cubicBezTo>
                  <a:pt x="2496" y="13865"/>
                  <a:pt x="3125" y="13236"/>
                  <a:pt x="3900" y="13236"/>
                </a:cubicBezTo>
                <a:cubicBezTo>
                  <a:pt x="4675" y="13236"/>
                  <a:pt x="5304" y="13865"/>
                  <a:pt x="5304" y="14640"/>
                </a:cubicBezTo>
                <a:close/>
                <a:moveTo>
                  <a:pt x="16224" y="9960"/>
                </a:moveTo>
                <a:cubicBezTo>
                  <a:pt x="16224" y="10735"/>
                  <a:pt x="15595" y="11364"/>
                  <a:pt x="14820" y="11364"/>
                </a:cubicBezTo>
                <a:cubicBezTo>
                  <a:pt x="14045" y="11364"/>
                  <a:pt x="13416" y="10735"/>
                  <a:pt x="13416" y="9960"/>
                </a:cubicBezTo>
                <a:cubicBezTo>
                  <a:pt x="13416" y="9185"/>
                  <a:pt x="14045" y="8556"/>
                  <a:pt x="14820" y="8556"/>
                </a:cubicBezTo>
                <a:cubicBezTo>
                  <a:pt x="15595" y="8556"/>
                  <a:pt x="16224" y="9185"/>
                  <a:pt x="16224" y="9960"/>
                </a:cubicBezTo>
                <a:close/>
                <a:moveTo>
                  <a:pt x="16224" y="19320"/>
                </a:moveTo>
                <a:cubicBezTo>
                  <a:pt x="16224" y="20095"/>
                  <a:pt x="15595" y="20724"/>
                  <a:pt x="14820" y="20724"/>
                </a:cubicBezTo>
                <a:cubicBezTo>
                  <a:pt x="14045" y="20724"/>
                  <a:pt x="13416" y="20095"/>
                  <a:pt x="13416" y="19320"/>
                </a:cubicBezTo>
                <a:cubicBezTo>
                  <a:pt x="13416" y="18545"/>
                  <a:pt x="14045" y="17916"/>
                  <a:pt x="14820" y="17916"/>
                </a:cubicBezTo>
                <a:cubicBezTo>
                  <a:pt x="15595" y="17916"/>
                  <a:pt x="16224" y="18545"/>
                  <a:pt x="16224" y="19320"/>
                </a:cubicBezTo>
                <a:close/>
                <a:moveTo>
                  <a:pt x="5661" y="14974"/>
                </a:moveTo>
                <a:lnTo>
                  <a:pt x="13461" y="10294"/>
                </a:lnTo>
                <a:lnTo>
                  <a:pt x="13059" y="9626"/>
                </a:lnTo>
                <a:lnTo>
                  <a:pt x="5259" y="14306"/>
                </a:lnTo>
                <a:close/>
                <a:moveTo>
                  <a:pt x="5259" y="14974"/>
                </a:moveTo>
                <a:lnTo>
                  <a:pt x="13059" y="19654"/>
                </a:lnTo>
                <a:lnTo>
                  <a:pt x="13461" y="18986"/>
                </a:lnTo>
                <a:lnTo>
                  <a:pt x="5661" y="14306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分支拆分·新增</a:t>
            </a:r>
          </a:p>
        </p:txBody>
      </p:sp>
      <p:sp>
        <p:nvSpPr>
          <p:cNvPr id="112" name="FLOW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304" y="14640"/>
                </a:moveTo>
                <a:cubicBezTo>
                  <a:pt x="5304" y="15415"/>
                  <a:pt x="4675" y="16044"/>
                  <a:pt x="3900" y="16044"/>
                </a:cubicBezTo>
                <a:cubicBezTo>
                  <a:pt x="3125" y="16044"/>
                  <a:pt x="2496" y="15415"/>
                  <a:pt x="2496" y="14640"/>
                </a:cubicBezTo>
                <a:cubicBezTo>
                  <a:pt x="2496" y="13865"/>
                  <a:pt x="3125" y="13236"/>
                  <a:pt x="3900" y="13236"/>
                </a:cubicBezTo>
                <a:cubicBezTo>
                  <a:pt x="4675" y="13236"/>
                  <a:pt x="5304" y="13865"/>
                  <a:pt x="5304" y="14640"/>
                </a:cubicBezTo>
                <a:close/>
                <a:moveTo>
                  <a:pt x="16224" y="9960"/>
                </a:moveTo>
                <a:cubicBezTo>
                  <a:pt x="16224" y="10735"/>
                  <a:pt x="15595" y="11364"/>
                  <a:pt x="14820" y="11364"/>
                </a:cubicBezTo>
                <a:cubicBezTo>
                  <a:pt x="14045" y="11364"/>
                  <a:pt x="13416" y="10735"/>
                  <a:pt x="13416" y="9960"/>
                </a:cubicBezTo>
                <a:cubicBezTo>
                  <a:pt x="13416" y="9185"/>
                  <a:pt x="14045" y="8556"/>
                  <a:pt x="14820" y="8556"/>
                </a:cubicBezTo>
                <a:cubicBezTo>
                  <a:pt x="15595" y="8556"/>
                  <a:pt x="16224" y="9185"/>
                  <a:pt x="16224" y="9960"/>
                </a:cubicBezTo>
                <a:close/>
                <a:moveTo>
                  <a:pt x="16224" y="19320"/>
                </a:moveTo>
                <a:cubicBezTo>
                  <a:pt x="16224" y="20095"/>
                  <a:pt x="15595" y="20724"/>
                  <a:pt x="14820" y="20724"/>
                </a:cubicBezTo>
                <a:cubicBezTo>
                  <a:pt x="14045" y="20724"/>
                  <a:pt x="13416" y="20095"/>
                  <a:pt x="13416" y="19320"/>
                </a:cubicBezTo>
                <a:cubicBezTo>
                  <a:pt x="13416" y="18545"/>
                  <a:pt x="14045" y="17916"/>
                  <a:pt x="14820" y="17916"/>
                </a:cubicBezTo>
                <a:cubicBezTo>
                  <a:pt x="15595" y="17916"/>
                  <a:pt x="16224" y="18545"/>
                  <a:pt x="16224" y="19320"/>
                </a:cubicBezTo>
                <a:close/>
                <a:moveTo>
                  <a:pt x="5661" y="14974"/>
                </a:moveTo>
                <a:lnTo>
                  <a:pt x="13461" y="10294"/>
                </a:lnTo>
                <a:lnTo>
                  <a:pt x="13059" y="9626"/>
                </a:lnTo>
                <a:lnTo>
                  <a:pt x="5259" y="14306"/>
                </a:lnTo>
                <a:close/>
                <a:moveTo>
                  <a:pt x="5259" y="14974"/>
                </a:moveTo>
                <a:lnTo>
                  <a:pt x="13059" y="19654"/>
                </a:lnTo>
                <a:lnTo>
                  <a:pt x="13461" y="18986"/>
                </a:lnTo>
                <a:lnTo>
                  <a:pt x="5661" y="14306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分支拆分·可配置</a:t>
            </a:r>
          </a:p>
        </p:txBody>
      </p:sp>
      <p:sp>
        <p:nvSpPr>
          <p:cNvPr id="115" name="FLOW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304" y="14640"/>
                </a:moveTo>
                <a:cubicBezTo>
                  <a:pt x="5304" y="15415"/>
                  <a:pt x="4675" y="16044"/>
                  <a:pt x="3900" y="16044"/>
                </a:cubicBezTo>
                <a:cubicBezTo>
                  <a:pt x="3125" y="16044"/>
                  <a:pt x="2496" y="15415"/>
                  <a:pt x="2496" y="14640"/>
                </a:cubicBezTo>
                <a:cubicBezTo>
                  <a:pt x="2496" y="13865"/>
                  <a:pt x="3125" y="13236"/>
                  <a:pt x="3900" y="13236"/>
                </a:cubicBezTo>
                <a:cubicBezTo>
                  <a:pt x="4675" y="13236"/>
                  <a:pt x="5304" y="13865"/>
                  <a:pt x="5304" y="14640"/>
                </a:cubicBezTo>
                <a:close/>
                <a:moveTo>
                  <a:pt x="16224" y="9960"/>
                </a:moveTo>
                <a:cubicBezTo>
                  <a:pt x="16224" y="10735"/>
                  <a:pt x="15595" y="11364"/>
                  <a:pt x="14820" y="11364"/>
                </a:cubicBezTo>
                <a:cubicBezTo>
                  <a:pt x="14045" y="11364"/>
                  <a:pt x="13416" y="10735"/>
                  <a:pt x="13416" y="9960"/>
                </a:cubicBezTo>
                <a:cubicBezTo>
                  <a:pt x="13416" y="9185"/>
                  <a:pt x="14045" y="8556"/>
                  <a:pt x="14820" y="8556"/>
                </a:cubicBezTo>
                <a:cubicBezTo>
                  <a:pt x="15595" y="8556"/>
                  <a:pt x="16224" y="9185"/>
                  <a:pt x="16224" y="9960"/>
                </a:cubicBezTo>
                <a:close/>
                <a:moveTo>
                  <a:pt x="16224" y="19320"/>
                </a:moveTo>
                <a:cubicBezTo>
                  <a:pt x="16224" y="20095"/>
                  <a:pt x="15595" y="20724"/>
                  <a:pt x="14820" y="20724"/>
                </a:cubicBezTo>
                <a:cubicBezTo>
                  <a:pt x="14045" y="20724"/>
                  <a:pt x="13416" y="20095"/>
                  <a:pt x="13416" y="19320"/>
                </a:cubicBezTo>
                <a:cubicBezTo>
                  <a:pt x="13416" y="18545"/>
                  <a:pt x="14045" y="17916"/>
                  <a:pt x="14820" y="17916"/>
                </a:cubicBezTo>
                <a:cubicBezTo>
                  <a:pt x="15595" y="17916"/>
                  <a:pt x="16224" y="18545"/>
                  <a:pt x="16224" y="19320"/>
                </a:cubicBezTo>
                <a:close/>
                <a:moveTo>
                  <a:pt x="5661" y="14974"/>
                </a:moveTo>
                <a:lnTo>
                  <a:pt x="13461" y="10294"/>
                </a:lnTo>
                <a:lnTo>
                  <a:pt x="13059" y="9626"/>
                </a:lnTo>
                <a:lnTo>
                  <a:pt x="5259" y="14306"/>
                </a:lnTo>
                <a:close/>
                <a:moveTo>
                  <a:pt x="5259" y="14974"/>
                </a:moveTo>
                <a:lnTo>
                  <a:pt x="13059" y="19654"/>
                </a:lnTo>
                <a:lnTo>
                  <a:pt x="13461" y="18986"/>
                </a:lnTo>
                <a:lnTo>
                  <a:pt x="5661" y="14306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分支拆分·定时</a:t>
            </a:r>
          </a:p>
        </p:txBody>
      </p:sp>
      <p:sp>
        <p:nvSpPr>
          <p:cNvPr id="118" name="FLOW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800" y="6000"/>
                </a:moveTo>
                <a:cubicBezTo>
                  <a:pt x="6800" y="6994"/>
                  <a:pt x="5994" y="7800"/>
                  <a:pt x="5000" y="7800"/>
                </a:cubicBezTo>
                <a:cubicBezTo>
                  <a:pt x="4006" y="7800"/>
                  <a:pt x="3200" y="6994"/>
                  <a:pt x="3200" y="6000"/>
                </a:cubicBezTo>
                <a:cubicBezTo>
                  <a:pt x="3200" y="5006"/>
                  <a:pt x="4006" y="4200"/>
                  <a:pt x="5000" y="4200"/>
                </a:cubicBezTo>
                <a:cubicBezTo>
                  <a:pt x="5994" y="4200"/>
                  <a:pt x="6800" y="5006"/>
                  <a:pt x="6800" y="6000"/>
                </a:cubicBezTo>
                <a:close/>
                <a:moveTo>
                  <a:pt x="6800" y="18000"/>
                </a:moveTo>
                <a:cubicBezTo>
                  <a:pt x="6800" y="18994"/>
                  <a:pt x="5994" y="19800"/>
                  <a:pt x="5000" y="19800"/>
                </a:cubicBezTo>
                <a:cubicBezTo>
                  <a:pt x="4006" y="19800"/>
                  <a:pt x="3200" y="18994"/>
                  <a:pt x="3200" y="18000"/>
                </a:cubicBezTo>
                <a:cubicBezTo>
                  <a:pt x="3200" y="17006"/>
                  <a:pt x="4006" y="16200"/>
                  <a:pt x="5000" y="16200"/>
                </a:cubicBezTo>
                <a:cubicBezTo>
                  <a:pt x="5994" y="16200"/>
                  <a:pt x="6800" y="17006"/>
                  <a:pt x="6800" y="18000"/>
                </a:cubicBezTo>
                <a:close/>
                <a:moveTo>
                  <a:pt x="20800" y="12000"/>
                </a:moveTo>
                <a:cubicBezTo>
                  <a:pt x="20800" y="12994"/>
                  <a:pt x="19994" y="13800"/>
                  <a:pt x="19000" y="13800"/>
                </a:cubicBezTo>
                <a:cubicBezTo>
                  <a:pt x="18006" y="13800"/>
                  <a:pt x="17200" y="12994"/>
                  <a:pt x="17200" y="12000"/>
                </a:cubicBezTo>
                <a:cubicBezTo>
                  <a:pt x="17200" y="11006"/>
                  <a:pt x="18006" y="10200"/>
                  <a:pt x="19000" y="10200"/>
                </a:cubicBezTo>
                <a:cubicBezTo>
                  <a:pt x="19994" y="10200"/>
                  <a:pt x="20800" y="11006"/>
                  <a:pt x="20800" y="12000"/>
                </a:cubicBezTo>
                <a:close/>
                <a:moveTo>
                  <a:pt x="6743" y="6429"/>
                </a:moveTo>
                <a:lnTo>
                  <a:pt x="16743" y="12429"/>
                </a:lnTo>
                <a:lnTo>
                  <a:pt x="17257" y="11571"/>
                </a:lnTo>
                <a:lnTo>
                  <a:pt x="7257" y="5571"/>
                </a:lnTo>
                <a:close/>
                <a:moveTo>
                  <a:pt x="7257" y="18429"/>
                </a:moveTo>
                <a:lnTo>
                  <a:pt x="17257" y="12429"/>
                </a:lnTo>
                <a:lnTo>
                  <a:pt x="16743" y="11571"/>
                </a:lnTo>
                <a:lnTo>
                  <a:pt x="6743" y="1757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汇聚合并</a:t>
            </a:r>
          </a:p>
        </p:txBody>
      </p:sp>
      <p:sp>
        <p:nvSpPr>
          <p:cNvPr id="121" name="FLOW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304" y="9960"/>
                </a:moveTo>
                <a:cubicBezTo>
                  <a:pt x="5304" y="10735"/>
                  <a:pt x="4675" y="11364"/>
                  <a:pt x="3900" y="11364"/>
                </a:cubicBezTo>
                <a:cubicBezTo>
                  <a:pt x="3125" y="11364"/>
                  <a:pt x="2496" y="10735"/>
                  <a:pt x="2496" y="9960"/>
                </a:cubicBezTo>
                <a:cubicBezTo>
                  <a:pt x="2496" y="9185"/>
                  <a:pt x="3125" y="8556"/>
                  <a:pt x="3900" y="8556"/>
                </a:cubicBezTo>
                <a:cubicBezTo>
                  <a:pt x="4675" y="8556"/>
                  <a:pt x="5304" y="9185"/>
                  <a:pt x="5304" y="9960"/>
                </a:cubicBezTo>
                <a:close/>
                <a:moveTo>
                  <a:pt x="5304" y="19320"/>
                </a:moveTo>
                <a:cubicBezTo>
                  <a:pt x="5304" y="20095"/>
                  <a:pt x="4675" y="20724"/>
                  <a:pt x="3900" y="20724"/>
                </a:cubicBezTo>
                <a:cubicBezTo>
                  <a:pt x="3125" y="20724"/>
                  <a:pt x="2496" y="20095"/>
                  <a:pt x="2496" y="19320"/>
                </a:cubicBezTo>
                <a:cubicBezTo>
                  <a:pt x="2496" y="18545"/>
                  <a:pt x="3125" y="17916"/>
                  <a:pt x="3900" y="17916"/>
                </a:cubicBezTo>
                <a:cubicBezTo>
                  <a:pt x="4675" y="17916"/>
                  <a:pt x="5304" y="18545"/>
                  <a:pt x="5304" y="19320"/>
                </a:cubicBezTo>
                <a:close/>
                <a:moveTo>
                  <a:pt x="16224" y="14640"/>
                </a:moveTo>
                <a:cubicBezTo>
                  <a:pt x="16224" y="15415"/>
                  <a:pt x="15595" y="16044"/>
                  <a:pt x="14820" y="16044"/>
                </a:cubicBezTo>
                <a:cubicBezTo>
                  <a:pt x="14045" y="16044"/>
                  <a:pt x="13416" y="15415"/>
                  <a:pt x="13416" y="14640"/>
                </a:cubicBezTo>
                <a:cubicBezTo>
                  <a:pt x="13416" y="13865"/>
                  <a:pt x="14045" y="13236"/>
                  <a:pt x="14820" y="13236"/>
                </a:cubicBezTo>
                <a:cubicBezTo>
                  <a:pt x="15595" y="13236"/>
                  <a:pt x="16224" y="13865"/>
                  <a:pt x="16224" y="14640"/>
                </a:cubicBezTo>
                <a:close/>
                <a:moveTo>
                  <a:pt x="5259" y="10294"/>
                </a:moveTo>
                <a:lnTo>
                  <a:pt x="13059" y="14974"/>
                </a:lnTo>
                <a:lnTo>
                  <a:pt x="13461" y="14306"/>
                </a:lnTo>
                <a:lnTo>
                  <a:pt x="5661" y="9626"/>
                </a:lnTo>
                <a:close/>
                <a:moveTo>
                  <a:pt x="5661" y="19654"/>
                </a:moveTo>
                <a:lnTo>
                  <a:pt x="13461" y="14974"/>
                </a:lnTo>
                <a:lnTo>
                  <a:pt x="13059" y="14306"/>
                </a:lnTo>
                <a:lnTo>
                  <a:pt x="5259" y="18986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汇聚合并·已验证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06_流程机制闭环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FLOW · 第 3/3 页 · 共 83 个</a:t>
            </a:r>
          </a:p>
        </p:txBody>
      </p:sp>
      <p:sp>
        <p:nvSpPr>
          <p:cNvPr id="4" name="FLOW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304" y="9960"/>
                </a:moveTo>
                <a:cubicBezTo>
                  <a:pt x="5304" y="10735"/>
                  <a:pt x="4675" y="11364"/>
                  <a:pt x="3900" y="11364"/>
                </a:cubicBezTo>
                <a:cubicBezTo>
                  <a:pt x="3125" y="11364"/>
                  <a:pt x="2496" y="10735"/>
                  <a:pt x="2496" y="9960"/>
                </a:cubicBezTo>
                <a:cubicBezTo>
                  <a:pt x="2496" y="9185"/>
                  <a:pt x="3125" y="8556"/>
                  <a:pt x="3900" y="8556"/>
                </a:cubicBezTo>
                <a:cubicBezTo>
                  <a:pt x="4675" y="8556"/>
                  <a:pt x="5304" y="9185"/>
                  <a:pt x="5304" y="9960"/>
                </a:cubicBezTo>
                <a:close/>
                <a:moveTo>
                  <a:pt x="5304" y="19320"/>
                </a:moveTo>
                <a:cubicBezTo>
                  <a:pt x="5304" y="20095"/>
                  <a:pt x="4675" y="20724"/>
                  <a:pt x="3900" y="20724"/>
                </a:cubicBezTo>
                <a:cubicBezTo>
                  <a:pt x="3125" y="20724"/>
                  <a:pt x="2496" y="20095"/>
                  <a:pt x="2496" y="19320"/>
                </a:cubicBezTo>
                <a:cubicBezTo>
                  <a:pt x="2496" y="18545"/>
                  <a:pt x="3125" y="17916"/>
                  <a:pt x="3900" y="17916"/>
                </a:cubicBezTo>
                <a:cubicBezTo>
                  <a:pt x="4675" y="17916"/>
                  <a:pt x="5304" y="18545"/>
                  <a:pt x="5304" y="19320"/>
                </a:cubicBezTo>
                <a:close/>
                <a:moveTo>
                  <a:pt x="16224" y="14640"/>
                </a:moveTo>
                <a:cubicBezTo>
                  <a:pt x="16224" y="15415"/>
                  <a:pt x="15595" y="16044"/>
                  <a:pt x="14820" y="16044"/>
                </a:cubicBezTo>
                <a:cubicBezTo>
                  <a:pt x="14045" y="16044"/>
                  <a:pt x="13416" y="15415"/>
                  <a:pt x="13416" y="14640"/>
                </a:cubicBezTo>
                <a:cubicBezTo>
                  <a:pt x="13416" y="13865"/>
                  <a:pt x="14045" y="13236"/>
                  <a:pt x="14820" y="13236"/>
                </a:cubicBezTo>
                <a:cubicBezTo>
                  <a:pt x="15595" y="13236"/>
                  <a:pt x="16224" y="13865"/>
                  <a:pt x="16224" y="14640"/>
                </a:cubicBezTo>
                <a:close/>
                <a:moveTo>
                  <a:pt x="5259" y="10294"/>
                </a:moveTo>
                <a:lnTo>
                  <a:pt x="13059" y="14974"/>
                </a:lnTo>
                <a:lnTo>
                  <a:pt x="13461" y="14306"/>
                </a:lnTo>
                <a:lnTo>
                  <a:pt x="5661" y="9626"/>
                </a:lnTo>
                <a:close/>
                <a:moveTo>
                  <a:pt x="5661" y="19654"/>
                </a:moveTo>
                <a:lnTo>
                  <a:pt x="13461" y="14974"/>
                </a:lnTo>
                <a:lnTo>
                  <a:pt x="13059" y="14306"/>
                </a:lnTo>
                <a:lnTo>
                  <a:pt x="5259" y="18986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汇聚合并·同步</a:t>
            </a:r>
          </a:p>
        </p:txBody>
      </p:sp>
      <p:sp>
        <p:nvSpPr>
          <p:cNvPr id="7" name="FLOW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304" y="9960"/>
                </a:moveTo>
                <a:cubicBezTo>
                  <a:pt x="5304" y="10735"/>
                  <a:pt x="4675" y="11364"/>
                  <a:pt x="3900" y="11364"/>
                </a:cubicBezTo>
                <a:cubicBezTo>
                  <a:pt x="3125" y="11364"/>
                  <a:pt x="2496" y="10735"/>
                  <a:pt x="2496" y="9960"/>
                </a:cubicBezTo>
                <a:cubicBezTo>
                  <a:pt x="2496" y="9185"/>
                  <a:pt x="3125" y="8556"/>
                  <a:pt x="3900" y="8556"/>
                </a:cubicBezTo>
                <a:cubicBezTo>
                  <a:pt x="4675" y="8556"/>
                  <a:pt x="5304" y="9185"/>
                  <a:pt x="5304" y="9960"/>
                </a:cubicBezTo>
                <a:close/>
                <a:moveTo>
                  <a:pt x="5304" y="19320"/>
                </a:moveTo>
                <a:cubicBezTo>
                  <a:pt x="5304" y="20095"/>
                  <a:pt x="4675" y="20724"/>
                  <a:pt x="3900" y="20724"/>
                </a:cubicBezTo>
                <a:cubicBezTo>
                  <a:pt x="3125" y="20724"/>
                  <a:pt x="2496" y="20095"/>
                  <a:pt x="2496" y="19320"/>
                </a:cubicBezTo>
                <a:cubicBezTo>
                  <a:pt x="2496" y="18545"/>
                  <a:pt x="3125" y="17916"/>
                  <a:pt x="3900" y="17916"/>
                </a:cubicBezTo>
                <a:cubicBezTo>
                  <a:pt x="4675" y="17916"/>
                  <a:pt x="5304" y="18545"/>
                  <a:pt x="5304" y="19320"/>
                </a:cubicBezTo>
                <a:close/>
                <a:moveTo>
                  <a:pt x="16224" y="14640"/>
                </a:moveTo>
                <a:cubicBezTo>
                  <a:pt x="16224" y="15415"/>
                  <a:pt x="15595" y="16044"/>
                  <a:pt x="14820" y="16044"/>
                </a:cubicBezTo>
                <a:cubicBezTo>
                  <a:pt x="14045" y="16044"/>
                  <a:pt x="13416" y="15415"/>
                  <a:pt x="13416" y="14640"/>
                </a:cubicBezTo>
                <a:cubicBezTo>
                  <a:pt x="13416" y="13865"/>
                  <a:pt x="14045" y="13236"/>
                  <a:pt x="14820" y="13236"/>
                </a:cubicBezTo>
                <a:cubicBezTo>
                  <a:pt x="15595" y="13236"/>
                  <a:pt x="16224" y="13865"/>
                  <a:pt x="16224" y="14640"/>
                </a:cubicBezTo>
                <a:close/>
                <a:moveTo>
                  <a:pt x="5259" y="10294"/>
                </a:moveTo>
                <a:lnTo>
                  <a:pt x="13059" y="14974"/>
                </a:lnTo>
                <a:lnTo>
                  <a:pt x="13461" y="14306"/>
                </a:lnTo>
                <a:lnTo>
                  <a:pt x="5661" y="9626"/>
                </a:lnTo>
                <a:close/>
                <a:moveTo>
                  <a:pt x="5661" y="19654"/>
                </a:moveTo>
                <a:lnTo>
                  <a:pt x="13461" y="14974"/>
                </a:lnTo>
                <a:lnTo>
                  <a:pt x="13059" y="14306"/>
                </a:lnTo>
                <a:lnTo>
                  <a:pt x="5259" y="18986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汇聚合并·新增</a:t>
            </a:r>
          </a:p>
        </p:txBody>
      </p:sp>
      <p:sp>
        <p:nvSpPr>
          <p:cNvPr id="10" name="FLOW-08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304" y="9960"/>
                </a:moveTo>
                <a:cubicBezTo>
                  <a:pt x="5304" y="10735"/>
                  <a:pt x="4675" y="11364"/>
                  <a:pt x="3900" y="11364"/>
                </a:cubicBezTo>
                <a:cubicBezTo>
                  <a:pt x="3125" y="11364"/>
                  <a:pt x="2496" y="10735"/>
                  <a:pt x="2496" y="9960"/>
                </a:cubicBezTo>
                <a:cubicBezTo>
                  <a:pt x="2496" y="9185"/>
                  <a:pt x="3125" y="8556"/>
                  <a:pt x="3900" y="8556"/>
                </a:cubicBezTo>
                <a:cubicBezTo>
                  <a:pt x="4675" y="8556"/>
                  <a:pt x="5304" y="9185"/>
                  <a:pt x="5304" y="9960"/>
                </a:cubicBezTo>
                <a:close/>
                <a:moveTo>
                  <a:pt x="5304" y="19320"/>
                </a:moveTo>
                <a:cubicBezTo>
                  <a:pt x="5304" y="20095"/>
                  <a:pt x="4675" y="20724"/>
                  <a:pt x="3900" y="20724"/>
                </a:cubicBezTo>
                <a:cubicBezTo>
                  <a:pt x="3125" y="20724"/>
                  <a:pt x="2496" y="20095"/>
                  <a:pt x="2496" y="19320"/>
                </a:cubicBezTo>
                <a:cubicBezTo>
                  <a:pt x="2496" y="18545"/>
                  <a:pt x="3125" y="17916"/>
                  <a:pt x="3900" y="17916"/>
                </a:cubicBezTo>
                <a:cubicBezTo>
                  <a:pt x="4675" y="17916"/>
                  <a:pt x="5304" y="18545"/>
                  <a:pt x="5304" y="19320"/>
                </a:cubicBezTo>
                <a:close/>
                <a:moveTo>
                  <a:pt x="16224" y="14640"/>
                </a:moveTo>
                <a:cubicBezTo>
                  <a:pt x="16224" y="15415"/>
                  <a:pt x="15595" y="16044"/>
                  <a:pt x="14820" y="16044"/>
                </a:cubicBezTo>
                <a:cubicBezTo>
                  <a:pt x="14045" y="16044"/>
                  <a:pt x="13416" y="15415"/>
                  <a:pt x="13416" y="14640"/>
                </a:cubicBezTo>
                <a:cubicBezTo>
                  <a:pt x="13416" y="13865"/>
                  <a:pt x="14045" y="13236"/>
                  <a:pt x="14820" y="13236"/>
                </a:cubicBezTo>
                <a:cubicBezTo>
                  <a:pt x="15595" y="13236"/>
                  <a:pt x="16224" y="13865"/>
                  <a:pt x="16224" y="14640"/>
                </a:cubicBezTo>
                <a:close/>
                <a:moveTo>
                  <a:pt x="5259" y="10294"/>
                </a:moveTo>
                <a:lnTo>
                  <a:pt x="13059" y="14974"/>
                </a:lnTo>
                <a:lnTo>
                  <a:pt x="13461" y="14306"/>
                </a:lnTo>
                <a:lnTo>
                  <a:pt x="5661" y="9626"/>
                </a:lnTo>
                <a:close/>
                <a:moveTo>
                  <a:pt x="5661" y="19654"/>
                </a:moveTo>
                <a:lnTo>
                  <a:pt x="13461" y="14974"/>
                </a:lnTo>
                <a:lnTo>
                  <a:pt x="13059" y="14306"/>
                </a:lnTo>
                <a:lnTo>
                  <a:pt x="5259" y="18986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FLOW-083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汇聚合并·可配置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07_AI机器人自动化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AI · 83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07_AI机器人自动化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AI · 第 1/3 页 · 共 83 个</a:t>
            </a:r>
          </a:p>
        </p:txBody>
      </p:sp>
      <p:sp>
        <p:nvSpPr>
          <p:cNvPr id="4" name="AI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600" y="6000"/>
                </a:moveTo>
                <a:lnTo>
                  <a:pt x="16400" y="6000"/>
                </a:lnTo>
                <a:cubicBezTo>
                  <a:pt x="17284" y="6000"/>
                  <a:pt x="18000" y="6716"/>
                  <a:pt x="18000" y="7600"/>
                </a:cubicBezTo>
                <a:lnTo>
                  <a:pt x="18000" y="15400"/>
                </a:lnTo>
                <a:cubicBezTo>
                  <a:pt x="18000" y="16284"/>
                  <a:pt x="17284" y="17000"/>
                  <a:pt x="16400" y="17000"/>
                </a:cubicBezTo>
                <a:lnTo>
                  <a:pt x="7600" y="17000"/>
                </a:lnTo>
                <a:cubicBezTo>
                  <a:pt x="6716" y="17000"/>
                  <a:pt x="6000" y="16284"/>
                  <a:pt x="6000" y="15400"/>
                </a:cubicBezTo>
                <a:lnTo>
                  <a:pt x="6000" y="7600"/>
                </a:lnTo>
                <a:cubicBezTo>
                  <a:pt x="6000" y="6716"/>
                  <a:pt x="6716" y="6000"/>
                  <a:pt x="7600" y="6000"/>
                </a:cubicBezTo>
                <a:close/>
                <a:moveTo>
                  <a:pt x="10100" y="10000"/>
                </a:moveTo>
                <a:cubicBezTo>
                  <a:pt x="10100" y="10608"/>
                  <a:pt x="9608" y="11100"/>
                  <a:pt x="9000" y="11100"/>
                </a:cubicBezTo>
                <a:cubicBezTo>
                  <a:pt x="8392" y="11100"/>
                  <a:pt x="7900" y="10608"/>
                  <a:pt x="7900" y="10000"/>
                </a:cubicBezTo>
                <a:cubicBezTo>
                  <a:pt x="7900" y="9392"/>
                  <a:pt x="8392" y="8900"/>
                  <a:pt x="9000" y="8900"/>
                </a:cubicBezTo>
                <a:cubicBezTo>
                  <a:pt x="9608" y="8900"/>
                  <a:pt x="10100" y="9392"/>
                  <a:pt x="10100" y="10000"/>
                </a:cubicBezTo>
                <a:close/>
                <a:moveTo>
                  <a:pt x="16100" y="10000"/>
                </a:moveTo>
                <a:cubicBezTo>
                  <a:pt x="16100" y="10608"/>
                  <a:pt x="15608" y="11100"/>
                  <a:pt x="15000" y="11100"/>
                </a:cubicBezTo>
                <a:cubicBezTo>
                  <a:pt x="14392" y="11100"/>
                  <a:pt x="13900" y="10608"/>
                  <a:pt x="13900" y="10000"/>
                </a:cubicBezTo>
                <a:cubicBezTo>
                  <a:pt x="13900" y="9392"/>
                  <a:pt x="14392" y="8900"/>
                  <a:pt x="15000" y="8900"/>
                </a:cubicBezTo>
                <a:cubicBezTo>
                  <a:pt x="15608" y="8900"/>
                  <a:pt x="16100" y="9392"/>
                  <a:pt x="16100" y="10000"/>
                </a:cubicBezTo>
                <a:close/>
                <a:moveTo>
                  <a:pt x="10400" y="13500"/>
                </a:moveTo>
                <a:lnTo>
                  <a:pt x="13600" y="13500"/>
                </a:lnTo>
                <a:cubicBezTo>
                  <a:pt x="13821" y="13500"/>
                  <a:pt x="14000" y="13679"/>
                  <a:pt x="14000" y="13900"/>
                </a:cubicBezTo>
                <a:lnTo>
                  <a:pt x="14000" y="14100"/>
                </a:lnTo>
                <a:cubicBezTo>
                  <a:pt x="14000" y="14321"/>
                  <a:pt x="13821" y="14500"/>
                  <a:pt x="13600" y="14500"/>
                </a:cubicBezTo>
                <a:lnTo>
                  <a:pt x="10400" y="14500"/>
                </a:lnTo>
                <a:cubicBezTo>
                  <a:pt x="10179" y="14500"/>
                  <a:pt x="10000" y="14321"/>
                  <a:pt x="10000" y="14100"/>
                </a:cubicBezTo>
                <a:lnTo>
                  <a:pt x="10000" y="13900"/>
                </a:lnTo>
                <a:cubicBezTo>
                  <a:pt x="10000" y="13679"/>
                  <a:pt x="10179" y="13500"/>
                  <a:pt x="10400" y="13500"/>
                </a:cubicBezTo>
                <a:close/>
                <a:moveTo>
                  <a:pt x="11200" y="3000"/>
                </a:moveTo>
                <a:lnTo>
                  <a:pt x="12800" y="3000"/>
                </a:lnTo>
                <a:lnTo>
                  <a:pt x="12800" y="6000"/>
                </a:lnTo>
                <a:lnTo>
                  <a:pt x="11200" y="6000"/>
                </a:lnTo>
                <a:close/>
                <a:moveTo>
                  <a:pt x="13000" y="2500"/>
                </a:moveTo>
                <a:cubicBezTo>
                  <a:pt x="13000" y="3052"/>
                  <a:pt x="12552" y="3500"/>
                  <a:pt x="12000" y="3500"/>
                </a:cubicBezTo>
                <a:cubicBezTo>
                  <a:pt x="11448" y="3500"/>
                  <a:pt x="11000" y="3052"/>
                  <a:pt x="11000" y="2500"/>
                </a:cubicBezTo>
                <a:cubicBezTo>
                  <a:pt x="11000" y="1948"/>
                  <a:pt x="11448" y="1500"/>
                  <a:pt x="12000" y="1500"/>
                </a:cubicBezTo>
                <a:cubicBezTo>
                  <a:pt x="12552" y="1500"/>
                  <a:pt x="13000" y="1948"/>
                  <a:pt x="13000" y="2500"/>
                </a:cubicBezTo>
                <a:close/>
                <a:moveTo>
                  <a:pt x="4600" y="11000"/>
                </a:moveTo>
                <a:lnTo>
                  <a:pt x="5400" y="11000"/>
                </a:lnTo>
                <a:cubicBezTo>
                  <a:pt x="5731" y="11000"/>
                  <a:pt x="6000" y="11269"/>
                  <a:pt x="6000" y="11600"/>
                </a:cubicBezTo>
                <a:lnTo>
                  <a:pt x="6000" y="14400"/>
                </a:lnTo>
                <a:cubicBezTo>
                  <a:pt x="6000" y="14731"/>
                  <a:pt x="5731" y="15000"/>
                  <a:pt x="5400" y="15000"/>
                </a:cubicBezTo>
                <a:lnTo>
                  <a:pt x="4600" y="15000"/>
                </a:lnTo>
                <a:cubicBezTo>
                  <a:pt x="4269" y="15000"/>
                  <a:pt x="4000" y="14731"/>
                  <a:pt x="4000" y="14400"/>
                </a:cubicBezTo>
                <a:lnTo>
                  <a:pt x="4000" y="11600"/>
                </a:lnTo>
                <a:cubicBezTo>
                  <a:pt x="4000" y="11269"/>
                  <a:pt x="4269" y="11000"/>
                  <a:pt x="4600" y="11000"/>
                </a:cubicBezTo>
                <a:close/>
                <a:moveTo>
                  <a:pt x="18600" y="11000"/>
                </a:moveTo>
                <a:lnTo>
                  <a:pt x="19400" y="11000"/>
                </a:lnTo>
                <a:cubicBezTo>
                  <a:pt x="19731" y="11000"/>
                  <a:pt x="20000" y="11269"/>
                  <a:pt x="20000" y="11600"/>
                </a:cubicBezTo>
                <a:lnTo>
                  <a:pt x="20000" y="14400"/>
                </a:lnTo>
                <a:cubicBezTo>
                  <a:pt x="20000" y="14731"/>
                  <a:pt x="19731" y="15000"/>
                  <a:pt x="19400" y="15000"/>
                </a:cubicBezTo>
                <a:lnTo>
                  <a:pt x="18600" y="15000"/>
                </a:lnTo>
                <a:cubicBezTo>
                  <a:pt x="18269" y="15000"/>
                  <a:pt x="18000" y="14731"/>
                  <a:pt x="18000" y="14400"/>
                </a:cubicBezTo>
                <a:lnTo>
                  <a:pt x="18000" y="11600"/>
                </a:lnTo>
                <a:cubicBezTo>
                  <a:pt x="18000" y="11269"/>
                  <a:pt x="18269" y="11000"/>
                  <a:pt x="18600" y="1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机器人头</a:t>
            </a:r>
          </a:p>
        </p:txBody>
      </p:sp>
      <p:sp>
        <p:nvSpPr>
          <p:cNvPr id="7" name="AI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928" y="9960"/>
                </a:moveTo>
                <a:lnTo>
                  <a:pt x="12792" y="9960"/>
                </a:lnTo>
                <a:cubicBezTo>
                  <a:pt x="13481" y="9960"/>
                  <a:pt x="14040" y="10519"/>
                  <a:pt x="14040" y="11208"/>
                </a:cubicBezTo>
                <a:lnTo>
                  <a:pt x="14040" y="17292"/>
                </a:lnTo>
                <a:cubicBezTo>
                  <a:pt x="14040" y="17981"/>
                  <a:pt x="13481" y="18540"/>
                  <a:pt x="12792" y="18540"/>
                </a:cubicBezTo>
                <a:lnTo>
                  <a:pt x="5928" y="18540"/>
                </a:lnTo>
                <a:cubicBezTo>
                  <a:pt x="5239" y="18540"/>
                  <a:pt x="4680" y="17981"/>
                  <a:pt x="4680" y="17292"/>
                </a:cubicBezTo>
                <a:lnTo>
                  <a:pt x="4680" y="11208"/>
                </a:lnTo>
                <a:cubicBezTo>
                  <a:pt x="4680" y="10519"/>
                  <a:pt x="5239" y="9960"/>
                  <a:pt x="5928" y="9960"/>
                </a:cubicBezTo>
                <a:close/>
                <a:moveTo>
                  <a:pt x="7878" y="13080"/>
                </a:moveTo>
                <a:cubicBezTo>
                  <a:pt x="7878" y="13554"/>
                  <a:pt x="7494" y="13938"/>
                  <a:pt x="7020" y="13938"/>
                </a:cubicBezTo>
                <a:cubicBezTo>
                  <a:pt x="6546" y="13938"/>
                  <a:pt x="6162" y="13554"/>
                  <a:pt x="6162" y="13080"/>
                </a:cubicBezTo>
                <a:cubicBezTo>
                  <a:pt x="6162" y="12606"/>
                  <a:pt x="6546" y="12222"/>
                  <a:pt x="7020" y="12222"/>
                </a:cubicBezTo>
                <a:cubicBezTo>
                  <a:pt x="7494" y="12222"/>
                  <a:pt x="7878" y="12606"/>
                  <a:pt x="7878" y="13080"/>
                </a:cubicBezTo>
                <a:close/>
                <a:moveTo>
                  <a:pt x="12558" y="13080"/>
                </a:moveTo>
                <a:cubicBezTo>
                  <a:pt x="12558" y="13554"/>
                  <a:pt x="12174" y="13938"/>
                  <a:pt x="11700" y="13938"/>
                </a:cubicBezTo>
                <a:cubicBezTo>
                  <a:pt x="11226" y="13938"/>
                  <a:pt x="10842" y="13554"/>
                  <a:pt x="10842" y="13080"/>
                </a:cubicBezTo>
                <a:cubicBezTo>
                  <a:pt x="10842" y="12606"/>
                  <a:pt x="11226" y="12222"/>
                  <a:pt x="11700" y="12222"/>
                </a:cubicBezTo>
                <a:cubicBezTo>
                  <a:pt x="12174" y="12222"/>
                  <a:pt x="12558" y="12606"/>
                  <a:pt x="12558" y="13080"/>
                </a:cubicBezTo>
                <a:close/>
                <a:moveTo>
                  <a:pt x="8112" y="15810"/>
                </a:moveTo>
                <a:lnTo>
                  <a:pt x="10608" y="15810"/>
                </a:lnTo>
                <a:cubicBezTo>
                  <a:pt x="10780" y="15810"/>
                  <a:pt x="10920" y="15950"/>
                  <a:pt x="10920" y="16122"/>
                </a:cubicBezTo>
                <a:lnTo>
                  <a:pt x="10920" y="16278"/>
                </a:lnTo>
                <a:cubicBezTo>
                  <a:pt x="10920" y="16450"/>
                  <a:pt x="10780" y="16590"/>
                  <a:pt x="10608" y="16590"/>
                </a:cubicBezTo>
                <a:lnTo>
                  <a:pt x="8112" y="16590"/>
                </a:lnTo>
                <a:cubicBezTo>
                  <a:pt x="7940" y="16590"/>
                  <a:pt x="7800" y="16450"/>
                  <a:pt x="7800" y="16278"/>
                </a:cubicBezTo>
                <a:lnTo>
                  <a:pt x="7800" y="16122"/>
                </a:lnTo>
                <a:cubicBezTo>
                  <a:pt x="7800" y="15950"/>
                  <a:pt x="7940" y="15810"/>
                  <a:pt x="8112" y="15810"/>
                </a:cubicBezTo>
                <a:close/>
                <a:moveTo>
                  <a:pt x="8736" y="7620"/>
                </a:moveTo>
                <a:lnTo>
                  <a:pt x="9984" y="7620"/>
                </a:lnTo>
                <a:lnTo>
                  <a:pt x="9984" y="9960"/>
                </a:lnTo>
                <a:lnTo>
                  <a:pt x="8736" y="9960"/>
                </a:lnTo>
                <a:close/>
                <a:moveTo>
                  <a:pt x="10140" y="7230"/>
                </a:moveTo>
                <a:cubicBezTo>
                  <a:pt x="10140" y="7661"/>
                  <a:pt x="9791" y="8010"/>
                  <a:pt x="9360" y="8010"/>
                </a:cubicBezTo>
                <a:cubicBezTo>
                  <a:pt x="8929" y="8010"/>
                  <a:pt x="8580" y="7661"/>
                  <a:pt x="8580" y="7230"/>
                </a:cubicBezTo>
                <a:cubicBezTo>
                  <a:pt x="8580" y="6799"/>
                  <a:pt x="8929" y="6450"/>
                  <a:pt x="9360" y="6450"/>
                </a:cubicBezTo>
                <a:cubicBezTo>
                  <a:pt x="9791" y="6450"/>
                  <a:pt x="10140" y="6799"/>
                  <a:pt x="10140" y="7230"/>
                </a:cubicBezTo>
                <a:close/>
                <a:moveTo>
                  <a:pt x="3588" y="13860"/>
                </a:moveTo>
                <a:lnTo>
                  <a:pt x="4212" y="13860"/>
                </a:lnTo>
                <a:cubicBezTo>
                  <a:pt x="4470" y="13860"/>
                  <a:pt x="4680" y="14070"/>
                  <a:pt x="4680" y="14328"/>
                </a:cubicBezTo>
                <a:lnTo>
                  <a:pt x="4680" y="16512"/>
                </a:lnTo>
                <a:cubicBezTo>
                  <a:pt x="4680" y="16770"/>
                  <a:pt x="4470" y="16980"/>
                  <a:pt x="4212" y="16980"/>
                </a:cubicBezTo>
                <a:lnTo>
                  <a:pt x="3588" y="16980"/>
                </a:lnTo>
                <a:cubicBezTo>
                  <a:pt x="3330" y="16980"/>
                  <a:pt x="3120" y="16770"/>
                  <a:pt x="3120" y="16512"/>
                </a:cubicBezTo>
                <a:lnTo>
                  <a:pt x="3120" y="14328"/>
                </a:lnTo>
                <a:cubicBezTo>
                  <a:pt x="3120" y="14070"/>
                  <a:pt x="3330" y="13860"/>
                  <a:pt x="3588" y="13860"/>
                </a:cubicBezTo>
                <a:close/>
                <a:moveTo>
                  <a:pt x="14508" y="13860"/>
                </a:moveTo>
                <a:lnTo>
                  <a:pt x="15132" y="13860"/>
                </a:lnTo>
                <a:cubicBezTo>
                  <a:pt x="15390" y="13860"/>
                  <a:pt x="15600" y="14070"/>
                  <a:pt x="15600" y="14328"/>
                </a:cubicBezTo>
                <a:lnTo>
                  <a:pt x="15600" y="16512"/>
                </a:lnTo>
                <a:cubicBezTo>
                  <a:pt x="15600" y="16770"/>
                  <a:pt x="15390" y="16980"/>
                  <a:pt x="15132" y="16980"/>
                </a:cubicBezTo>
                <a:lnTo>
                  <a:pt x="14508" y="16980"/>
                </a:lnTo>
                <a:cubicBezTo>
                  <a:pt x="14250" y="16980"/>
                  <a:pt x="14040" y="16770"/>
                  <a:pt x="14040" y="16512"/>
                </a:cubicBezTo>
                <a:lnTo>
                  <a:pt x="14040" y="14328"/>
                </a:lnTo>
                <a:cubicBezTo>
                  <a:pt x="14040" y="14070"/>
                  <a:pt x="14250" y="13860"/>
                  <a:pt x="14508" y="13860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机器人头·智能</a:t>
            </a:r>
          </a:p>
        </p:txBody>
      </p:sp>
      <p:sp>
        <p:nvSpPr>
          <p:cNvPr id="10" name="AI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928" y="9960"/>
                </a:moveTo>
                <a:lnTo>
                  <a:pt x="12792" y="9960"/>
                </a:lnTo>
                <a:cubicBezTo>
                  <a:pt x="13481" y="9960"/>
                  <a:pt x="14040" y="10519"/>
                  <a:pt x="14040" y="11208"/>
                </a:cubicBezTo>
                <a:lnTo>
                  <a:pt x="14040" y="17292"/>
                </a:lnTo>
                <a:cubicBezTo>
                  <a:pt x="14040" y="17981"/>
                  <a:pt x="13481" y="18540"/>
                  <a:pt x="12792" y="18540"/>
                </a:cubicBezTo>
                <a:lnTo>
                  <a:pt x="5928" y="18540"/>
                </a:lnTo>
                <a:cubicBezTo>
                  <a:pt x="5239" y="18540"/>
                  <a:pt x="4680" y="17981"/>
                  <a:pt x="4680" y="17292"/>
                </a:cubicBezTo>
                <a:lnTo>
                  <a:pt x="4680" y="11208"/>
                </a:lnTo>
                <a:cubicBezTo>
                  <a:pt x="4680" y="10519"/>
                  <a:pt x="5239" y="9960"/>
                  <a:pt x="5928" y="9960"/>
                </a:cubicBezTo>
                <a:close/>
                <a:moveTo>
                  <a:pt x="7878" y="13080"/>
                </a:moveTo>
                <a:cubicBezTo>
                  <a:pt x="7878" y="13554"/>
                  <a:pt x="7494" y="13938"/>
                  <a:pt x="7020" y="13938"/>
                </a:cubicBezTo>
                <a:cubicBezTo>
                  <a:pt x="6546" y="13938"/>
                  <a:pt x="6162" y="13554"/>
                  <a:pt x="6162" y="13080"/>
                </a:cubicBezTo>
                <a:cubicBezTo>
                  <a:pt x="6162" y="12606"/>
                  <a:pt x="6546" y="12222"/>
                  <a:pt x="7020" y="12222"/>
                </a:cubicBezTo>
                <a:cubicBezTo>
                  <a:pt x="7494" y="12222"/>
                  <a:pt x="7878" y="12606"/>
                  <a:pt x="7878" y="13080"/>
                </a:cubicBezTo>
                <a:close/>
                <a:moveTo>
                  <a:pt x="12558" y="13080"/>
                </a:moveTo>
                <a:cubicBezTo>
                  <a:pt x="12558" y="13554"/>
                  <a:pt x="12174" y="13938"/>
                  <a:pt x="11700" y="13938"/>
                </a:cubicBezTo>
                <a:cubicBezTo>
                  <a:pt x="11226" y="13938"/>
                  <a:pt x="10842" y="13554"/>
                  <a:pt x="10842" y="13080"/>
                </a:cubicBezTo>
                <a:cubicBezTo>
                  <a:pt x="10842" y="12606"/>
                  <a:pt x="11226" y="12222"/>
                  <a:pt x="11700" y="12222"/>
                </a:cubicBezTo>
                <a:cubicBezTo>
                  <a:pt x="12174" y="12222"/>
                  <a:pt x="12558" y="12606"/>
                  <a:pt x="12558" y="13080"/>
                </a:cubicBezTo>
                <a:close/>
                <a:moveTo>
                  <a:pt x="8112" y="15810"/>
                </a:moveTo>
                <a:lnTo>
                  <a:pt x="10608" y="15810"/>
                </a:lnTo>
                <a:cubicBezTo>
                  <a:pt x="10780" y="15810"/>
                  <a:pt x="10920" y="15950"/>
                  <a:pt x="10920" y="16122"/>
                </a:cubicBezTo>
                <a:lnTo>
                  <a:pt x="10920" y="16278"/>
                </a:lnTo>
                <a:cubicBezTo>
                  <a:pt x="10920" y="16450"/>
                  <a:pt x="10780" y="16590"/>
                  <a:pt x="10608" y="16590"/>
                </a:cubicBezTo>
                <a:lnTo>
                  <a:pt x="8112" y="16590"/>
                </a:lnTo>
                <a:cubicBezTo>
                  <a:pt x="7940" y="16590"/>
                  <a:pt x="7800" y="16450"/>
                  <a:pt x="7800" y="16278"/>
                </a:cubicBezTo>
                <a:lnTo>
                  <a:pt x="7800" y="16122"/>
                </a:lnTo>
                <a:cubicBezTo>
                  <a:pt x="7800" y="15950"/>
                  <a:pt x="7940" y="15810"/>
                  <a:pt x="8112" y="15810"/>
                </a:cubicBezTo>
                <a:close/>
                <a:moveTo>
                  <a:pt x="8736" y="7620"/>
                </a:moveTo>
                <a:lnTo>
                  <a:pt x="9984" y="7620"/>
                </a:lnTo>
                <a:lnTo>
                  <a:pt x="9984" y="9960"/>
                </a:lnTo>
                <a:lnTo>
                  <a:pt x="8736" y="9960"/>
                </a:lnTo>
                <a:close/>
                <a:moveTo>
                  <a:pt x="10140" y="7230"/>
                </a:moveTo>
                <a:cubicBezTo>
                  <a:pt x="10140" y="7661"/>
                  <a:pt x="9791" y="8010"/>
                  <a:pt x="9360" y="8010"/>
                </a:cubicBezTo>
                <a:cubicBezTo>
                  <a:pt x="8929" y="8010"/>
                  <a:pt x="8580" y="7661"/>
                  <a:pt x="8580" y="7230"/>
                </a:cubicBezTo>
                <a:cubicBezTo>
                  <a:pt x="8580" y="6799"/>
                  <a:pt x="8929" y="6450"/>
                  <a:pt x="9360" y="6450"/>
                </a:cubicBezTo>
                <a:cubicBezTo>
                  <a:pt x="9791" y="6450"/>
                  <a:pt x="10140" y="6799"/>
                  <a:pt x="10140" y="7230"/>
                </a:cubicBezTo>
                <a:close/>
                <a:moveTo>
                  <a:pt x="3588" y="13860"/>
                </a:moveTo>
                <a:lnTo>
                  <a:pt x="4212" y="13860"/>
                </a:lnTo>
                <a:cubicBezTo>
                  <a:pt x="4470" y="13860"/>
                  <a:pt x="4680" y="14070"/>
                  <a:pt x="4680" y="14328"/>
                </a:cubicBezTo>
                <a:lnTo>
                  <a:pt x="4680" y="16512"/>
                </a:lnTo>
                <a:cubicBezTo>
                  <a:pt x="4680" y="16770"/>
                  <a:pt x="4470" y="16980"/>
                  <a:pt x="4212" y="16980"/>
                </a:cubicBezTo>
                <a:lnTo>
                  <a:pt x="3588" y="16980"/>
                </a:lnTo>
                <a:cubicBezTo>
                  <a:pt x="3330" y="16980"/>
                  <a:pt x="3120" y="16770"/>
                  <a:pt x="3120" y="16512"/>
                </a:cubicBezTo>
                <a:lnTo>
                  <a:pt x="3120" y="14328"/>
                </a:lnTo>
                <a:cubicBezTo>
                  <a:pt x="3120" y="14070"/>
                  <a:pt x="3330" y="13860"/>
                  <a:pt x="3588" y="13860"/>
                </a:cubicBezTo>
                <a:close/>
                <a:moveTo>
                  <a:pt x="14508" y="13860"/>
                </a:moveTo>
                <a:lnTo>
                  <a:pt x="15132" y="13860"/>
                </a:lnTo>
                <a:cubicBezTo>
                  <a:pt x="15390" y="13860"/>
                  <a:pt x="15600" y="14070"/>
                  <a:pt x="15600" y="14328"/>
                </a:cubicBezTo>
                <a:lnTo>
                  <a:pt x="15600" y="16512"/>
                </a:lnTo>
                <a:cubicBezTo>
                  <a:pt x="15600" y="16770"/>
                  <a:pt x="15390" y="16980"/>
                  <a:pt x="15132" y="16980"/>
                </a:cubicBezTo>
                <a:lnTo>
                  <a:pt x="14508" y="16980"/>
                </a:lnTo>
                <a:cubicBezTo>
                  <a:pt x="14250" y="16980"/>
                  <a:pt x="14040" y="16770"/>
                  <a:pt x="14040" y="16512"/>
                </a:cubicBezTo>
                <a:lnTo>
                  <a:pt x="14040" y="14328"/>
                </a:lnTo>
                <a:cubicBezTo>
                  <a:pt x="14040" y="14070"/>
                  <a:pt x="14250" y="13860"/>
                  <a:pt x="14508" y="13860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机器人头·可配置</a:t>
            </a:r>
          </a:p>
        </p:txBody>
      </p:sp>
      <p:sp>
        <p:nvSpPr>
          <p:cNvPr id="13" name="AI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928" y="9960"/>
                </a:moveTo>
                <a:lnTo>
                  <a:pt x="12792" y="9960"/>
                </a:lnTo>
                <a:cubicBezTo>
                  <a:pt x="13481" y="9960"/>
                  <a:pt x="14040" y="10519"/>
                  <a:pt x="14040" y="11208"/>
                </a:cubicBezTo>
                <a:lnTo>
                  <a:pt x="14040" y="17292"/>
                </a:lnTo>
                <a:cubicBezTo>
                  <a:pt x="14040" y="17981"/>
                  <a:pt x="13481" y="18540"/>
                  <a:pt x="12792" y="18540"/>
                </a:cubicBezTo>
                <a:lnTo>
                  <a:pt x="5928" y="18540"/>
                </a:lnTo>
                <a:cubicBezTo>
                  <a:pt x="5239" y="18540"/>
                  <a:pt x="4680" y="17981"/>
                  <a:pt x="4680" y="17292"/>
                </a:cubicBezTo>
                <a:lnTo>
                  <a:pt x="4680" y="11208"/>
                </a:lnTo>
                <a:cubicBezTo>
                  <a:pt x="4680" y="10519"/>
                  <a:pt x="5239" y="9960"/>
                  <a:pt x="5928" y="9960"/>
                </a:cubicBezTo>
                <a:close/>
                <a:moveTo>
                  <a:pt x="7878" y="13080"/>
                </a:moveTo>
                <a:cubicBezTo>
                  <a:pt x="7878" y="13554"/>
                  <a:pt x="7494" y="13938"/>
                  <a:pt x="7020" y="13938"/>
                </a:cubicBezTo>
                <a:cubicBezTo>
                  <a:pt x="6546" y="13938"/>
                  <a:pt x="6162" y="13554"/>
                  <a:pt x="6162" y="13080"/>
                </a:cubicBezTo>
                <a:cubicBezTo>
                  <a:pt x="6162" y="12606"/>
                  <a:pt x="6546" y="12222"/>
                  <a:pt x="7020" y="12222"/>
                </a:cubicBezTo>
                <a:cubicBezTo>
                  <a:pt x="7494" y="12222"/>
                  <a:pt x="7878" y="12606"/>
                  <a:pt x="7878" y="13080"/>
                </a:cubicBezTo>
                <a:close/>
                <a:moveTo>
                  <a:pt x="12558" y="13080"/>
                </a:moveTo>
                <a:cubicBezTo>
                  <a:pt x="12558" y="13554"/>
                  <a:pt x="12174" y="13938"/>
                  <a:pt x="11700" y="13938"/>
                </a:cubicBezTo>
                <a:cubicBezTo>
                  <a:pt x="11226" y="13938"/>
                  <a:pt x="10842" y="13554"/>
                  <a:pt x="10842" y="13080"/>
                </a:cubicBezTo>
                <a:cubicBezTo>
                  <a:pt x="10842" y="12606"/>
                  <a:pt x="11226" y="12222"/>
                  <a:pt x="11700" y="12222"/>
                </a:cubicBezTo>
                <a:cubicBezTo>
                  <a:pt x="12174" y="12222"/>
                  <a:pt x="12558" y="12606"/>
                  <a:pt x="12558" y="13080"/>
                </a:cubicBezTo>
                <a:close/>
                <a:moveTo>
                  <a:pt x="8112" y="15810"/>
                </a:moveTo>
                <a:lnTo>
                  <a:pt x="10608" y="15810"/>
                </a:lnTo>
                <a:cubicBezTo>
                  <a:pt x="10780" y="15810"/>
                  <a:pt x="10920" y="15950"/>
                  <a:pt x="10920" y="16122"/>
                </a:cubicBezTo>
                <a:lnTo>
                  <a:pt x="10920" y="16278"/>
                </a:lnTo>
                <a:cubicBezTo>
                  <a:pt x="10920" y="16450"/>
                  <a:pt x="10780" y="16590"/>
                  <a:pt x="10608" y="16590"/>
                </a:cubicBezTo>
                <a:lnTo>
                  <a:pt x="8112" y="16590"/>
                </a:lnTo>
                <a:cubicBezTo>
                  <a:pt x="7940" y="16590"/>
                  <a:pt x="7800" y="16450"/>
                  <a:pt x="7800" y="16278"/>
                </a:cubicBezTo>
                <a:lnTo>
                  <a:pt x="7800" y="16122"/>
                </a:lnTo>
                <a:cubicBezTo>
                  <a:pt x="7800" y="15950"/>
                  <a:pt x="7940" y="15810"/>
                  <a:pt x="8112" y="15810"/>
                </a:cubicBezTo>
                <a:close/>
                <a:moveTo>
                  <a:pt x="8736" y="7620"/>
                </a:moveTo>
                <a:lnTo>
                  <a:pt x="9984" y="7620"/>
                </a:lnTo>
                <a:lnTo>
                  <a:pt x="9984" y="9960"/>
                </a:lnTo>
                <a:lnTo>
                  <a:pt x="8736" y="9960"/>
                </a:lnTo>
                <a:close/>
                <a:moveTo>
                  <a:pt x="10140" y="7230"/>
                </a:moveTo>
                <a:cubicBezTo>
                  <a:pt x="10140" y="7661"/>
                  <a:pt x="9791" y="8010"/>
                  <a:pt x="9360" y="8010"/>
                </a:cubicBezTo>
                <a:cubicBezTo>
                  <a:pt x="8929" y="8010"/>
                  <a:pt x="8580" y="7661"/>
                  <a:pt x="8580" y="7230"/>
                </a:cubicBezTo>
                <a:cubicBezTo>
                  <a:pt x="8580" y="6799"/>
                  <a:pt x="8929" y="6450"/>
                  <a:pt x="9360" y="6450"/>
                </a:cubicBezTo>
                <a:cubicBezTo>
                  <a:pt x="9791" y="6450"/>
                  <a:pt x="10140" y="6799"/>
                  <a:pt x="10140" y="7230"/>
                </a:cubicBezTo>
                <a:close/>
                <a:moveTo>
                  <a:pt x="3588" y="13860"/>
                </a:moveTo>
                <a:lnTo>
                  <a:pt x="4212" y="13860"/>
                </a:lnTo>
                <a:cubicBezTo>
                  <a:pt x="4470" y="13860"/>
                  <a:pt x="4680" y="14070"/>
                  <a:pt x="4680" y="14328"/>
                </a:cubicBezTo>
                <a:lnTo>
                  <a:pt x="4680" y="16512"/>
                </a:lnTo>
                <a:cubicBezTo>
                  <a:pt x="4680" y="16770"/>
                  <a:pt x="4470" y="16980"/>
                  <a:pt x="4212" y="16980"/>
                </a:cubicBezTo>
                <a:lnTo>
                  <a:pt x="3588" y="16980"/>
                </a:lnTo>
                <a:cubicBezTo>
                  <a:pt x="3330" y="16980"/>
                  <a:pt x="3120" y="16770"/>
                  <a:pt x="3120" y="16512"/>
                </a:cubicBezTo>
                <a:lnTo>
                  <a:pt x="3120" y="14328"/>
                </a:lnTo>
                <a:cubicBezTo>
                  <a:pt x="3120" y="14070"/>
                  <a:pt x="3330" y="13860"/>
                  <a:pt x="3588" y="13860"/>
                </a:cubicBezTo>
                <a:close/>
                <a:moveTo>
                  <a:pt x="14508" y="13860"/>
                </a:moveTo>
                <a:lnTo>
                  <a:pt x="15132" y="13860"/>
                </a:lnTo>
                <a:cubicBezTo>
                  <a:pt x="15390" y="13860"/>
                  <a:pt x="15600" y="14070"/>
                  <a:pt x="15600" y="14328"/>
                </a:cubicBezTo>
                <a:lnTo>
                  <a:pt x="15600" y="16512"/>
                </a:lnTo>
                <a:cubicBezTo>
                  <a:pt x="15600" y="16770"/>
                  <a:pt x="15390" y="16980"/>
                  <a:pt x="15132" y="16980"/>
                </a:cubicBezTo>
                <a:lnTo>
                  <a:pt x="14508" y="16980"/>
                </a:lnTo>
                <a:cubicBezTo>
                  <a:pt x="14250" y="16980"/>
                  <a:pt x="14040" y="16770"/>
                  <a:pt x="14040" y="16512"/>
                </a:cubicBezTo>
                <a:lnTo>
                  <a:pt x="14040" y="14328"/>
                </a:lnTo>
                <a:cubicBezTo>
                  <a:pt x="14040" y="14070"/>
                  <a:pt x="14250" y="13860"/>
                  <a:pt x="14508" y="1386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机器人头·同步</a:t>
            </a:r>
          </a:p>
        </p:txBody>
      </p:sp>
      <p:sp>
        <p:nvSpPr>
          <p:cNvPr id="16" name="AI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928" y="9960"/>
                </a:moveTo>
                <a:lnTo>
                  <a:pt x="12792" y="9960"/>
                </a:lnTo>
                <a:cubicBezTo>
                  <a:pt x="13481" y="9960"/>
                  <a:pt x="14040" y="10519"/>
                  <a:pt x="14040" y="11208"/>
                </a:cubicBezTo>
                <a:lnTo>
                  <a:pt x="14040" y="17292"/>
                </a:lnTo>
                <a:cubicBezTo>
                  <a:pt x="14040" y="17981"/>
                  <a:pt x="13481" y="18540"/>
                  <a:pt x="12792" y="18540"/>
                </a:cubicBezTo>
                <a:lnTo>
                  <a:pt x="5928" y="18540"/>
                </a:lnTo>
                <a:cubicBezTo>
                  <a:pt x="5239" y="18540"/>
                  <a:pt x="4680" y="17981"/>
                  <a:pt x="4680" y="17292"/>
                </a:cubicBezTo>
                <a:lnTo>
                  <a:pt x="4680" y="11208"/>
                </a:lnTo>
                <a:cubicBezTo>
                  <a:pt x="4680" y="10519"/>
                  <a:pt x="5239" y="9960"/>
                  <a:pt x="5928" y="9960"/>
                </a:cubicBezTo>
                <a:close/>
                <a:moveTo>
                  <a:pt x="7878" y="13080"/>
                </a:moveTo>
                <a:cubicBezTo>
                  <a:pt x="7878" y="13554"/>
                  <a:pt x="7494" y="13938"/>
                  <a:pt x="7020" y="13938"/>
                </a:cubicBezTo>
                <a:cubicBezTo>
                  <a:pt x="6546" y="13938"/>
                  <a:pt x="6162" y="13554"/>
                  <a:pt x="6162" y="13080"/>
                </a:cubicBezTo>
                <a:cubicBezTo>
                  <a:pt x="6162" y="12606"/>
                  <a:pt x="6546" y="12222"/>
                  <a:pt x="7020" y="12222"/>
                </a:cubicBezTo>
                <a:cubicBezTo>
                  <a:pt x="7494" y="12222"/>
                  <a:pt x="7878" y="12606"/>
                  <a:pt x="7878" y="13080"/>
                </a:cubicBezTo>
                <a:close/>
                <a:moveTo>
                  <a:pt x="12558" y="13080"/>
                </a:moveTo>
                <a:cubicBezTo>
                  <a:pt x="12558" y="13554"/>
                  <a:pt x="12174" y="13938"/>
                  <a:pt x="11700" y="13938"/>
                </a:cubicBezTo>
                <a:cubicBezTo>
                  <a:pt x="11226" y="13938"/>
                  <a:pt x="10842" y="13554"/>
                  <a:pt x="10842" y="13080"/>
                </a:cubicBezTo>
                <a:cubicBezTo>
                  <a:pt x="10842" y="12606"/>
                  <a:pt x="11226" y="12222"/>
                  <a:pt x="11700" y="12222"/>
                </a:cubicBezTo>
                <a:cubicBezTo>
                  <a:pt x="12174" y="12222"/>
                  <a:pt x="12558" y="12606"/>
                  <a:pt x="12558" y="13080"/>
                </a:cubicBezTo>
                <a:close/>
                <a:moveTo>
                  <a:pt x="8112" y="15810"/>
                </a:moveTo>
                <a:lnTo>
                  <a:pt x="10608" y="15810"/>
                </a:lnTo>
                <a:cubicBezTo>
                  <a:pt x="10780" y="15810"/>
                  <a:pt x="10920" y="15950"/>
                  <a:pt x="10920" y="16122"/>
                </a:cubicBezTo>
                <a:lnTo>
                  <a:pt x="10920" y="16278"/>
                </a:lnTo>
                <a:cubicBezTo>
                  <a:pt x="10920" y="16450"/>
                  <a:pt x="10780" y="16590"/>
                  <a:pt x="10608" y="16590"/>
                </a:cubicBezTo>
                <a:lnTo>
                  <a:pt x="8112" y="16590"/>
                </a:lnTo>
                <a:cubicBezTo>
                  <a:pt x="7940" y="16590"/>
                  <a:pt x="7800" y="16450"/>
                  <a:pt x="7800" y="16278"/>
                </a:cubicBezTo>
                <a:lnTo>
                  <a:pt x="7800" y="16122"/>
                </a:lnTo>
                <a:cubicBezTo>
                  <a:pt x="7800" y="15950"/>
                  <a:pt x="7940" y="15810"/>
                  <a:pt x="8112" y="15810"/>
                </a:cubicBezTo>
                <a:close/>
                <a:moveTo>
                  <a:pt x="8736" y="7620"/>
                </a:moveTo>
                <a:lnTo>
                  <a:pt x="9984" y="7620"/>
                </a:lnTo>
                <a:lnTo>
                  <a:pt x="9984" y="9960"/>
                </a:lnTo>
                <a:lnTo>
                  <a:pt x="8736" y="9960"/>
                </a:lnTo>
                <a:close/>
                <a:moveTo>
                  <a:pt x="10140" y="7230"/>
                </a:moveTo>
                <a:cubicBezTo>
                  <a:pt x="10140" y="7661"/>
                  <a:pt x="9791" y="8010"/>
                  <a:pt x="9360" y="8010"/>
                </a:cubicBezTo>
                <a:cubicBezTo>
                  <a:pt x="8929" y="8010"/>
                  <a:pt x="8580" y="7661"/>
                  <a:pt x="8580" y="7230"/>
                </a:cubicBezTo>
                <a:cubicBezTo>
                  <a:pt x="8580" y="6799"/>
                  <a:pt x="8929" y="6450"/>
                  <a:pt x="9360" y="6450"/>
                </a:cubicBezTo>
                <a:cubicBezTo>
                  <a:pt x="9791" y="6450"/>
                  <a:pt x="10140" y="6799"/>
                  <a:pt x="10140" y="7230"/>
                </a:cubicBezTo>
                <a:close/>
                <a:moveTo>
                  <a:pt x="3588" y="13860"/>
                </a:moveTo>
                <a:lnTo>
                  <a:pt x="4212" y="13860"/>
                </a:lnTo>
                <a:cubicBezTo>
                  <a:pt x="4470" y="13860"/>
                  <a:pt x="4680" y="14070"/>
                  <a:pt x="4680" y="14328"/>
                </a:cubicBezTo>
                <a:lnTo>
                  <a:pt x="4680" y="16512"/>
                </a:lnTo>
                <a:cubicBezTo>
                  <a:pt x="4680" y="16770"/>
                  <a:pt x="4470" y="16980"/>
                  <a:pt x="4212" y="16980"/>
                </a:cubicBezTo>
                <a:lnTo>
                  <a:pt x="3588" y="16980"/>
                </a:lnTo>
                <a:cubicBezTo>
                  <a:pt x="3330" y="16980"/>
                  <a:pt x="3120" y="16770"/>
                  <a:pt x="3120" y="16512"/>
                </a:cubicBezTo>
                <a:lnTo>
                  <a:pt x="3120" y="14328"/>
                </a:lnTo>
                <a:cubicBezTo>
                  <a:pt x="3120" y="14070"/>
                  <a:pt x="3330" y="13860"/>
                  <a:pt x="3588" y="13860"/>
                </a:cubicBezTo>
                <a:close/>
                <a:moveTo>
                  <a:pt x="14508" y="13860"/>
                </a:moveTo>
                <a:lnTo>
                  <a:pt x="15132" y="13860"/>
                </a:lnTo>
                <a:cubicBezTo>
                  <a:pt x="15390" y="13860"/>
                  <a:pt x="15600" y="14070"/>
                  <a:pt x="15600" y="14328"/>
                </a:cubicBezTo>
                <a:lnTo>
                  <a:pt x="15600" y="16512"/>
                </a:lnTo>
                <a:cubicBezTo>
                  <a:pt x="15600" y="16770"/>
                  <a:pt x="15390" y="16980"/>
                  <a:pt x="15132" y="16980"/>
                </a:cubicBezTo>
                <a:lnTo>
                  <a:pt x="14508" y="16980"/>
                </a:lnTo>
                <a:cubicBezTo>
                  <a:pt x="14250" y="16980"/>
                  <a:pt x="14040" y="16770"/>
                  <a:pt x="14040" y="16512"/>
                </a:cubicBezTo>
                <a:lnTo>
                  <a:pt x="14040" y="14328"/>
                </a:lnTo>
                <a:cubicBezTo>
                  <a:pt x="14040" y="14070"/>
                  <a:pt x="14250" y="13860"/>
                  <a:pt x="14508" y="138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机器人头·已验证</a:t>
            </a:r>
          </a:p>
        </p:txBody>
      </p:sp>
      <p:sp>
        <p:nvSpPr>
          <p:cNvPr id="19" name="AI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928" y="9960"/>
                </a:moveTo>
                <a:lnTo>
                  <a:pt x="12792" y="9960"/>
                </a:lnTo>
                <a:cubicBezTo>
                  <a:pt x="13481" y="9960"/>
                  <a:pt x="14040" y="10519"/>
                  <a:pt x="14040" y="11208"/>
                </a:cubicBezTo>
                <a:lnTo>
                  <a:pt x="14040" y="17292"/>
                </a:lnTo>
                <a:cubicBezTo>
                  <a:pt x="14040" y="17981"/>
                  <a:pt x="13481" y="18540"/>
                  <a:pt x="12792" y="18540"/>
                </a:cubicBezTo>
                <a:lnTo>
                  <a:pt x="5928" y="18540"/>
                </a:lnTo>
                <a:cubicBezTo>
                  <a:pt x="5239" y="18540"/>
                  <a:pt x="4680" y="17981"/>
                  <a:pt x="4680" y="17292"/>
                </a:cubicBezTo>
                <a:lnTo>
                  <a:pt x="4680" y="11208"/>
                </a:lnTo>
                <a:cubicBezTo>
                  <a:pt x="4680" y="10519"/>
                  <a:pt x="5239" y="9960"/>
                  <a:pt x="5928" y="9960"/>
                </a:cubicBezTo>
                <a:close/>
                <a:moveTo>
                  <a:pt x="7878" y="13080"/>
                </a:moveTo>
                <a:cubicBezTo>
                  <a:pt x="7878" y="13554"/>
                  <a:pt x="7494" y="13938"/>
                  <a:pt x="7020" y="13938"/>
                </a:cubicBezTo>
                <a:cubicBezTo>
                  <a:pt x="6546" y="13938"/>
                  <a:pt x="6162" y="13554"/>
                  <a:pt x="6162" y="13080"/>
                </a:cubicBezTo>
                <a:cubicBezTo>
                  <a:pt x="6162" y="12606"/>
                  <a:pt x="6546" y="12222"/>
                  <a:pt x="7020" y="12222"/>
                </a:cubicBezTo>
                <a:cubicBezTo>
                  <a:pt x="7494" y="12222"/>
                  <a:pt x="7878" y="12606"/>
                  <a:pt x="7878" y="13080"/>
                </a:cubicBezTo>
                <a:close/>
                <a:moveTo>
                  <a:pt x="12558" y="13080"/>
                </a:moveTo>
                <a:cubicBezTo>
                  <a:pt x="12558" y="13554"/>
                  <a:pt x="12174" y="13938"/>
                  <a:pt x="11700" y="13938"/>
                </a:cubicBezTo>
                <a:cubicBezTo>
                  <a:pt x="11226" y="13938"/>
                  <a:pt x="10842" y="13554"/>
                  <a:pt x="10842" y="13080"/>
                </a:cubicBezTo>
                <a:cubicBezTo>
                  <a:pt x="10842" y="12606"/>
                  <a:pt x="11226" y="12222"/>
                  <a:pt x="11700" y="12222"/>
                </a:cubicBezTo>
                <a:cubicBezTo>
                  <a:pt x="12174" y="12222"/>
                  <a:pt x="12558" y="12606"/>
                  <a:pt x="12558" y="13080"/>
                </a:cubicBezTo>
                <a:close/>
                <a:moveTo>
                  <a:pt x="8112" y="15810"/>
                </a:moveTo>
                <a:lnTo>
                  <a:pt x="10608" y="15810"/>
                </a:lnTo>
                <a:cubicBezTo>
                  <a:pt x="10780" y="15810"/>
                  <a:pt x="10920" y="15950"/>
                  <a:pt x="10920" y="16122"/>
                </a:cubicBezTo>
                <a:lnTo>
                  <a:pt x="10920" y="16278"/>
                </a:lnTo>
                <a:cubicBezTo>
                  <a:pt x="10920" y="16450"/>
                  <a:pt x="10780" y="16590"/>
                  <a:pt x="10608" y="16590"/>
                </a:cubicBezTo>
                <a:lnTo>
                  <a:pt x="8112" y="16590"/>
                </a:lnTo>
                <a:cubicBezTo>
                  <a:pt x="7940" y="16590"/>
                  <a:pt x="7800" y="16450"/>
                  <a:pt x="7800" y="16278"/>
                </a:cubicBezTo>
                <a:lnTo>
                  <a:pt x="7800" y="16122"/>
                </a:lnTo>
                <a:cubicBezTo>
                  <a:pt x="7800" y="15950"/>
                  <a:pt x="7940" y="15810"/>
                  <a:pt x="8112" y="15810"/>
                </a:cubicBezTo>
                <a:close/>
                <a:moveTo>
                  <a:pt x="8736" y="7620"/>
                </a:moveTo>
                <a:lnTo>
                  <a:pt x="9984" y="7620"/>
                </a:lnTo>
                <a:lnTo>
                  <a:pt x="9984" y="9960"/>
                </a:lnTo>
                <a:lnTo>
                  <a:pt x="8736" y="9960"/>
                </a:lnTo>
                <a:close/>
                <a:moveTo>
                  <a:pt x="10140" y="7230"/>
                </a:moveTo>
                <a:cubicBezTo>
                  <a:pt x="10140" y="7661"/>
                  <a:pt x="9791" y="8010"/>
                  <a:pt x="9360" y="8010"/>
                </a:cubicBezTo>
                <a:cubicBezTo>
                  <a:pt x="8929" y="8010"/>
                  <a:pt x="8580" y="7661"/>
                  <a:pt x="8580" y="7230"/>
                </a:cubicBezTo>
                <a:cubicBezTo>
                  <a:pt x="8580" y="6799"/>
                  <a:pt x="8929" y="6450"/>
                  <a:pt x="9360" y="6450"/>
                </a:cubicBezTo>
                <a:cubicBezTo>
                  <a:pt x="9791" y="6450"/>
                  <a:pt x="10140" y="6799"/>
                  <a:pt x="10140" y="7230"/>
                </a:cubicBezTo>
                <a:close/>
                <a:moveTo>
                  <a:pt x="3588" y="13860"/>
                </a:moveTo>
                <a:lnTo>
                  <a:pt x="4212" y="13860"/>
                </a:lnTo>
                <a:cubicBezTo>
                  <a:pt x="4470" y="13860"/>
                  <a:pt x="4680" y="14070"/>
                  <a:pt x="4680" y="14328"/>
                </a:cubicBezTo>
                <a:lnTo>
                  <a:pt x="4680" y="16512"/>
                </a:lnTo>
                <a:cubicBezTo>
                  <a:pt x="4680" y="16770"/>
                  <a:pt x="4470" y="16980"/>
                  <a:pt x="4212" y="16980"/>
                </a:cubicBezTo>
                <a:lnTo>
                  <a:pt x="3588" y="16980"/>
                </a:lnTo>
                <a:cubicBezTo>
                  <a:pt x="3330" y="16980"/>
                  <a:pt x="3120" y="16770"/>
                  <a:pt x="3120" y="16512"/>
                </a:cubicBezTo>
                <a:lnTo>
                  <a:pt x="3120" y="14328"/>
                </a:lnTo>
                <a:cubicBezTo>
                  <a:pt x="3120" y="14070"/>
                  <a:pt x="3330" y="13860"/>
                  <a:pt x="3588" y="13860"/>
                </a:cubicBezTo>
                <a:close/>
                <a:moveTo>
                  <a:pt x="14508" y="13860"/>
                </a:moveTo>
                <a:lnTo>
                  <a:pt x="15132" y="13860"/>
                </a:lnTo>
                <a:cubicBezTo>
                  <a:pt x="15390" y="13860"/>
                  <a:pt x="15600" y="14070"/>
                  <a:pt x="15600" y="14328"/>
                </a:cubicBezTo>
                <a:lnTo>
                  <a:pt x="15600" y="16512"/>
                </a:lnTo>
                <a:cubicBezTo>
                  <a:pt x="15600" y="16770"/>
                  <a:pt x="15390" y="16980"/>
                  <a:pt x="15132" y="16980"/>
                </a:cubicBezTo>
                <a:lnTo>
                  <a:pt x="14508" y="16980"/>
                </a:lnTo>
                <a:cubicBezTo>
                  <a:pt x="14250" y="16980"/>
                  <a:pt x="14040" y="16770"/>
                  <a:pt x="14040" y="16512"/>
                </a:cubicBezTo>
                <a:lnTo>
                  <a:pt x="14040" y="14328"/>
                </a:lnTo>
                <a:cubicBezTo>
                  <a:pt x="14040" y="14070"/>
                  <a:pt x="14250" y="13860"/>
                  <a:pt x="14508" y="138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机器人头·洞察</a:t>
            </a:r>
          </a:p>
        </p:txBody>
      </p:sp>
      <p:sp>
        <p:nvSpPr>
          <p:cNvPr id="22" name="AI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00" y="7000"/>
                </a:moveTo>
                <a:cubicBezTo>
                  <a:pt x="5000" y="7000"/>
                  <a:pt x="4000" y="9000"/>
                  <a:pt x="4000" y="11000"/>
                </a:cubicBezTo>
                <a:cubicBezTo>
                  <a:pt x="3000" y="11000"/>
                  <a:pt x="3000" y="14000"/>
                  <a:pt x="5000" y="14000"/>
                </a:cubicBezTo>
                <a:cubicBezTo>
                  <a:pt x="5000" y="17000"/>
                  <a:pt x="8000" y="18000"/>
                  <a:pt x="10000" y="17000"/>
                </a:cubicBezTo>
                <a:lnTo>
                  <a:pt x="10000" y="21000"/>
                </a:lnTo>
                <a:lnTo>
                  <a:pt x="14000" y="21000"/>
                </a:lnTo>
                <a:lnTo>
                  <a:pt x="14000" y="17000"/>
                </a:lnTo>
                <a:cubicBezTo>
                  <a:pt x="16000" y="18000"/>
                  <a:pt x="19000" y="17000"/>
                  <a:pt x="19000" y="14000"/>
                </a:cubicBezTo>
                <a:cubicBezTo>
                  <a:pt x="21000" y="14000"/>
                  <a:pt x="21000" y="11000"/>
                  <a:pt x="20000" y="11000"/>
                </a:cubicBezTo>
                <a:cubicBezTo>
                  <a:pt x="20000" y="9000"/>
                  <a:pt x="19000" y="7000"/>
                  <a:pt x="17000" y="7000"/>
                </a:cubicBezTo>
                <a:cubicBezTo>
                  <a:pt x="17000" y="5000"/>
                  <a:pt x="13000" y="5000"/>
                  <a:pt x="12000" y="7000"/>
                </a:cubicBezTo>
                <a:cubicBezTo>
                  <a:pt x="11000" y="5000"/>
                  <a:pt x="7000" y="5000"/>
                  <a:pt x="7000" y="7000"/>
                </a:cubicBezTo>
                <a:close/>
                <a:moveTo>
                  <a:pt x="10400" y="9500"/>
                </a:moveTo>
                <a:lnTo>
                  <a:pt x="13600" y="9500"/>
                </a:lnTo>
                <a:cubicBezTo>
                  <a:pt x="13821" y="9500"/>
                  <a:pt x="14000" y="9679"/>
                  <a:pt x="14000" y="9900"/>
                </a:cubicBezTo>
                <a:lnTo>
                  <a:pt x="14000" y="13100"/>
                </a:lnTo>
                <a:cubicBezTo>
                  <a:pt x="14000" y="13321"/>
                  <a:pt x="13821" y="13500"/>
                  <a:pt x="13600" y="13500"/>
                </a:cubicBezTo>
                <a:lnTo>
                  <a:pt x="10400" y="13500"/>
                </a:lnTo>
                <a:cubicBezTo>
                  <a:pt x="10179" y="13500"/>
                  <a:pt x="10000" y="13321"/>
                  <a:pt x="10000" y="13100"/>
                </a:cubicBezTo>
                <a:lnTo>
                  <a:pt x="10000" y="9900"/>
                </a:lnTo>
                <a:cubicBezTo>
                  <a:pt x="10000" y="9679"/>
                  <a:pt x="10179" y="9500"/>
                  <a:pt x="10400" y="9500"/>
                </a:cubicBezTo>
                <a:close/>
                <a:moveTo>
                  <a:pt x="8000" y="10800"/>
                </a:moveTo>
                <a:lnTo>
                  <a:pt x="10000" y="10800"/>
                </a:lnTo>
                <a:lnTo>
                  <a:pt x="10000" y="10200"/>
                </a:lnTo>
                <a:lnTo>
                  <a:pt x="8000" y="10200"/>
                </a:lnTo>
                <a:close/>
                <a:moveTo>
                  <a:pt x="8000" y="12800"/>
                </a:moveTo>
                <a:lnTo>
                  <a:pt x="10000" y="12800"/>
                </a:lnTo>
                <a:lnTo>
                  <a:pt x="10000" y="12200"/>
                </a:lnTo>
                <a:lnTo>
                  <a:pt x="8000" y="12200"/>
                </a:lnTo>
                <a:close/>
                <a:moveTo>
                  <a:pt x="14000" y="10800"/>
                </a:moveTo>
                <a:lnTo>
                  <a:pt x="16000" y="10800"/>
                </a:lnTo>
                <a:lnTo>
                  <a:pt x="16000" y="10200"/>
                </a:lnTo>
                <a:lnTo>
                  <a:pt x="14000" y="10200"/>
                </a:lnTo>
                <a:close/>
                <a:moveTo>
                  <a:pt x="14000" y="12800"/>
                </a:moveTo>
                <a:lnTo>
                  <a:pt x="16000" y="12800"/>
                </a:lnTo>
                <a:lnTo>
                  <a:pt x="16000" y="12200"/>
                </a:lnTo>
                <a:lnTo>
                  <a:pt x="14000" y="122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脑+芯片</a:t>
            </a:r>
          </a:p>
        </p:txBody>
      </p:sp>
      <p:sp>
        <p:nvSpPr>
          <p:cNvPr id="25" name="AI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3900" y="10740"/>
                  <a:pt x="3120" y="12300"/>
                  <a:pt x="3120" y="13860"/>
                </a:cubicBezTo>
                <a:cubicBezTo>
                  <a:pt x="2340" y="13860"/>
                  <a:pt x="2340" y="16200"/>
                  <a:pt x="3900" y="16200"/>
                </a:cubicBezTo>
                <a:cubicBezTo>
                  <a:pt x="3900" y="18540"/>
                  <a:pt x="6240" y="19320"/>
                  <a:pt x="7800" y="18540"/>
                </a:cubicBezTo>
                <a:lnTo>
                  <a:pt x="7800" y="21660"/>
                </a:lnTo>
                <a:lnTo>
                  <a:pt x="10920" y="21660"/>
                </a:lnTo>
                <a:lnTo>
                  <a:pt x="10920" y="18540"/>
                </a:lnTo>
                <a:cubicBezTo>
                  <a:pt x="12480" y="19320"/>
                  <a:pt x="14820" y="18540"/>
                  <a:pt x="14820" y="16200"/>
                </a:cubicBezTo>
                <a:cubicBezTo>
                  <a:pt x="16380" y="16200"/>
                  <a:pt x="16380" y="13860"/>
                  <a:pt x="15600" y="13860"/>
                </a:cubicBezTo>
                <a:cubicBezTo>
                  <a:pt x="15600" y="12300"/>
                  <a:pt x="14820" y="10740"/>
                  <a:pt x="13260" y="10740"/>
                </a:cubicBezTo>
                <a:cubicBezTo>
                  <a:pt x="13260" y="9180"/>
                  <a:pt x="10140" y="9180"/>
                  <a:pt x="9360" y="10740"/>
                </a:cubicBezTo>
                <a:cubicBezTo>
                  <a:pt x="8580" y="9180"/>
                  <a:pt x="5460" y="9180"/>
                  <a:pt x="5460" y="10740"/>
                </a:cubicBezTo>
                <a:close/>
                <a:moveTo>
                  <a:pt x="8112" y="12690"/>
                </a:moveTo>
                <a:lnTo>
                  <a:pt x="10608" y="12690"/>
                </a:lnTo>
                <a:cubicBezTo>
                  <a:pt x="10780" y="12690"/>
                  <a:pt x="10920" y="12830"/>
                  <a:pt x="10920" y="13002"/>
                </a:cubicBezTo>
                <a:lnTo>
                  <a:pt x="10920" y="15498"/>
                </a:lnTo>
                <a:cubicBezTo>
                  <a:pt x="10920" y="15670"/>
                  <a:pt x="10780" y="15810"/>
                  <a:pt x="10608" y="15810"/>
                </a:cubicBezTo>
                <a:lnTo>
                  <a:pt x="8112" y="15810"/>
                </a:lnTo>
                <a:cubicBezTo>
                  <a:pt x="7940" y="15810"/>
                  <a:pt x="7800" y="15670"/>
                  <a:pt x="7800" y="15498"/>
                </a:cubicBezTo>
                <a:lnTo>
                  <a:pt x="7800" y="13002"/>
                </a:lnTo>
                <a:cubicBezTo>
                  <a:pt x="7800" y="12830"/>
                  <a:pt x="7940" y="12690"/>
                  <a:pt x="8112" y="12690"/>
                </a:cubicBezTo>
                <a:close/>
                <a:moveTo>
                  <a:pt x="6240" y="13704"/>
                </a:moveTo>
                <a:lnTo>
                  <a:pt x="7800" y="13704"/>
                </a:lnTo>
                <a:lnTo>
                  <a:pt x="7800" y="13236"/>
                </a:lnTo>
                <a:lnTo>
                  <a:pt x="6240" y="13236"/>
                </a:lnTo>
                <a:close/>
                <a:moveTo>
                  <a:pt x="6240" y="15264"/>
                </a:moveTo>
                <a:lnTo>
                  <a:pt x="7800" y="15264"/>
                </a:lnTo>
                <a:lnTo>
                  <a:pt x="7800" y="14796"/>
                </a:lnTo>
                <a:lnTo>
                  <a:pt x="6240" y="14796"/>
                </a:lnTo>
                <a:close/>
                <a:moveTo>
                  <a:pt x="10920" y="13704"/>
                </a:moveTo>
                <a:lnTo>
                  <a:pt x="12480" y="13704"/>
                </a:lnTo>
                <a:lnTo>
                  <a:pt x="12480" y="13236"/>
                </a:lnTo>
                <a:lnTo>
                  <a:pt x="10920" y="13236"/>
                </a:lnTo>
                <a:close/>
                <a:moveTo>
                  <a:pt x="10920" y="15264"/>
                </a:moveTo>
                <a:lnTo>
                  <a:pt x="12480" y="15264"/>
                </a:lnTo>
                <a:lnTo>
                  <a:pt x="12480" y="14796"/>
                </a:lnTo>
                <a:lnTo>
                  <a:pt x="10920" y="14796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脑+芯片·智能</a:t>
            </a:r>
          </a:p>
        </p:txBody>
      </p:sp>
      <p:sp>
        <p:nvSpPr>
          <p:cNvPr id="28" name="AI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3900" y="10740"/>
                  <a:pt x="3120" y="12300"/>
                  <a:pt x="3120" y="13860"/>
                </a:cubicBezTo>
                <a:cubicBezTo>
                  <a:pt x="2340" y="13860"/>
                  <a:pt x="2340" y="16200"/>
                  <a:pt x="3900" y="16200"/>
                </a:cubicBezTo>
                <a:cubicBezTo>
                  <a:pt x="3900" y="18540"/>
                  <a:pt x="6240" y="19320"/>
                  <a:pt x="7800" y="18540"/>
                </a:cubicBezTo>
                <a:lnTo>
                  <a:pt x="7800" y="21660"/>
                </a:lnTo>
                <a:lnTo>
                  <a:pt x="10920" y="21660"/>
                </a:lnTo>
                <a:lnTo>
                  <a:pt x="10920" y="18540"/>
                </a:lnTo>
                <a:cubicBezTo>
                  <a:pt x="12480" y="19320"/>
                  <a:pt x="14820" y="18540"/>
                  <a:pt x="14820" y="16200"/>
                </a:cubicBezTo>
                <a:cubicBezTo>
                  <a:pt x="16380" y="16200"/>
                  <a:pt x="16380" y="13860"/>
                  <a:pt x="15600" y="13860"/>
                </a:cubicBezTo>
                <a:cubicBezTo>
                  <a:pt x="15600" y="12300"/>
                  <a:pt x="14820" y="10740"/>
                  <a:pt x="13260" y="10740"/>
                </a:cubicBezTo>
                <a:cubicBezTo>
                  <a:pt x="13260" y="9180"/>
                  <a:pt x="10140" y="9180"/>
                  <a:pt x="9360" y="10740"/>
                </a:cubicBezTo>
                <a:cubicBezTo>
                  <a:pt x="8580" y="9180"/>
                  <a:pt x="5460" y="9180"/>
                  <a:pt x="5460" y="10740"/>
                </a:cubicBezTo>
                <a:close/>
                <a:moveTo>
                  <a:pt x="8112" y="12690"/>
                </a:moveTo>
                <a:lnTo>
                  <a:pt x="10608" y="12690"/>
                </a:lnTo>
                <a:cubicBezTo>
                  <a:pt x="10780" y="12690"/>
                  <a:pt x="10920" y="12830"/>
                  <a:pt x="10920" y="13002"/>
                </a:cubicBezTo>
                <a:lnTo>
                  <a:pt x="10920" y="15498"/>
                </a:lnTo>
                <a:cubicBezTo>
                  <a:pt x="10920" y="15670"/>
                  <a:pt x="10780" y="15810"/>
                  <a:pt x="10608" y="15810"/>
                </a:cubicBezTo>
                <a:lnTo>
                  <a:pt x="8112" y="15810"/>
                </a:lnTo>
                <a:cubicBezTo>
                  <a:pt x="7940" y="15810"/>
                  <a:pt x="7800" y="15670"/>
                  <a:pt x="7800" y="15498"/>
                </a:cubicBezTo>
                <a:lnTo>
                  <a:pt x="7800" y="13002"/>
                </a:lnTo>
                <a:cubicBezTo>
                  <a:pt x="7800" y="12830"/>
                  <a:pt x="7940" y="12690"/>
                  <a:pt x="8112" y="12690"/>
                </a:cubicBezTo>
                <a:close/>
                <a:moveTo>
                  <a:pt x="6240" y="13704"/>
                </a:moveTo>
                <a:lnTo>
                  <a:pt x="7800" y="13704"/>
                </a:lnTo>
                <a:lnTo>
                  <a:pt x="7800" y="13236"/>
                </a:lnTo>
                <a:lnTo>
                  <a:pt x="6240" y="13236"/>
                </a:lnTo>
                <a:close/>
                <a:moveTo>
                  <a:pt x="6240" y="15264"/>
                </a:moveTo>
                <a:lnTo>
                  <a:pt x="7800" y="15264"/>
                </a:lnTo>
                <a:lnTo>
                  <a:pt x="7800" y="14796"/>
                </a:lnTo>
                <a:lnTo>
                  <a:pt x="6240" y="14796"/>
                </a:lnTo>
                <a:close/>
                <a:moveTo>
                  <a:pt x="10920" y="13704"/>
                </a:moveTo>
                <a:lnTo>
                  <a:pt x="12480" y="13704"/>
                </a:lnTo>
                <a:lnTo>
                  <a:pt x="12480" y="13236"/>
                </a:lnTo>
                <a:lnTo>
                  <a:pt x="10920" y="13236"/>
                </a:lnTo>
                <a:close/>
                <a:moveTo>
                  <a:pt x="10920" y="15264"/>
                </a:moveTo>
                <a:lnTo>
                  <a:pt x="12480" y="15264"/>
                </a:lnTo>
                <a:lnTo>
                  <a:pt x="12480" y="14796"/>
                </a:lnTo>
                <a:lnTo>
                  <a:pt x="10920" y="14796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脑+芯片·可配置</a:t>
            </a:r>
          </a:p>
        </p:txBody>
      </p:sp>
      <p:sp>
        <p:nvSpPr>
          <p:cNvPr id="31" name="AI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3900" y="10740"/>
                  <a:pt x="3120" y="12300"/>
                  <a:pt x="3120" y="13860"/>
                </a:cubicBezTo>
                <a:cubicBezTo>
                  <a:pt x="2340" y="13860"/>
                  <a:pt x="2340" y="16200"/>
                  <a:pt x="3900" y="16200"/>
                </a:cubicBezTo>
                <a:cubicBezTo>
                  <a:pt x="3900" y="18540"/>
                  <a:pt x="6240" y="19320"/>
                  <a:pt x="7800" y="18540"/>
                </a:cubicBezTo>
                <a:lnTo>
                  <a:pt x="7800" y="21660"/>
                </a:lnTo>
                <a:lnTo>
                  <a:pt x="10920" y="21660"/>
                </a:lnTo>
                <a:lnTo>
                  <a:pt x="10920" y="18540"/>
                </a:lnTo>
                <a:cubicBezTo>
                  <a:pt x="12480" y="19320"/>
                  <a:pt x="14820" y="18540"/>
                  <a:pt x="14820" y="16200"/>
                </a:cubicBezTo>
                <a:cubicBezTo>
                  <a:pt x="16380" y="16200"/>
                  <a:pt x="16380" y="13860"/>
                  <a:pt x="15600" y="13860"/>
                </a:cubicBezTo>
                <a:cubicBezTo>
                  <a:pt x="15600" y="12300"/>
                  <a:pt x="14820" y="10740"/>
                  <a:pt x="13260" y="10740"/>
                </a:cubicBezTo>
                <a:cubicBezTo>
                  <a:pt x="13260" y="9180"/>
                  <a:pt x="10140" y="9180"/>
                  <a:pt x="9360" y="10740"/>
                </a:cubicBezTo>
                <a:cubicBezTo>
                  <a:pt x="8580" y="9180"/>
                  <a:pt x="5460" y="9180"/>
                  <a:pt x="5460" y="10740"/>
                </a:cubicBezTo>
                <a:close/>
                <a:moveTo>
                  <a:pt x="8112" y="12690"/>
                </a:moveTo>
                <a:lnTo>
                  <a:pt x="10608" y="12690"/>
                </a:lnTo>
                <a:cubicBezTo>
                  <a:pt x="10780" y="12690"/>
                  <a:pt x="10920" y="12830"/>
                  <a:pt x="10920" y="13002"/>
                </a:cubicBezTo>
                <a:lnTo>
                  <a:pt x="10920" y="15498"/>
                </a:lnTo>
                <a:cubicBezTo>
                  <a:pt x="10920" y="15670"/>
                  <a:pt x="10780" y="15810"/>
                  <a:pt x="10608" y="15810"/>
                </a:cubicBezTo>
                <a:lnTo>
                  <a:pt x="8112" y="15810"/>
                </a:lnTo>
                <a:cubicBezTo>
                  <a:pt x="7940" y="15810"/>
                  <a:pt x="7800" y="15670"/>
                  <a:pt x="7800" y="15498"/>
                </a:cubicBezTo>
                <a:lnTo>
                  <a:pt x="7800" y="13002"/>
                </a:lnTo>
                <a:cubicBezTo>
                  <a:pt x="7800" y="12830"/>
                  <a:pt x="7940" y="12690"/>
                  <a:pt x="8112" y="12690"/>
                </a:cubicBezTo>
                <a:close/>
                <a:moveTo>
                  <a:pt x="6240" y="13704"/>
                </a:moveTo>
                <a:lnTo>
                  <a:pt x="7800" y="13704"/>
                </a:lnTo>
                <a:lnTo>
                  <a:pt x="7800" y="13236"/>
                </a:lnTo>
                <a:lnTo>
                  <a:pt x="6240" y="13236"/>
                </a:lnTo>
                <a:close/>
                <a:moveTo>
                  <a:pt x="6240" y="15264"/>
                </a:moveTo>
                <a:lnTo>
                  <a:pt x="7800" y="15264"/>
                </a:lnTo>
                <a:lnTo>
                  <a:pt x="7800" y="14796"/>
                </a:lnTo>
                <a:lnTo>
                  <a:pt x="6240" y="14796"/>
                </a:lnTo>
                <a:close/>
                <a:moveTo>
                  <a:pt x="10920" y="13704"/>
                </a:moveTo>
                <a:lnTo>
                  <a:pt x="12480" y="13704"/>
                </a:lnTo>
                <a:lnTo>
                  <a:pt x="12480" y="13236"/>
                </a:lnTo>
                <a:lnTo>
                  <a:pt x="10920" y="13236"/>
                </a:lnTo>
                <a:close/>
                <a:moveTo>
                  <a:pt x="10920" y="15264"/>
                </a:moveTo>
                <a:lnTo>
                  <a:pt x="12480" y="15264"/>
                </a:lnTo>
                <a:lnTo>
                  <a:pt x="12480" y="14796"/>
                </a:lnTo>
                <a:lnTo>
                  <a:pt x="10920" y="14796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脑+芯片·同步</a:t>
            </a:r>
          </a:p>
        </p:txBody>
      </p:sp>
      <p:sp>
        <p:nvSpPr>
          <p:cNvPr id="34" name="AI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3900" y="10740"/>
                  <a:pt x="3120" y="12300"/>
                  <a:pt x="3120" y="13860"/>
                </a:cubicBezTo>
                <a:cubicBezTo>
                  <a:pt x="2340" y="13860"/>
                  <a:pt x="2340" y="16200"/>
                  <a:pt x="3900" y="16200"/>
                </a:cubicBezTo>
                <a:cubicBezTo>
                  <a:pt x="3900" y="18540"/>
                  <a:pt x="6240" y="19320"/>
                  <a:pt x="7800" y="18540"/>
                </a:cubicBezTo>
                <a:lnTo>
                  <a:pt x="7800" y="21660"/>
                </a:lnTo>
                <a:lnTo>
                  <a:pt x="10920" y="21660"/>
                </a:lnTo>
                <a:lnTo>
                  <a:pt x="10920" y="18540"/>
                </a:lnTo>
                <a:cubicBezTo>
                  <a:pt x="12480" y="19320"/>
                  <a:pt x="14820" y="18540"/>
                  <a:pt x="14820" y="16200"/>
                </a:cubicBezTo>
                <a:cubicBezTo>
                  <a:pt x="16380" y="16200"/>
                  <a:pt x="16380" y="13860"/>
                  <a:pt x="15600" y="13860"/>
                </a:cubicBezTo>
                <a:cubicBezTo>
                  <a:pt x="15600" y="12300"/>
                  <a:pt x="14820" y="10740"/>
                  <a:pt x="13260" y="10740"/>
                </a:cubicBezTo>
                <a:cubicBezTo>
                  <a:pt x="13260" y="9180"/>
                  <a:pt x="10140" y="9180"/>
                  <a:pt x="9360" y="10740"/>
                </a:cubicBezTo>
                <a:cubicBezTo>
                  <a:pt x="8580" y="9180"/>
                  <a:pt x="5460" y="9180"/>
                  <a:pt x="5460" y="10740"/>
                </a:cubicBezTo>
                <a:close/>
                <a:moveTo>
                  <a:pt x="8112" y="12690"/>
                </a:moveTo>
                <a:lnTo>
                  <a:pt x="10608" y="12690"/>
                </a:lnTo>
                <a:cubicBezTo>
                  <a:pt x="10780" y="12690"/>
                  <a:pt x="10920" y="12830"/>
                  <a:pt x="10920" y="13002"/>
                </a:cubicBezTo>
                <a:lnTo>
                  <a:pt x="10920" y="15498"/>
                </a:lnTo>
                <a:cubicBezTo>
                  <a:pt x="10920" y="15670"/>
                  <a:pt x="10780" y="15810"/>
                  <a:pt x="10608" y="15810"/>
                </a:cubicBezTo>
                <a:lnTo>
                  <a:pt x="8112" y="15810"/>
                </a:lnTo>
                <a:cubicBezTo>
                  <a:pt x="7940" y="15810"/>
                  <a:pt x="7800" y="15670"/>
                  <a:pt x="7800" y="15498"/>
                </a:cubicBezTo>
                <a:lnTo>
                  <a:pt x="7800" y="13002"/>
                </a:lnTo>
                <a:cubicBezTo>
                  <a:pt x="7800" y="12830"/>
                  <a:pt x="7940" y="12690"/>
                  <a:pt x="8112" y="12690"/>
                </a:cubicBezTo>
                <a:close/>
                <a:moveTo>
                  <a:pt x="6240" y="13704"/>
                </a:moveTo>
                <a:lnTo>
                  <a:pt x="7800" y="13704"/>
                </a:lnTo>
                <a:lnTo>
                  <a:pt x="7800" y="13236"/>
                </a:lnTo>
                <a:lnTo>
                  <a:pt x="6240" y="13236"/>
                </a:lnTo>
                <a:close/>
                <a:moveTo>
                  <a:pt x="6240" y="15264"/>
                </a:moveTo>
                <a:lnTo>
                  <a:pt x="7800" y="15264"/>
                </a:lnTo>
                <a:lnTo>
                  <a:pt x="7800" y="14796"/>
                </a:lnTo>
                <a:lnTo>
                  <a:pt x="6240" y="14796"/>
                </a:lnTo>
                <a:close/>
                <a:moveTo>
                  <a:pt x="10920" y="13704"/>
                </a:moveTo>
                <a:lnTo>
                  <a:pt x="12480" y="13704"/>
                </a:lnTo>
                <a:lnTo>
                  <a:pt x="12480" y="13236"/>
                </a:lnTo>
                <a:lnTo>
                  <a:pt x="10920" y="13236"/>
                </a:lnTo>
                <a:close/>
                <a:moveTo>
                  <a:pt x="10920" y="15264"/>
                </a:moveTo>
                <a:lnTo>
                  <a:pt x="12480" y="15264"/>
                </a:lnTo>
                <a:lnTo>
                  <a:pt x="12480" y="14796"/>
                </a:lnTo>
                <a:lnTo>
                  <a:pt x="10920" y="14796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脑+芯片·已验证</a:t>
            </a:r>
          </a:p>
        </p:txBody>
      </p:sp>
      <p:sp>
        <p:nvSpPr>
          <p:cNvPr id="37" name="AI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3900" y="10740"/>
                  <a:pt x="3120" y="12300"/>
                  <a:pt x="3120" y="13860"/>
                </a:cubicBezTo>
                <a:cubicBezTo>
                  <a:pt x="2340" y="13860"/>
                  <a:pt x="2340" y="16200"/>
                  <a:pt x="3900" y="16200"/>
                </a:cubicBezTo>
                <a:cubicBezTo>
                  <a:pt x="3900" y="18540"/>
                  <a:pt x="6240" y="19320"/>
                  <a:pt x="7800" y="18540"/>
                </a:cubicBezTo>
                <a:lnTo>
                  <a:pt x="7800" y="21660"/>
                </a:lnTo>
                <a:lnTo>
                  <a:pt x="10920" y="21660"/>
                </a:lnTo>
                <a:lnTo>
                  <a:pt x="10920" y="18540"/>
                </a:lnTo>
                <a:cubicBezTo>
                  <a:pt x="12480" y="19320"/>
                  <a:pt x="14820" y="18540"/>
                  <a:pt x="14820" y="16200"/>
                </a:cubicBezTo>
                <a:cubicBezTo>
                  <a:pt x="16380" y="16200"/>
                  <a:pt x="16380" y="13860"/>
                  <a:pt x="15600" y="13860"/>
                </a:cubicBezTo>
                <a:cubicBezTo>
                  <a:pt x="15600" y="12300"/>
                  <a:pt x="14820" y="10740"/>
                  <a:pt x="13260" y="10740"/>
                </a:cubicBezTo>
                <a:cubicBezTo>
                  <a:pt x="13260" y="9180"/>
                  <a:pt x="10140" y="9180"/>
                  <a:pt x="9360" y="10740"/>
                </a:cubicBezTo>
                <a:cubicBezTo>
                  <a:pt x="8580" y="9180"/>
                  <a:pt x="5460" y="9180"/>
                  <a:pt x="5460" y="10740"/>
                </a:cubicBezTo>
                <a:close/>
                <a:moveTo>
                  <a:pt x="8112" y="12690"/>
                </a:moveTo>
                <a:lnTo>
                  <a:pt x="10608" y="12690"/>
                </a:lnTo>
                <a:cubicBezTo>
                  <a:pt x="10780" y="12690"/>
                  <a:pt x="10920" y="12830"/>
                  <a:pt x="10920" y="13002"/>
                </a:cubicBezTo>
                <a:lnTo>
                  <a:pt x="10920" y="15498"/>
                </a:lnTo>
                <a:cubicBezTo>
                  <a:pt x="10920" y="15670"/>
                  <a:pt x="10780" y="15810"/>
                  <a:pt x="10608" y="15810"/>
                </a:cubicBezTo>
                <a:lnTo>
                  <a:pt x="8112" y="15810"/>
                </a:lnTo>
                <a:cubicBezTo>
                  <a:pt x="7940" y="15810"/>
                  <a:pt x="7800" y="15670"/>
                  <a:pt x="7800" y="15498"/>
                </a:cubicBezTo>
                <a:lnTo>
                  <a:pt x="7800" y="13002"/>
                </a:lnTo>
                <a:cubicBezTo>
                  <a:pt x="7800" y="12830"/>
                  <a:pt x="7940" y="12690"/>
                  <a:pt x="8112" y="12690"/>
                </a:cubicBezTo>
                <a:close/>
                <a:moveTo>
                  <a:pt x="6240" y="13704"/>
                </a:moveTo>
                <a:lnTo>
                  <a:pt x="7800" y="13704"/>
                </a:lnTo>
                <a:lnTo>
                  <a:pt x="7800" y="13236"/>
                </a:lnTo>
                <a:lnTo>
                  <a:pt x="6240" y="13236"/>
                </a:lnTo>
                <a:close/>
                <a:moveTo>
                  <a:pt x="6240" y="15264"/>
                </a:moveTo>
                <a:lnTo>
                  <a:pt x="7800" y="15264"/>
                </a:lnTo>
                <a:lnTo>
                  <a:pt x="7800" y="14796"/>
                </a:lnTo>
                <a:lnTo>
                  <a:pt x="6240" y="14796"/>
                </a:lnTo>
                <a:close/>
                <a:moveTo>
                  <a:pt x="10920" y="13704"/>
                </a:moveTo>
                <a:lnTo>
                  <a:pt x="12480" y="13704"/>
                </a:lnTo>
                <a:lnTo>
                  <a:pt x="12480" y="13236"/>
                </a:lnTo>
                <a:lnTo>
                  <a:pt x="10920" y="13236"/>
                </a:lnTo>
                <a:close/>
                <a:moveTo>
                  <a:pt x="10920" y="15264"/>
                </a:moveTo>
                <a:lnTo>
                  <a:pt x="12480" y="15264"/>
                </a:lnTo>
                <a:lnTo>
                  <a:pt x="12480" y="14796"/>
                </a:lnTo>
                <a:lnTo>
                  <a:pt x="10920" y="14796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脑+芯片·洞察</a:t>
            </a:r>
          </a:p>
        </p:txBody>
      </p:sp>
      <p:sp>
        <p:nvSpPr>
          <p:cNvPr id="40" name="AI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3000"/>
                </a:moveTo>
                <a:lnTo>
                  <a:pt x="13768" y="10232"/>
                </a:lnTo>
                <a:lnTo>
                  <a:pt x="21000" y="12000"/>
                </a:lnTo>
                <a:lnTo>
                  <a:pt x="13768" y="13768"/>
                </a:lnTo>
                <a:lnTo>
                  <a:pt x="12000" y="21000"/>
                </a:lnTo>
                <a:lnTo>
                  <a:pt x="10232" y="13768"/>
                </a:lnTo>
                <a:lnTo>
                  <a:pt x="3000" y="12000"/>
                </a:lnTo>
                <a:lnTo>
                  <a:pt x="10232" y="10232"/>
                </a:lnTo>
                <a:close/>
                <a:moveTo>
                  <a:pt x="20000" y="2400"/>
                </a:moveTo>
                <a:lnTo>
                  <a:pt x="20495" y="4505"/>
                </a:lnTo>
                <a:lnTo>
                  <a:pt x="22600" y="5000"/>
                </a:lnTo>
                <a:lnTo>
                  <a:pt x="20495" y="5495"/>
                </a:lnTo>
                <a:lnTo>
                  <a:pt x="20000" y="7600"/>
                </a:lnTo>
                <a:lnTo>
                  <a:pt x="19505" y="5495"/>
                </a:lnTo>
                <a:lnTo>
                  <a:pt x="17400" y="5000"/>
                </a:lnTo>
                <a:lnTo>
                  <a:pt x="19505" y="4505"/>
                </a:lnTo>
                <a:close/>
                <a:moveTo>
                  <a:pt x="4000" y="5400"/>
                </a:moveTo>
                <a:lnTo>
                  <a:pt x="4354" y="6646"/>
                </a:lnTo>
                <a:lnTo>
                  <a:pt x="5600" y="7000"/>
                </a:lnTo>
                <a:lnTo>
                  <a:pt x="4354" y="7354"/>
                </a:lnTo>
                <a:lnTo>
                  <a:pt x="4000" y="8600"/>
                </a:lnTo>
                <a:lnTo>
                  <a:pt x="3646" y="7354"/>
                </a:lnTo>
                <a:lnTo>
                  <a:pt x="2400" y="7000"/>
                </a:lnTo>
                <a:lnTo>
                  <a:pt x="3646" y="6646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智能闪光</a:t>
            </a:r>
          </a:p>
        </p:txBody>
      </p:sp>
      <p:sp>
        <p:nvSpPr>
          <p:cNvPr id="43" name="AI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0739" y="13261"/>
                </a:lnTo>
                <a:lnTo>
                  <a:pt x="16380" y="14640"/>
                </a:lnTo>
                <a:lnTo>
                  <a:pt x="10739" y="16019"/>
                </a:lnTo>
                <a:lnTo>
                  <a:pt x="9360" y="21660"/>
                </a:lnTo>
                <a:lnTo>
                  <a:pt x="7981" y="16019"/>
                </a:lnTo>
                <a:lnTo>
                  <a:pt x="2340" y="14640"/>
                </a:lnTo>
                <a:lnTo>
                  <a:pt x="7981" y="13261"/>
                </a:lnTo>
                <a:close/>
                <a:moveTo>
                  <a:pt x="15600" y="7152"/>
                </a:moveTo>
                <a:lnTo>
                  <a:pt x="15986" y="8794"/>
                </a:lnTo>
                <a:lnTo>
                  <a:pt x="17628" y="9180"/>
                </a:lnTo>
                <a:lnTo>
                  <a:pt x="15986" y="9566"/>
                </a:lnTo>
                <a:lnTo>
                  <a:pt x="15600" y="11208"/>
                </a:lnTo>
                <a:lnTo>
                  <a:pt x="15214" y="9566"/>
                </a:lnTo>
                <a:lnTo>
                  <a:pt x="13572" y="9180"/>
                </a:lnTo>
                <a:lnTo>
                  <a:pt x="15214" y="8794"/>
                </a:lnTo>
                <a:close/>
                <a:moveTo>
                  <a:pt x="3120" y="9492"/>
                </a:moveTo>
                <a:lnTo>
                  <a:pt x="3396" y="10464"/>
                </a:lnTo>
                <a:lnTo>
                  <a:pt x="4368" y="10740"/>
                </a:lnTo>
                <a:lnTo>
                  <a:pt x="3396" y="11016"/>
                </a:lnTo>
                <a:lnTo>
                  <a:pt x="3120" y="11988"/>
                </a:lnTo>
                <a:lnTo>
                  <a:pt x="2844" y="11016"/>
                </a:lnTo>
                <a:lnTo>
                  <a:pt x="1872" y="10740"/>
                </a:lnTo>
                <a:lnTo>
                  <a:pt x="2844" y="10464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智能闪光·智能</a:t>
            </a:r>
          </a:p>
        </p:txBody>
      </p:sp>
      <p:sp>
        <p:nvSpPr>
          <p:cNvPr id="46" name="AI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0739" y="13261"/>
                </a:lnTo>
                <a:lnTo>
                  <a:pt x="16380" y="14640"/>
                </a:lnTo>
                <a:lnTo>
                  <a:pt x="10739" y="16019"/>
                </a:lnTo>
                <a:lnTo>
                  <a:pt x="9360" y="21660"/>
                </a:lnTo>
                <a:lnTo>
                  <a:pt x="7981" y="16019"/>
                </a:lnTo>
                <a:lnTo>
                  <a:pt x="2340" y="14640"/>
                </a:lnTo>
                <a:lnTo>
                  <a:pt x="7981" y="13261"/>
                </a:lnTo>
                <a:close/>
                <a:moveTo>
                  <a:pt x="15600" y="7152"/>
                </a:moveTo>
                <a:lnTo>
                  <a:pt x="15986" y="8794"/>
                </a:lnTo>
                <a:lnTo>
                  <a:pt x="17628" y="9180"/>
                </a:lnTo>
                <a:lnTo>
                  <a:pt x="15986" y="9566"/>
                </a:lnTo>
                <a:lnTo>
                  <a:pt x="15600" y="11208"/>
                </a:lnTo>
                <a:lnTo>
                  <a:pt x="15214" y="9566"/>
                </a:lnTo>
                <a:lnTo>
                  <a:pt x="13572" y="9180"/>
                </a:lnTo>
                <a:lnTo>
                  <a:pt x="15214" y="8794"/>
                </a:lnTo>
                <a:close/>
                <a:moveTo>
                  <a:pt x="3120" y="9492"/>
                </a:moveTo>
                <a:lnTo>
                  <a:pt x="3396" y="10464"/>
                </a:lnTo>
                <a:lnTo>
                  <a:pt x="4368" y="10740"/>
                </a:lnTo>
                <a:lnTo>
                  <a:pt x="3396" y="11016"/>
                </a:lnTo>
                <a:lnTo>
                  <a:pt x="3120" y="11988"/>
                </a:lnTo>
                <a:lnTo>
                  <a:pt x="2844" y="11016"/>
                </a:lnTo>
                <a:lnTo>
                  <a:pt x="1872" y="10740"/>
                </a:lnTo>
                <a:lnTo>
                  <a:pt x="2844" y="10464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智能闪光·可配置</a:t>
            </a:r>
          </a:p>
        </p:txBody>
      </p:sp>
      <p:sp>
        <p:nvSpPr>
          <p:cNvPr id="49" name="AI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0739" y="13261"/>
                </a:lnTo>
                <a:lnTo>
                  <a:pt x="16380" y="14640"/>
                </a:lnTo>
                <a:lnTo>
                  <a:pt x="10739" y="16019"/>
                </a:lnTo>
                <a:lnTo>
                  <a:pt x="9360" y="21660"/>
                </a:lnTo>
                <a:lnTo>
                  <a:pt x="7981" y="16019"/>
                </a:lnTo>
                <a:lnTo>
                  <a:pt x="2340" y="14640"/>
                </a:lnTo>
                <a:lnTo>
                  <a:pt x="7981" y="13261"/>
                </a:lnTo>
                <a:close/>
                <a:moveTo>
                  <a:pt x="15600" y="7152"/>
                </a:moveTo>
                <a:lnTo>
                  <a:pt x="15986" y="8794"/>
                </a:lnTo>
                <a:lnTo>
                  <a:pt x="17628" y="9180"/>
                </a:lnTo>
                <a:lnTo>
                  <a:pt x="15986" y="9566"/>
                </a:lnTo>
                <a:lnTo>
                  <a:pt x="15600" y="11208"/>
                </a:lnTo>
                <a:lnTo>
                  <a:pt x="15214" y="9566"/>
                </a:lnTo>
                <a:lnTo>
                  <a:pt x="13572" y="9180"/>
                </a:lnTo>
                <a:lnTo>
                  <a:pt x="15214" y="8794"/>
                </a:lnTo>
                <a:close/>
                <a:moveTo>
                  <a:pt x="3120" y="9492"/>
                </a:moveTo>
                <a:lnTo>
                  <a:pt x="3396" y="10464"/>
                </a:lnTo>
                <a:lnTo>
                  <a:pt x="4368" y="10740"/>
                </a:lnTo>
                <a:lnTo>
                  <a:pt x="3396" y="11016"/>
                </a:lnTo>
                <a:lnTo>
                  <a:pt x="3120" y="11988"/>
                </a:lnTo>
                <a:lnTo>
                  <a:pt x="2844" y="11016"/>
                </a:lnTo>
                <a:lnTo>
                  <a:pt x="1872" y="10740"/>
                </a:lnTo>
                <a:lnTo>
                  <a:pt x="2844" y="10464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智能闪光·同步</a:t>
            </a:r>
          </a:p>
        </p:txBody>
      </p:sp>
      <p:sp>
        <p:nvSpPr>
          <p:cNvPr id="52" name="AI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0739" y="13261"/>
                </a:lnTo>
                <a:lnTo>
                  <a:pt x="16380" y="14640"/>
                </a:lnTo>
                <a:lnTo>
                  <a:pt x="10739" y="16019"/>
                </a:lnTo>
                <a:lnTo>
                  <a:pt x="9360" y="21660"/>
                </a:lnTo>
                <a:lnTo>
                  <a:pt x="7981" y="16019"/>
                </a:lnTo>
                <a:lnTo>
                  <a:pt x="2340" y="14640"/>
                </a:lnTo>
                <a:lnTo>
                  <a:pt x="7981" y="13261"/>
                </a:lnTo>
                <a:close/>
                <a:moveTo>
                  <a:pt x="15600" y="7152"/>
                </a:moveTo>
                <a:lnTo>
                  <a:pt x="15986" y="8794"/>
                </a:lnTo>
                <a:lnTo>
                  <a:pt x="17628" y="9180"/>
                </a:lnTo>
                <a:lnTo>
                  <a:pt x="15986" y="9566"/>
                </a:lnTo>
                <a:lnTo>
                  <a:pt x="15600" y="11208"/>
                </a:lnTo>
                <a:lnTo>
                  <a:pt x="15214" y="9566"/>
                </a:lnTo>
                <a:lnTo>
                  <a:pt x="13572" y="9180"/>
                </a:lnTo>
                <a:lnTo>
                  <a:pt x="15214" y="8794"/>
                </a:lnTo>
                <a:close/>
                <a:moveTo>
                  <a:pt x="3120" y="9492"/>
                </a:moveTo>
                <a:lnTo>
                  <a:pt x="3396" y="10464"/>
                </a:lnTo>
                <a:lnTo>
                  <a:pt x="4368" y="10740"/>
                </a:lnTo>
                <a:lnTo>
                  <a:pt x="3396" y="11016"/>
                </a:lnTo>
                <a:lnTo>
                  <a:pt x="3120" y="11988"/>
                </a:lnTo>
                <a:lnTo>
                  <a:pt x="2844" y="11016"/>
                </a:lnTo>
                <a:lnTo>
                  <a:pt x="1872" y="10740"/>
                </a:lnTo>
                <a:lnTo>
                  <a:pt x="2844" y="10464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智能闪光·已验证</a:t>
            </a:r>
          </a:p>
        </p:txBody>
      </p:sp>
      <p:sp>
        <p:nvSpPr>
          <p:cNvPr id="55" name="AI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0739" y="13261"/>
                </a:lnTo>
                <a:lnTo>
                  <a:pt x="16380" y="14640"/>
                </a:lnTo>
                <a:lnTo>
                  <a:pt x="10739" y="16019"/>
                </a:lnTo>
                <a:lnTo>
                  <a:pt x="9360" y="21660"/>
                </a:lnTo>
                <a:lnTo>
                  <a:pt x="7981" y="16019"/>
                </a:lnTo>
                <a:lnTo>
                  <a:pt x="2340" y="14640"/>
                </a:lnTo>
                <a:lnTo>
                  <a:pt x="7981" y="13261"/>
                </a:lnTo>
                <a:close/>
                <a:moveTo>
                  <a:pt x="15600" y="7152"/>
                </a:moveTo>
                <a:lnTo>
                  <a:pt x="15986" y="8794"/>
                </a:lnTo>
                <a:lnTo>
                  <a:pt x="17628" y="9180"/>
                </a:lnTo>
                <a:lnTo>
                  <a:pt x="15986" y="9566"/>
                </a:lnTo>
                <a:lnTo>
                  <a:pt x="15600" y="11208"/>
                </a:lnTo>
                <a:lnTo>
                  <a:pt x="15214" y="9566"/>
                </a:lnTo>
                <a:lnTo>
                  <a:pt x="13572" y="9180"/>
                </a:lnTo>
                <a:lnTo>
                  <a:pt x="15214" y="8794"/>
                </a:lnTo>
                <a:close/>
                <a:moveTo>
                  <a:pt x="3120" y="9492"/>
                </a:moveTo>
                <a:lnTo>
                  <a:pt x="3396" y="10464"/>
                </a:lnTo>
                <a:lnTo>
                  <a:pt x="4368" y="10740"/>
                </a:lnTo>
                <a:lnTo>
                  <a:pt x="3396" y="11016"/>
                </a:lnTo>
                <a:lnTo>
                  <a:pt x="3120" y="11988"/>
                </a:lnTo>
                <a:lnTo>
                  <a:pt x="2844" y="11016"/>
                </a:lnTo>
                <a:lnTo>
                  <a:pt x="1872" y="10740"/>
                </a:lnTo>
                <a:lnTo>
                  <a:pt x="2844" y="10464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智能闪光·洞察</a:t>
            </a:r>
          </a:p>
        </p:txBody>
      </p:sp>
      <p:sp>
        <p:nvSpPr>
          <p:cNvPr id="58" name="AI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600" y="5000"/>
                </a:moveTo>
                <a:cubicBezTo>
                  <a:pt x="5600" y="5884"/>
                  <a:pt x="4884" y="6600"/>
                  <a:pt x="4000" y="6600"/>
                </a:cubicBezTo>
                <a:cubicBezTo>
                  <a:pt x="3116" y="6600"/>
                  <a:pt x="2400" y="5884"/>
                  <a:pt x="2400" y="5000"/>
                </a:cubicBezTo>
                <a:cubicBezTo>
                  <a:pt x="2400" y="4116"/>
                  <a:pt x="3116" y="3400"/>
                  <a:pt x="4000" y="3400"/>
                </a:cubicBezTo>
                <a:cubicBezTo>
                  <a:pt x="4884" y="3400"/>
                  <a:pt x="5600" y="4116"/>
                  <a:pt x="5600" y="5000"/>
                </a:cubicBezTo>
                <a:close/>
                <a:moveTo>
                  <a:pt x="5600" y="12000"/>
                </a:moveTo>
                <a:cubicBezTo>
                  <a:pt x="5600" y="12884"/>
                  <a:pt x="4884" y="13600"/>
                  <a:pt x="4000" y="13600"/>
                </a:cubicBezTo>
                <a:cubicBezTo>
                  <a:pt x="3116" y="13600"/>
                  <a:pt x="2400" y="12884"/>
                  <a:pt x="2400" y="12000"/>
                </a:cubicBezTo>
                <a:cubicBezTo>
                  <a:pt x="2400" y="11116"/>
                  <a:pt x="3116" y="10400"/>
                  <a:pt x="4000" y="10400"/>
                </a:cubicBezTo>
                <a:cubicBezTo>
                  <a:pt x="4884" y="10400"/>
                  <a:pt x="5600" y="11116"/>
                  <a:pt x="5600" y="12000"/>
                </a:cubicBezTo>
                <a:close/>
                <a:moveTo>
                  <a:pt x="5600" y="19000"/>
                </a:moveTo>
                <a:cubicBezTo>
                  <a:pt x="5600" y="19884"/>
                  <a:pt x="4884" y="20600"/>
                  <a:pt x="4000" y="20600"/>
                </a:cubicBezTo>
                <a:cubicBezTo>
                  <a:pt x="3116" y="20600"/>
                  <a:pt x="2400" y="19884"/>
                  <a:pt x="2400" y="19000"/>
                </a:cubicBezTo>
                <a:cubicBezTo>
                  <a:pt x="2400" y="18116"/>
                  <a:pt x="3116" y="17400"/>
                  <a:pt x="4000" y="17400"/>
                </a:cubicBezTo>
                <a:cubicBezTo>
                  <a:pt x="4884" y="17400"/>
                  <a:pt x="5600" y="18116"/>
                  <a:pt x="5600" y="19000"/>
                </a:cubicBezTo>
                <a:close/>
                <a:moveTo>
                  <a:pt x="13600" y="8000"/>
                </a:moveTo>
                <a:cubicBezTo>
                  <a:pt x="13600" y="8884"/>
                  <a:pt x="12884" y="9600"/>
                  <a:pt x="12000" y="9600"/>
                </a:cubicBezTo>
                <a:cubicBezTo>
                  <a:pt x="11116" y="9600"/>
                  <a:pt x="10400" y="8884"/>
                  <a:pt x="10400" y="8000"/>
                </a:cubicBezTo>
                <a:cubicBezTo>
                  <a:pt x="10400" y="7116"/>
                  <a:pt x="11116" y="6400"/>
                  <a:pt x="12000" y="6400"/>
                </a:cubicBezTo>
                <a:cubicBezTo>
                  <a:pt x="12884" y="6400"/>
                  <a:pt x="13600" y="7116"/>
                  <a:pt x="13600" y="8000"/>
                </a:cubicBezTo>
                <a:close/>
                <a:moveTo>
                  <a:pt x="13600" y="16000"/>
                </a:moveTo>
                <a:cubicBezTo>
                  <a:pt x="13600" y="16884"/>
                  <a:pt x="12884" y="17600"/>
                  <a:pt x="12000" y="17600"/>
                </a:cubicBezTo>
                <a:cubicBezTo>
                  <a:pt x="11116" y="17600"/>
                  <a:pt x="10400" y="16884"/>
                  <a:pt x="10400" y="16000"/>
                </a:cubicBezTo>
                <a:cubicBezTo>
                  <a:pt x="10400" y="15116"/>
                  <a:pt x="11116" y="14400"/>
                  <a:pt x="12000" y="14400"/>
                </a:cubicBezTo>
                <a:cubicBezTo>
                  <a:pt x="12884" y="14400"/>
                  <a:pt x="13600" y="15116"/>
                  <a:pt x="13600" y="16000"/>
                </a:cubicBezTo>
                <a:close/>
                <a:moveTo>
                  <a:pt x="21600" y="12000"/>
                </a:moveTo>
                <a:cubicBezTo>
                  <a:pt x="21600" y="12884"/>
                  <a:pt x="20884" y="13600"/>
                  <a:pt x="20000" y="13600"/>
                </a:cubicBezTo>
                <a:cubicBezTo>
                  <a:pt x="19116" y="13600"/>
                  <a:pt x="18400" y="12884"/>
                  <a:pt x="18400" y="12000"/>
                </a:cubicBezTo>
                <a:cubicBezTo>
                  <a:pt x="18400" y="11116"/>
                  <a:pt x="19116" y="10400"/>
                  <a:pt x="20000" y="10400"/>
                </a:cubicBezTo>
                <a:cubicBezTo>
                  <a:pt x="20884" y="10400"/>
                  <a:pt x="21600" y="11116"/>
                  <a:pt x="21600" y="12000"/>
                </a:cubicBezTo>
                <a:close/>
                <a:moveTo>
                  <a:pt x="3895" y="5281"/>
                </a:moveTo>
                <a:lnTo>
                  <a:pt x="11895" y="8281"/>
                </a:lnTo>
                <a:lnTo>
                  <a:pt x="12105" y="7719"/>
                </a:lnTo>
                <a:lnTo>
                  <a:pt x="4105" y="4719"/>
                </a:lnTo>
                <a:close/>
                <a:moveTo>
                  <a:pt x="3757" y="5176"/>
                </a:moveTo>
                <a:lnTo>
                  <a:pt x="11757" y="16176"/>
                </a:lnTo>
                <a:lnTo>
                  <a:pt x="12243" y="15824"/>
                </a:lnTo>
                <a:lnTo>
                  <a:pt x="4243" y="4824"/>
                </a:lnTo>
                <a:close/>
                <a:moveTo>
                  <a:pt x="4134" y="12268"/>
                </a:moveTo>
                <a:lnTo>
                  <a:pt x="12134" y="8268"/>
                </a:lnTo>
                <a:lnTo>
                  <a:pt x="11866" y="7732"/>
                </a:lnTo>
                <a:lnTo>
                  <a:pt x="3866" y="11732"/>
                </a:lnTo>
                <a:close/>
                <a:moveTo>
                  <a:pt x="3866" y="12268"/>
                </a:moveTo>
                <a:lnTo>
                  <a:pt x="11866" y="16268"/>
                </a:lnTo>
                <a:lnTo>
                  <a:pt x="12134" y="15732"/>
                </a:lnTo>
                <a:lnTo>
                  <a:pt x="4134" y="11732"/>
                </a:lnTo>
                <a:close/>
                <a:moveTo>
                  <a:pt x="4243" y="19176"/>
                </a:moveTo>
                <a:lnTo>
                  <a:pt x="12243" y="8176"/>
                </a:lnTo>
                <a:lnTo>
                  <a:pt x="11757" y="7824"/>
                </a:lnTo>
                <a:lnTo>
                  <a:pt x="3757" y="18824"/>
                </a:lnTo>
                <a:close/>
                <a:moveTo>
                  <a:pt x="4105" y="19281"/>
                </a:moveTo>
                <a:lnTo>
                  <a:pt x="12105" y="16281"/>
                </a:lnTo>
                <a:lnTo>
                  <a:pt x="11895" y="15719"/>
                </a:lnTo>
                <a:lnTo>
                  <a:pt x="3895" y="18719"/>
                </a:lnTo>
                <a:close/>
                <a:moveTo>
                  <a:pt x="11866" y="8268"/>
                </a:moveTo>
                <a:lnTo>
                  <a:pt x="19866" y="12268"/>
                </a:lnTo>
                <a:lnTo>
                  <a:pt x="20134" y="11732"/>
                </a:lnTo>
                <a:lnTo>
                  <a:pt x="12134" y="7732"/>
                </a:lnTo>
                <a:close/>
                <a:moveTo>
                  <a:pt x="12134" y="16268"/>
                </a:moveTo>
                <a:lnTo>
                  <a:pt x="20134" y="12268"/>
                </a:lnTo>
                <a:lnTo>
                  <a:pt x="19866" y="11732"/>
                </a:lnTo>
                <a:lnTo>
                  <a:pt x="11866" y="1573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神经网络</a:t>
            </a:r>
          </a:p>
        </p:txBody>
      </p:sp>
      <p:sp>
        <p:nvSpPr>
          <p:cNvPr id="61" name="AI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368" y="9180"/>
                </a:moveTo>
                <a:cubicBezTo>
                  <a:pt x="4368" y="9869"/>
                  <a:pt x="3809" y="10428"/>
                  <a:pt x="3120" y="10428"/>
                </a:cubicBezTo>
                <a:cubicBezTo>
                  <a:pt x="2431" y="10428"/>
                  <a:pt x="1872" y="9869"/>
                  <a:pt x="1872" y="9180"/>
                </a:cubicBezTo>
                <a:cubicBezTo>
                  <a:pt x="1872" y="8491"/>
                  <a:pt x="2431" y="7932"/>
                  <a:pt x="3120" y="7932"/>
                </a:cubicBezTo>
                <a:cubicBezTo>
                  <a:pt x="3809" y="7932"/>
                  <a:pt x="4368" y="8491"/>
                  <a:pt x="4368" y="9180"/>
                </a:cubicBezTo>
                <a:close/>
                <a:moveTo>
                  <a:pt x="4368" y="14640"/>
                </a:moveTo>
                <a:cubicBezTo>
                  <a:pt x="4368" y="15329"/>
                  <a:pt x="3809" y="15888"/>
                  <a:pt x="3120" y="15888"/>
                </a:cubicBezTo>
                <a:cubicBezTo>
                  <a:pt x="2431" y="15888"/>
                  <a:pt x="1872" y="15329"/>
                  <a:pt x="1872" y="14640"/>
                </a:cubicBezTo>
                <a:cubicBezTo>
                  <a:pt x="1872" y="13951"/>
                  <a:pt x="2431" y="13392"/>
                  <a:pt x="3120" y="13392"/>
                </a:cubicBezTo>
                <a:cubicBezTo>
                  <a:pt x="3809" y="13392"/>
                  <a:pt x="4368" y="13951"/>
                  <a:pt x="4368" y="14640"/>
                </a:cubicBezTo>
                <a:close/>
                <a:moveTo>
                  <a:pt x="4368" y="20100"/>
                </a:moveTo>
                <a:cubicBezTo>
                  <a:pt x="4368" y="20789"/>
                  <a:pt x="3809" y="21348"/>
                  <a:pt x="3120" y="21348"/>
                </a:cubicBezTo>
                <a:cubicBezTo>
                  <a:pt x="2431" y="21348"/>
                  <a:pt x="1872" y="20789"/>
                  <a:pt x="1872" y="20100"/>
                </a:cubicBezTo>
                <a:cubicBezTo>
                  <a:pt x="1872" y="19411"/>
                  <a:pt x="2431" y="18852"/>
                  <a:pt x="3120" y="18852"/>
                </a:cubicBezTo>
                <a:cubicBezTo>
                  <a:pt x="3809" y="18852"/>
                  <a:pt x="4368" y="19411"/>
                  <a:pt x="4368" y="20100"/>
                </a:cubicBezTo>
                <a:close/>
                <a:moveTo>
                  <a:pt x="10608" y="11520"/>
                </a:moveTo>
                <a:cubicBezTo>
                  <a:pt x="10608" y="12209"/>
                  <a:pt x="10049" y="12768"/>
                  <a:pt x="9360" y="12768"/>
                </a:cubicBezTo>
                <a:cubicBezTo>
                  <a:pt x="8671" y="12768"/>
                  <a:pt x="8112" y="12209"/>
                  <a:pt x="8112" y="11520"/>
                </a:cubicBezTo>
                <a:cubicBezTo>
                  <a:pt x="8112" y="10831"/>
                  <a:pt x="8671" y="10272"/>
                  <a:pt x="9360" y="10272"/>
                </a:cubicBezTo>
                <a:cubicBezTo>
                  <a:pt x="10049" y="10272"/>
                  <a:pt x="10608" y="10831"/>
                  <a:pt x="10608" y="11520"/>
                </a:cubicBezTo>
                <a:close/>
                <a:moveTo>
                  <a:pt x="10608" y="17760"/>
                </a:moveTo>
                <a:cubicBezTo>
                  <a:pt x="10608" y="18449"/>
                  <a:pt x="10049" y="19008"/>
                  <a:pt x="9360" y="19008"/>
                </a:cubicBezTo>
                <a:cubicBezTo>
                  <a:pt x="8671" y="19008"/>
                  <a:pt x="8112" y="18449"/>
                  <a:pt x="8112" y="17760"/>
                </a:cubicBezTo>
                <a:cubicBezTo>
                  <a:pt x="8112" y="17071"/>
                  <a:pt x="8671" y="16512"/>
                  <a:pt x="9360" y="16512"/>
                </a:cubicBezTo>
                <a:cubicBezTo>
                  <a:pt x="10049" y="16512"/>
                  <a:pt x="10608" y="17071"/>
                  <a:pt x="10608" y="17760"/>
                </a:cubicBezTo>
                <a:close/>
                <a:moveTo>
                  <a:pt x="16848" y="14640"/>
                </a:moveTo>
                <a:cubicBezTo>
                  <a:pt x="16848" y="15329"/>
                  <a:pt x="16289" y="15888"/>
                  <a:pt x="15600" y="15888"/>
                </a:cubicBezTo>
                <a:cubicBezTo>
                  <a:pt x="14911" y="15888"/>
                  <a:pt x="14352" y="15329"/>
                  <a:pt x="14352" y="14640"/>
                </a:cubicBezTo>
                <a:cubicBezTo>
                  <a:pt x="14352" y="13951"/>
                  <a:pt x="14911" y="13392"/>
                  <a:pt x="15600" y="13392"/>
                </a:cubicBezTo>
                <a:cubicBezTo>
                  <a:pt x="16289" y="13392"/>
                  <a:pt x="16848" y="13951"/>
                  <a:pt x="16848" y="14640"/>
                </a:cubicBezTo>
                <a:close/>
                <a:moveTo>
                  <a:pt x="3038" y="9399"/>
                </a:moveTo>
                <a:lnTo>
                  <a:pt x="9278" y="11739"/>
                </a:lnTo>
                <a:lnTo>
                  <a:pt x="9442" y="11301"/>
                </a:lnTo>
                <a:lnTo>
                  <a:pt x="3202" y="8961"/>
                </a:lnTo>
                <a:close/>
                <a:moveTo>
                  <a:pt x="2931" y="9318"/>
                </a:moveTo>
                <a:lnTo>
                  <a:pt x="9171" y="17898"/>
                </a:lnTo>
                <a:lnTo>
                  <a:pt x="9549" y="17622"/>
                </a:lnTo>
                <a:lnTo>
                  <a:pt x="3309" y="9042"/>
                </a:lnTo>
                <a:close/>
                <a:moveTo>
                  <a:pt x="3225" y="14849"/>
                </a:moveTo>
                <a:lnTo>
                  <a:pt x="9465" y="11729"/>
                </a:lnTo>
                <a:lnTo>
                  <a:pt x="9255" y="11311"/>
                </a:lnTo>
                <a:lnTo>
                  <a:pt x="3015" y="14431"/>
                </a:lnTo>
                <a:close/>
                <a:moveTo>
                  <a:pt x="3015" y="14849"/>
                </a:moveTo>
                <a:lnTo>
                  <a:pt x="9255" y="17969"/>
                </a:lnTo>
                <a:lnTo>
                  <a:pt x="9465" y="17551"/>
                </a:lnTo>
                <a:lnTo>
                  <a:pt x="3225" y="14431"/>
                </a:lnTo>
                <a:close/>
                <a:moveTo>
                  <a:pt x="3309" y="20238"/>
                </a:moveTo>
                <a:lnTo>
                  <a:pt x="9549" y="11658"/>
                </a:lnTo>
                <a:lnTo>
                  <a:pt x="9171" y="11382"/>
                </a:lnTo>
                <a:lnTo>
                  <a:pt x="2931" y="19962"/>
                </a:lnTo>
                <a:close/>
                <a:moveTo>
                  <a:pt x="3202" y="20319"/>
                </a:moveTo>
                <a:lnTo>
                  <a:pt x="9442" y="17979"/>
                </a:lnTo>
                <a:lnTo>
                  <a:pt x="9278" y="17541"/>
                </a:lnTo>
                <a:lnTo>
                  <a:pt x="3038" y="19881"/>
                </a:lnTo>
                <a:close/>
                <a:moveTo>
                  <a:pt x="9255" y="11729"/>
                </a:moveTo>
                <a:lnTo>
                  <a:pt x="15495" y="14849"/>
                </a:lnTo>
                <a:lnTo>
                  <a:pt x="15705" y="14431"/>
                </a:lnTo>
                <a:lnTo>
                  <a:pt x="9465" y="11311"/>
                </a:lnTo>
                <a:close/>
                <a:moveTo>
                  <a:pt x="9465" y="17969"/>
                </a:moveTo>
                <a:lnTo>
                  <a:pt x="15705" y="14849"/>
                </a:lnTo>
                <a:lnTo>
                  <a:pt x="15495" y="14431"/>
                </a:lnTo>
                <a:lnTo>
                  <a:pt x="9255" y="17551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神经网络·智能</a:t>
            </a:r>
          </a:p>
        </p:txBody>
      </p:sp>
      <p:sp>
        <p:nvSpPr>
          <p:cNvPr id="64" name="AI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368" y="9180"/>
                </a:moveTo>
                <a:cubicBezTo>
                  <a:pt x="4368" y="9869"/>
                  <a:pt x="3809" y="10428"/>
                  <a:pt x="3120" y="10428"/>
                </a:cubicBezTo>
                <a:cubicBezTo>
                  <a:pt x="2431" y="10428"/>
                  <a:pt x="1872" y="9869"/>
                  <a:pt x="1872" y="9180"/>
                </a:cubicBezTo>
                <a:cubicBezTo>
                  <a:pt x="1872" y="8491"/>
                  <a:pt x="2431" y="7932"/>
                  <a:pt x="3120" y="7932"/>
                </a:cubicBezTo>
                <a:cubicBezTo>
                  <a:pt x="3809" y="7932"/>
                  <a:pt x="4368" y="8491"/>
                  <a:pt x="4368" y="9180"/>
                </a:cubicBezTo>
                <a:close/>
                <a:moveTo>
                  <a:pt x="4368" y="14640"/>
                </a:moveTo>
                <a:cubicBezTo>
                  <a:pt x="4368" y="15329"/>
                  <a:pt x="3809" y="15888"/>
                  <a:pt x="3120" y="15888"/>
                </a:cubicBezTo>
                <a:cubicBezTo>
                  <a:pt x="2431" y="15888"/>
                  <a:pt x="1872" y="15329"/>
                  <a:pt x="1872" y="14640"/>
                </a:cubicBezTo>
                <a:cubicBezTo>
                  <a:pt x="1872" y="13951"/>
                  <a:pt x="2431" y="13392"/>
                  <a:pt x="3120" y="13392"/>
                </a:cubicBezTo>
                <a:cubicBezTo>
                  <a:pt x="3809" y="13392"/>
                  <a:pt x="4368" y="13951"/>
                  <a:pt x="4368" y="14640"/>
                </a:cubicBezTo>
                <a:close/>
                <a:moveTo>
                  <a:pt x="4368" y="20100"/>
                </a:moveTo>
                <a:cubicBezTo>
                  <a:pt x="4368" y="20789"/>
                  <a:pt x="3809" y="21348"/>
                  <a:pt x="3120" y="21348"/>
                </a:cubicBezTo>
                <a:cubicBezTo>
                  <a:pt x="2431" y="21348"/>
                  <a:pt x="1872" y="20789"/>
                  <a:pt x="1872" y="20100"/>
                </a:cubicBezTo>
                <a:cubicBezTo>
                  <a:pt x="1872" y="19411"/>
                  <a:pt x="2431" y="18852"/>
                  <a:pt x="3120" y="18852"/>
                </a:cubicBezTo>
                <a:cubicBezTo>
                  <a:pt x="3809" y="18852"/>
                  <a:pt x="4368" y="19411"/>
                  <a:pt x="4368" y="20100"/>
                </a:cubicBezTo>
                <a:close/>
                <a:moveTo>
                  <a:pt x="10608" y="11520"/>
                </a:moveTo>
                <a:cubicBezTo>
                  <a:pt x="10608" y="12209"/>
                  <a:pt x="10049" y="12768"/>
                  <a:pt x="9360" y="12768"/>
                </a:cubicBezTo>
                <a:cubicBezTo>
                  <a:pt x="8671" y="12768"/>
                  <a:pt x="8112" y="12209"/>
                  <a:pt x="8112" y="11520"/>
                </a:cubicBezTo>
                <a:cubicBezTo>
                  <a:pt x="8112" y="10831"/>
                  <a:pt x="8671" y="10272"/>
                  <a:pt x="9360" y="10272"/>
                </a:cubicBezTo>
                <a:cubicBezTo>
                  <a:pt x="10049" y="10272"/>
                  <a:pt x="10608" y="10831"/>
                  <a:pt x="10608" y="11520"/>
                </a:cubicBezTo>
                <a:close/>
                <a:moveTo>
                  <a:pt x="10608" y="17760"/>
                </a:moveTo>
                <a:cubicBezTo>
                  <a:pt x="10608" y="18449"/>
                  <a:pt x="10049" y="19008"/>
                  <a:pt x="9360" y="19008"/>
                </a:cubicBezTo>
                <a:cubicBezTo>
                  <a:pt x="8671" y="19008"/>
                  <a:pt x="8112" y="18449"/>
                  <a:pt x="8112" y="17760"/>
                </a:cubicBezTo>
                <a:cubicBezTo>
                  <a:pt x="8112" y="17071"/>
                  <a:pt x="8671" y="16512"/>
                  <a:pt x="9360" y="16512"/>
                </a:cubicBezTo>
                <a:cubicBezTo>
                  <a:pt x="10049" y="16512"/>
                  <a:pt x="10608" y="17071"/>
                  <a:pt x="10608" y="17760"/>
                </a:cubicBezTo>
                <a:close/>
                <a:moveTo>
                  <a:pt x="16848" y="14640"/>
                </a:moveTo>
                <a:cubicBezTo>
                  <a:pt x="16848" y="15329"/>
                  <a:pt x="16289" y="15888"/>
                  <a:pt x="15600" y="15888"/>
                </a:cubicBezTo>
                <a:cubicBezTo>
                  <a:pt x="14911" y="15888"/>
                  <a:pt x="14352" y="15329"/>
                  <a:pt x="14352" y="14640"/>
                </a:cubicBezTo>
                <a:cubicBezTo>
                  <a:pt x="14352" y="13951"/>
                  <a:pt x="14911" y="13392"/>
                  <a:pt x="15600" y="13392"/>
                </a:cubicBezTo>
                <a:cubicBezTo>
                  <a:pt x="16289" y="13392"/>
                  <a:pt x="16848" y="13951"/>
                  <a:pt x="16848" y="14640"/>
                </a:cubicBezTo>
                <a:close/>
                <a:moveTo>
                  <a:pt x="3038" y="9399"/>
                </a:moveTo>
                <a:lnTo>
                  <a:pt x="9278" y="11739"/>
                </a:lnTo>
                <a:lnTo>
                  <a:pt x="9442" y="11301"/>
                </a:lnTo>
                <a:lnTo>
                  <a:pt x="3202" y="8961"/>
                </a:lnTo>
                <a:close/>
                <a:moveTo>
                  <a:pt x="2931" y="9318"/>
                </a:moveTo>
                <a:lnTo>
                  <a:pt x="9171" y="17898"/>
                </a:lnTo>
                <a:lnTo>
                  <a:pt x="9549" y="17622"/>
                </a:lnTo>
                <a:lnTo>
                  <a:pt x="3309" y="9042"/>
                </a:lnTo>
                <a:close/>
                <a:moveTo>
                  <a:pt x="3225" y="14849"/>
                </a:moveTo>
                <a:lnTo>
                  <a:pt x="9465" y="11729"/>
                </a:lnTo>
                <a:lnTo>
                  <a:pt x="9255" y="11311"/>
                </a:lnTo>
                <a:lnTo>
                  <a:pt x="3015" y="14431"/>
                </a:lnTo>
                <a:close/>
                <a:moveTo>
                  <a:pt x="3015" y="14849"/>
                </a:moveTo>
                <a:lnTo>
                  <a:pt x="9255" y="17969"/>
                </a:lnTo>
                <a:lnTo>
                  <a:pt x="9465" y="17551"/>
                </a:lnTo>
                <a:lnTo>
                  <a:pt x="3225" y="14431"/>
                </a:lnTo>
                <a:close/>
                <a:moveTo>
                  <a:pt x="3309" y="20238"/>
                </a:moveTo>
                <a:lnTo>
                  <a:pt x="9549" y="11658"/>
                </a:lnTo>
                <a:lnTo>
                  <a:pt x="9171" y="11382"/>
                </a:lnTo>
                <a:lnTo>
                  <a:pt x="2931" y="19962"/>
                </a:lnTo>
                <a:close/>
                <a:moveTo>
                  <a:pt x="3202" y="20319"/>
                </a:moveTo>
                <a:lnTo>
                  <a:pt x="9442" y="17979"/>
                </a:lnTo>
                <a:lnTo>
                  <a:pt x="9278" y="17541"/>
                </a:lnTo>
                <a:lnTo>
                  <a:pt x="3038" y="19881"/>
                </a:lnTo>
                <a:close/>
                <a:moveTo>
                  <a:pt x="9255" y="11729"/>
                </a:moveTo>
                <a:lnTo>
                  <a:pt x="15495" y="14849"/>
                </a:lnTo>
                <a:lnTo>
                  <a:pt x="15705" y="14431"/>
                </a:lnTo>
                <a:lnTo>
                  <a:pt x="9465" y="11311"/>
                </a:lnTo>
                <a:close/>
                <a:moveTo>
                  <a:pt x="9465" y="17969"/>
                </a:moveTo>
                <a:lnTo>
                  <a:pt x="15705" y="14849"/>
                </a:lnTo>
                <a:lnTo>
                  <a:pt x="15495" y="14431"/>
                </a:lnTo>
                <a:lnTo>
                  <a:pt x="9255" y="17551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神经网络·可配置</a:t>
            </a:r>
          </a:p>
        </p:txBody>
      </p:sp>
      <p:sp>
        <p:nvSpPr>
          <p:cNvPr id="67" name="AI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368" y="9180"/>
                </a:moveTo>
                <a:cubicBezTo>
                  <a:pt x="4368" y="9869"/>
                  <a:pt x="3809" y="10428"/>
                  <a:pt x="3120" y="10428"/>
                </a:cubicBezTo>
                <a:cubicBezTo>
                  <a:pt x="2431" y="10428"/>
                  <a:pt x="1872" y="9869"/>
                  <a:pt x="1872" y="9180"/>
                </a:cubicBezTo>
                <a:cubicBezTo>
                  <a:pt x="1872" y="8491"/>
                  <a:pt x="2431" y="7932"/>
                  <a:pt x="3120" y="7932"/>
                </a:cubicBezTo>
                <a:cubicBezTo>
                  <a:pt x="3809" y="7932"/>
                  <a:pt x="4368" y="8491"/>
                  <a:pt x="4368" y="9180"/>
                </a:cubicBezTo>
                <a:close/>
                <a:moveTo>
                  <a:pt x="4368" y="14640"/>
                </a:moveTo>
                <a:cubicBezTo>
                  <a:pt x="4368" y="15329"/>
                  <a:pt x="3809" y="15888"/>
                  <a:pt x="3120" y="15888"/>
                </a:cubicBezTo>
                <a:cubicBezTo>
                  <a:pt x="2431" y="15888"/>
                  <a:pt x="1872" y="15329"/>
                  <a:pt x="1872" y="14640"/>
                </a:cubicBezTo>
                <a:cubicBezTo>
                  <a:pt x="1872" y="13951"/>
                  <a:pt x="2431" y="13392"/>
                  <a:pt x="3120" y="13392"/>
                </a:cubicBezTo>
                <a:cubicBezTo>
                  <a:pt x="3809" y="13392"/>
                  <a:pt x="4368" y="13951"/>
                  <a:pt x="4368" y="14640"/>
                </a:cubicBezTo>
                <a:close/>
                <a:moveTo>
                  <a:pt x="4368" y="20100"/>
                </a:moveTo>
                <a:cubicBezTo>
                  <a:pt x="4368" y="20789"/>
                  <a:pt x="3809" y="21348"/>
                  <a:pt x="3120" y="21348"/>
                </a:cubicBezTo>
                <a:cubicBezTo>
                  <a:pt x="2431" y="21348"/>
                  <a:pt x="1872" y="20789"/>
                  <a:pt x="1872" y="20100"/>
                </a:cubicBezTo>
                <a:cubicBezTo>
                  <a:pt x="1872" y="19411"/>
                  <a:pt x="2431" y="18852"/>
                  <a:pt x="3120" y="18852"/>
                </a:cubicBezTo>
                <a:cubicBezTo>
                  <a:pt x="3809" y="18852"/>
                  <a:pt x="4368" y="19411"/>
                  <a:pt x="4368" y="20100"/>
                </a:cubicBezTo>
                <a:close/>
                <a:moveTo>
                  <a:pt x="10608" y="11520"/>
                </a:moveTo>
                <a:cubicBezTo>
                  <a:pt x="10608" y="12209"/>
                  <a:pt x="10049" y="12768"/>
                  <a:pt x="9360" y="12768"/>
                </a:cubicBezTo>
                <a:cubicBezTo>
                  <a:pt x="8671" y="12768"/>
                  <a:pt x="8112" y="12209"/>
                  <a:pt x="8112" y="11520"/>
                </a:cubicBezTo>
                <a:cubicBezTo>
                  <a:pt x="8112" y="10831"/>
                  <a:pt x="8671" y="10272"/>
                  <a:pt x="9360" y="10272"/>
                </a:cubicBezTo>
                <a:cubicBezTo>
                  <a:pt x="10049" y="10272"/>
                  <a:pt x="10608" y="10831"/>
                  <a:pt x="10608" y="11520"/>
                </a:cubicBezTo>
                <a:close/>
                <a:moveTo>
                  <a:pt x="10608" y="17760"/>
                </a:moveTo>
                <a:cubicBezTo>
                  <a:pt x="10608" y="18449"/>
                  <a:pt x="10049" y="19008"/>
                  <a:pt x="9360" y="19008"/>
                </a:cubicBezTo>
                <a:cubicBezTo>
                  <a:pt x="8671" y="19008"/>
                  <a:pt x="8112" y="18449"/>
                  <a:pt x="8112" y="17760"/>
                </a:cubicBezTo>
                <a:cubicBezTo>
                  <a:pt x="8112" y="17071"/>
                  <a:pt x="8671" y="16512"/>
                  <a:pt x="9360" y="16512"/>
                </a:cubicBezTo>
                <a:cubicBezTo>
                  <a:pt x="10049" y="16512"/>
                  <a:pt x="10608" y="17071"/>
                  <a:pt x="10608" y="17760"/>
                </a:cubicBezTo>
                <a:close/>
                <a:moveTo>
                  <a:pt x="16848" y="14640"/>
                </a:moveTo>
                <a:cubicBezTo>
                  <a:pt x="16848" y="15329"/>
                  <a:pt x="16289" y="15888"/>
                  <a:pt x="15600" y="15888"/>
                </a:cubicBezTo>
                <a:cubicBezTo>
                  <a:pt x="14911" y="15888"/>
                  <a:pt x="14352" y="15329"/>
                  <a:pt x="14352" y="14640"/>
                </a:cubicBezTo>
                <a:cubicBezTo>
                  <a:pt x="14352" y="13951"/>
                  <a:pt x="14911" y="13392"/>
                  <a:pt x="15600" y="13392"/>
                </a:cubicBezTo>
                <a:cubicBezTo>
                  <a:pt x="16289" y="13392"/>
                  <a:pt x="16848" y="13951"/>
                  <a:pt x="16848" y="14640"/>
                </a:cubicBezTo>
                <a:close/>
                <a:moveTo>
                  <a:pt x="3038" y="9399"/>
                </a:moveTo>
                <a:lnTo>
                  <a:pt x="9278" y="11739"/>
                </a:lnTo>
                <a:lnTo>
                  <a:pt x="9442" y="11301"/>
                </a:lnTo>
                <a:lnTo>
                  <a:pt x="3202" y="8961"/>
                </a:lnTo>
                <a:close/>
                <a:moveTo>
                  <a:pt x="2931" y="9318"/>
                </a:moveTo>
                <a:lnTo>
                  <a:pt x="9171" y="17898"/>
                </a:lnTo>
                <a:lnTo>
                  <a:pt x="9549" y="17622"/>
                </a:lnTo>
                <a:lnTo>
                  <a:pt x="3309" y="9042"/>
                </a:lnTo>
                <a:close/>
                <a:moveTo>
                  <a:pt x="3225" y="14849"/>
                </a:moveTo>
                <a:lnTo>
                  <a:pt x="9465" y="11729"/>
                </a:lnTo>
                <a:lnTo>
                  <a:pt x="9255" y="11311"/>
                </a:lnTo>
                <a:lnTo>
                  <a:pt x="3015" y="14431"/>
                </a:lnTo>
                <a:close/>
                <a:moveTo>
                  <a:pt x="3015" y="14849"/>
                </a:moveTo>
                <a:lnTo>
                  <a:pt x="9255" y="17969"/>
                </a:lnTo>
                <a:lnTo>
                  <a:pt x="9465" y="17551"/>
                </a:lnTo>
                <a:lnTo>
                  <a:pt x="3225" y="14431"/>
                </a:lnTo>
                <a:close/>
                <a:moveTo>
                  <a:pt x="3309" y="20238"/>
                </a:moveTo>
                <a:lnTo>
                  <a:pt x="9549" y="11658"/>
                </a:lnTo>
                <a:lnTo>
                  <a:pt x="9171" y="11382"/>
                </a:lnTo>
                <a:lnTo>
                  <a:pt x="2931" y="19962"/>
                </a:lnTo>
                <a:close/>
                <a:moveTo>
                  <a:pt x="3202" y="20319"/>
                </a:moveTo>
                <a:lnTo>
                  <a:pt x="9442" y="17979"/>
                </a:lnTo>
                <a:lnTo>
                  <a:pt x="9278" y="17541"/>
                </a:lnTo>
                <a:lnTo>
                  <a:pt x="3038" y="19881"/>
                </a:lnTo>
                <a:close/>
                <a:moveTo>
                  <a:pt x="9255" y="11729"/>
                </a:moveTo>
                <a:lnTo>
                  <a:pt x="15495" y="14849"/>
                </a:lnTo>
                <a:lnTo>
                  <a:pt x="15705" y="14431"/>
                </a:lnTo>
                <a:lnTo>
                  <a:pt x="9465" y="11311"/>
                </a:lnTo>
                <a:close/>
                <a:moveTo>
                  <a:pt x="9465" y="17969"/>
                </a:moveTo>
                <a:lnTo>
                  <a:pt x="15705" y="14849"/>
                </a:lnTo>
                <a:lnTo>
                  <a:pt x="15495" y="14431"/>
                </a:lnTo>
                <a:lnTo>
                  <a:pt x="9255" y="17551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神经网络·同步</a:t>
            </a:r>
          </a:p>
        </p:txBody>
      </p:sp>
      <p:sp>
        <p:nvSpPr>
          <p:cNvPr id="70" name="AI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368" y="9180"/>
                </a:moveTo>
                <a:cubicBezTo>
                  <a:pt x="4368" y="9869"/>
                  <a:pt x="3809" y="10428"/>
                  <a:pt x="3120" y="10428"/>
                </a:cubicBezTo>
                <a:cubicBezTo>
                  <a:pt x="2431" y="10428"/>
                  <a:pt x="1872" y="9869"/>
                  <a:pt x="1872" y="9180"/>
                </a:cubicBezTo>
                <a:cubicBezTo>
                  <a:pt x="1872" y="8491"/>
                  <a:pt x="2431" y="7932"/>
                  <a:pt x="3120" y="7932"/>
                </a:cubicBezTo>
                <a:cubicBezTo>
                  <a:pt x="3809" y="7932"/>
                  <a:pt x="4368" y="8491"/>
                  <a:pt x="4368" y="9180"/>
                </a:cubicBezTo>
                <a:close/>
                <a:moveTo>
                  <a:pt x="4368" y="14640"/>
                </a:moveTo>
                <a:cubicBezTo>
                  <a:pt x="4368" y="15329"/>
                  <a:pt x="3809" y="15888"/>
                  <a:pt x="3120" y="15888"/>
                </a:cubicBezTo>
                <a:cubicBezTo>
                  <a:pt x="2431" y="15888"/>
                  <a:pt x="1872" y="15329"/>
                  <a:pt x="1872" y="14640"/>
                </a:cubicBezTo>
                <a:cubicBezTo>
                  <a:pt x="1872" y="13951"/>
                  <a:pt x="2431" y="13392"/>
                  <a:pt x="3120" y="13392"/>
                </a:cubicBezTo>
                <a:cubicBezTo>
                  <a:pt x="3809" y="13392"/>
                  <a:pt x="4368" y="13951"/>
                  <a:pt x="4368" y="14640"/>
                </a:cubicBezTo>
                <a:close/>
                <a:moveTo>
                  <a:pt x="4368" y="20100"/>
                </a:moveTo>
                <a:cubicBezTo>
                  <a:pt x="4368" y="20789"/>
                  <a:pt x="3809" y="21348"/>
                  <a:pt x="3120" y="21348"/>
                </a:cubicBezTo>
                <a:cubicBezTo>
                  <a:pt x="2431" y="21348"/>
                  <a:pt x="1872" y="20789"/>
                  <a:pt x="1872" y="20100"/>
                </a:cubicBezTo>
                <a:cubicBezTo>
                  <a:pt x="1872" y="19411"/>
                  <a:pt x="2431" y="18852"/>
                  <a:pt x="3120" y="18852"/>
                </a:cubicBezTo>
                <a:cubicBezTo>
                  <a:pt x="3809" y="18852"/>
                  <a:pt x="4368" y="19411"/>
                  <a:pt x="4368" y="20100"/>
                </a:cubicBezTo>
                <a:close/>
                <a:moveTo>
                  <a:pt x="10608" y="11520"/>
                </a:moveTo>
                <a:cubicBezTo>
                  <a:pt x="10608" y="12209"/>
                  <a:pt x="10049" y="12768"/>
                  <a:pt x="9360" y="12768"/>
                </a:cubicBezTo>
                <a:cubicBezTo>
                  <a:pt x="8671" y="12768"/>
                  <a:pt x="8112" y="12209"/>
                  <a:pt x="8112" y="11520"/>
                </a:cubicBezTo>
                <a:cubicBezTo>
                  <a:pt x="8112" y="10831"/>
                  <a:pt x="8671" y="10272"/>
                  <a:pt x="9360" y="10272"/>
                </a:cubicBezTo>
                <a:cubicBezTo>
                  <a:pt x="10049" y="10272"/>
                  <a:pt x="10608" y="10831"/>
                  <a:pt x="10608" y="11520"/>
                </a:cubicBezTo>
                <a:close/>
                <a:moveTo>
                  <a:pt x="10608" y="17760"/>
                </a:moveTo>
                <a:cubicBezTo>
                  <a:pt x="10608" y="18449"/>
                  <a:pt x="10049" y="19008"/>
                  <a:pt x="9360" y="19008"/>
                </a:cubicBezTo>
                <a:cubicBezTo>
                  <a:pt x="8671" y="19008"/>
                  <a:pt x="8112" y="18449"/>
                  <a:pt x="8112" y="17760"/>
                </a:cubicBezTo>
                <a:cubicBezTo>
                  <a:pt x="8112" y="17071"/>
                  <a:pt x="8671" y="16512"/>
                  <a:pt x="9360" y="16512"/>
                </a:cubicBezTo>
                <a:cubicBezTo>
                  <a:pt x="10049" y="16512"/>
                  <a:pt x="10608" y="17071"/>
                  <a:pt x="10608" y="17760"/>
                </a:cubicBezTo>
                <a:close/>
                <a:moveTo>
                  <a:pt x="16848" y="14640"/>
                </a:moveTo>
                <a:cubicBezTo>
                  <a:pt x="16848" y="15329"/>
                  <a:pt x="16289" y="15888"/>
                  <a:pt x="15600" y="15888"/>
                </a:cubicBezTo>
                <a:cubicBezTo>
                  <a:pt x="14911" y="15888"/>
                  <a:pt x="14352" y="15329"/>
                  <a:pt x="14352" y="14640"/>
                </a:cubicBezTo>
                <a:cubicBezTo>
                  <a:pt x="14352" y="13951"/>
                  <a:pt x="14911" y="13392"/>
                  <a:pt x="15600" y="13392"/>
                </a:cubicBezTo>
                <a:cubicBezTo>
                  <a:pt x="16289" y="13392"/>
                  <a:pt x="16848" y="13951"/>
                  <a:pt x="16848" y="14640"/>
                </a:cubicBezTo>
                <a:close/>
                <a:moveTo>
                  <a:pt x="3038" y="9399"/>
                </a:moveTo>
                <a:lnTo>
                  <a:pt x="9278" y="11739"/>
                </a:lnTo>
                <a:lnTo>
                  <a:pt x="9442" y="11301"/>
                </a:lnTo>
                <a:lnTo>
                  <a:pt x="3202" y="8961"/>
                </a:lnTo>
                <a:close/>
                <a:moveTo>
                  <a:pt x="2931" y="9318"/>
                </a:moveTo>
                <a:lnTo>
                  <a:pt x="9171" y="17898"/>
                </a:lnTo>
                <a:lnTo>
                  <a:pt x="9549" y="17622"/>
                </a:lnTo>
                <a:lnTo>
                  <a:pt x="3309" y="9042"/>
                </a:lnTo>
                <a:close/>
                <a:moveTo>
                  <a:pt x="3225" y="14849"/>
                </a:moveTo>
                <a:lnTo>
                  <a:pt x="9465" y="11729"/>
                </a:lnTo>
                <a:lnTo>
                  <a:pt x="9255" y="11311"/>
                </a:lnTo>
                <a:lnTo>
                  <a:pt x="3015" y="14431"/>
                </a:lnTo>
                <a:close/>
                <a:moveTo>
                  <a:pt x="3015" y="14849"/>
                </a:moveTo>
                <a:lnTo>
                  <a:pt x="9255" y="17969"/>
                </a:lnTo>
                <a:lnTo>
                  <a:pt x="9465" y="17551"/>
                </a:lnTo>
                <a:lnTo>
                  <a:pt x="3225" y="14431"/>
                </a:lnTo>
                <a:close/>
                <a:moveTo>
                  <a:pt x="3309" y="20238"/>
                </a:moveTo>
                <a:lnTo>
                  <a:pt x="9549" y="11658"/>
                </a:lnTo>
                <a:lnTo>
                  <a:pt x="9171" y="11382"/>
                </a:lnTo>
                <a:lnTo>
                  <a:pt x="2931" y="19962"/>
                </a:lnTo>
                <a:close/>
                <a:moveTo>
                  <a:pt x="3202" y="20319"/>
                </a:moveTo>
                <a:lnTo>
                  <a:pt x="9442" y="17979"/>
                </a:lnTo>
                <a:lnTo>
                  <a:pt x="9278" y="17541"/>
                </a:lnTo>
                <a:lnTo>
                  <a:pt x="3038" y="19881"/>
                </a:lnTo>
                <a:close/>
                <a:moveTo>
                  <a:pt x="9255" y="11729"/>
                </a:moveTo>
                <a:lnTo>
                  <a:pt x="15495" y="14849"/>
                </a:lnTo>
                <a:lnTo>
                  <a:pt x="15705" y="14431"/>
                </a:lnTo>
                <a:lnTo>
                  <a:pt x="9465" y="11311"/>
                </a:lnTo>
                <a:close/>
                <a:moveTo>
                  <a:pt x="9465" y="17969"/>
                </a:moveTo>
                <a:lnTo>
                  <a:pt x="15705" y="14849"/>
                </a:lnTo>
                <a:lnTo>
                  <a:pt x="15495" y="14431"/>
                </a:lnTo>
                <a:lnTo>
                  <a:pt x="9255" y="17551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神经网络·已验证</a:t>
            </a:r>
          </a:p>
        </p:txBody>
      </p:sp>
      <p:sp>
        <p:nvSpPr>
          <p:cNvPr id="73" name="AI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368" y="9180"/>
                </a:moveTo>
                <a:cubicBezTo>
                  <a:pt x="4368" y="9869"/>
                  <a:pt x="3809" y="10428"/>
                  <a:pt x="3120" y="10428"/>
                </a:cubicBezTo>
                <a:cubicBezTo>
                  <a:pt x="2431" y="10428"/>
                  <a:pt x="1872" y="9869"/>
                  <a:pt x="1872" y="9180"/>
                </a:cubicBezTo>
                <a:cubicBezTo>
                  <a:pt x="1872" y="8491"/>
                  <a:pt x="2431" y="7932"/>
                  <a:pt x="3120" y="7932"/>
                </a:cubicBezTo>
                <a:cubicBezTo>
                  <a:pt x="3809" y="7932"/>
                  <a:pt x="4368" y="8491"/>
                  <a:pt x="4368" y="9180"/>
                </a:cubicBezTo>
                <a:close/>
                <a:moveTo>
                  <a:pt x="4368" y="14640"/>
                </a:moveTo>
                <a:cubicBezTo>
                  <a:pt x="4368" y="15329"/>
                  <a:pt x="3809" y="15888"/>
                  <a:pt x="3120" y="15888"/>
                </a:cubicBezTo>
                <a:cubicBezTo>
                  <a:pt x="2431" y="15888"/>
                  <a:pt x="1872" y="15329"/>
                  <a:pt x="1872" y="14640"/>
                </a:cubicBezTo>
                <a:cubicBezTo>
                  <a:pt x="1872" y="13951"/>
                  <a:pt x="2431" y="13392"/>
                  <a:pt x="3120" y="13392"/>
                </a:cubicBezTo>
                <a:cubicBezTo>
                  <a:pt x="3809" y="13392"/>
                  <a:pt x="4368" y="13951"/>
                  <a:pt x="4368" y="14640"/>
                </a:cubicBezTo>
                <a:close/>
                <a:moveTo>
                  <a:pt x="4368" y="20100"/>
                </a:moveTo>
                <a:cubicBezTo>
                  <a:pt x="4368" y="20789"/>
                  <a:pt x="3809" y="21348"/>
                  <a:pt x="3120" y="21348"/>
                </a:cubicBezTo>
                <a:cubicBezTo>
                  <a:pt x="2431" y="21348"/>
                  <a:pt x="1872" y="20789"/>
                  <a:pt x="1872" y="20100"/>
                </a:cubicBezTo>
                <a:cubicBezTo>
                  <a:pt x="1872" y="19411"/>
                  <a:pt x="2431" y="18852"/>
                  <a:pt x="3120" y="18852"/>
                </a:cubicBezTo>
                <a:cubicBezTo>
                  <a:pt x="3809" y="18852"/>
                  <a:pt x="4368" y="19411"/>
                  <a:pt x="4368" y="20100"/>
                </a:cubicBezTo>
                <a:close/>
                <a:moveTo>
                  <a:pt x="10608" y="11520"/>
                </a:moveTo>
                <a:cubicBezTo>
                  <a:pt x="10608" y="12209"/>
                  <a:pt x="10049" y="12768"/>
                  <a:pt x="9360" y="12768"/>
                </a:cubicBezTo>
                <a:cubicBezTo>
                  <a:pt x="8671" y="12768"/>
                  <a:pt x="8112" y="12209"/>
                  <a:pt x="8112" y="11520"/>
                </a:cubicBezTo>
                <a:cubicBezTo>
                  <a:pt x="8112" y="10831"/>
                  <a:pt x="8671" y="10272"/>
                  <a:pt x="9360" y="10272"/>
                </a:cubicBezTo>
                <a:cubicBezTo>
                  <a:pt x="10049" y="10272"/>
                  <a:pt x="10608" y="10831"/>
                  <a:pt x="10608" y="11520"/>
                </a:cubicBezTo>
                <a:close/>
                <a:moveTo>
                  <a:pt x="10608" y="17760"/>
                </a:moveTo>
                <a:cubicBezTo>
                  <a:pt x="10608" y="18449"/>
                  <a:pt x="10049" y="19008"/>
                  <a:pt x="9360" y="19008"/>
                </a:cubicBezTo>
                <a:cubicBezTo>
                  <a:pt x="8671" y="19008"/>
                  <a:pt x="8112" y="18449"/>
                  <a:pt x="8112" y="17760"/>
                </a:cubicBezTo>
                <a:cubicBezTo>
                  <a:pt x="8112" y="17071"/>
                  <a:pt x="8671" y="16512"/>
                  <a:pt x="9360" y="16512"/>
                </a:cubicBezTo>
                <a:cubicBezTo>
                  <a:pt x="10049" y="16512"/>
                  <a:pt x="10608" y="17071"/>
                  <a:pt x="10608" y="17760"/>
                </a:cubicBezTo>
                <a:close/>
                <a:moveTo>
                  <a:pt x="16848" y="14640"/>
                </a:moveTo>
                <a:cubicBezTo>
                  <a:pt x="16848" y="15329"/>
                  <a:pt x="16289" y="15888"/>
                  <a:pt x="15600" y="15888"/>
                </a:cubicBezTo>
                <a:cubicBezTo>
                  <a:pt x="14911" y="15888"/>
                  <a:pt x="14352" y="15329"/>
                  <a:pt x="14352" y="14640"/>
                </a:cubicBezTo>
                <a:cubicBezTo>
                  <a:pt x="14352" y="13951"/>
                  <a:pt x="14911" y="13392"/>
                  <a:pt x="15600" y="13392"/>
                </a:cubicBezTo>
                <a:cubicBezTo>
                  <a:pt x="16289" y="13392"/>
                  <a:pt x="16848" y="13951"/>
                  <a:pt x="16848" y="14640"/>
                </a:cubicBezTo>
                <a:close/>
                <a:moveTo>
                  <a:pt x="3038" y="9399"/>
                </a:moveTo>
                <a:lnTo>
                  <a:pt x="9278" y="11739"/>
                </a:lnTo>
                <a:lnTo>
                  <a:pt x="9442" y="11301"/>
                </a:lnTo>
                <a:lnTo>
                  <a:pt x="3202" y="8961"/>
                </a:lnTo>
                <a:close/>
                <a:moveTo>
                  <a:pt x="2931" y="9318"/>
                </a:moveTo>
                <a:lnTo>
                  <a:pt x="9171" y="17898"/>
                </a:lnTo>
                <a:lnTo>
                  <a:pt x="9549" y="17622"/>
                </a:lnTo>
                <a:lnTo>
                  <a:pt x="3309" y="9042"/>
                </a:lnTo>
                <a:close/>
                <a:moveTo>
                  <a:pt x="3225" y="14849"/>
                </a:moveTo>
                <a:lnTo>
                  <a:pt x="9465" y="11729"/>
                </a:lnTo>
                <a:lnTo>
                  <a:pt x="9255" y="11311"/>
                </a:lnTo>
                <a:lnTo>
                  <a:pt x="3015" y="14431"/>
                </a:lnTo>
                <a:close/>
                <a:moveTo>
                  <a:pt x="3015" y="14849"/>
                </a:moveTo>
                <a:lnTo>
                  <a:pt x="9255" y="17969"/>
                </a:lnTo>
                <a:lnTo>
                  <a:pt x="9465" y="17551"/>
                </a:lnTo>
                <a:lnTo>
                  <a:pt x="3225" y="14431"/>
                </a:lnTo>
                <a:close/>
                <a:moveTo>
                  <a:pt x="3309" y="20238"/>
                </a:moveTo>
                <a:lnTo>
                  <a:pt x="9549" y="11658"/>
                </a:lnTo>
                <a:lnTo>
                  <a:pt x="9171" y="11382"/>
                </a:lnTo>
                <a:lnTo>
                  <a:pt x="2931" y="19962"/>
                </a:lnTo>
                <a:close/>
                <a:moveTo>
                  <a:pt x="3202" y="20319"/>
                </a:moveTo>
                <a:lnTo>
                  <a:pt x="9442" y="17979"/>
                </a:lnTo>
                <a:lnTo>
                  <a:pt x="9278" y="17541"/>
                </a:lnTo>
                <a:lnTo>
                  <a:pt x="3038" y="19881"/>
                </a:lnTo>
                <a:close/>
                <a:moveTo>
                  <a:pt x="9255" y="11729"/>
                </a:moveTo>
                <a:lnTo>
                  <a:pt x="15495" y="14849"/>
                </a:lnTo>
                <a:lnTo>
                  <a:pt x="15705" y="14431"/>
                </a:lnTo>
                <a:lnTo>
                  <a:pt x="9465" y="11311"/>
                </a:lnTo>
                <a:close/>
                <a:moveTo>
                  <a:pt x="9465" y="17969"/>
                </a:moveTo>
                <a:lnTo>
                  <a:pt x="15705" y="14849"/>
                </a:lnTo>
                <a:lnTo>
                  <a:pt x="15495" y="14431"/>
                </a:lnTo>
                <a:lnTo>
                  <a:pt x="9255" y="17551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神经网络·洞察</a:t>
            </a:r>
          </a:p>
        </p:txBody>
      </p:sp>
      <p:sp>
        <p:nvSpPr>
          <p:cNvPr id="76" name="AI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19000"/>
                </a:moveTo>
                <a:lnTo>
                  <a:pt x="21700" y="19000"/>
                </a:lnTo>
                <a:cubicBezTo>
                  <a:pt x="21866" y="19000"/>
                  <a:pt x="22000" y="19134"/>
                  <a:pt x="22000" y="19300"/>
                </a:cubicBezTo>
                <a:lnTo>
                  <a:pt x="22000" y="20700"/>
                </a:lnTo>
                <a:cubicBezTo>
                  <a:pt x="22000" y="20866"/>
                  <a:pt x="21866" y="21000"/>
                  <a:pt x="21700" y="21000"/>
                </a:cubicBezTo>
                <a:lnTo>
                  <a:pt x="2300" y="21000"/>
                </a:lnTo>
                <a:cubicBezTo>
                  <a:pt x="2134" y="21000"/>
                  <a:pt x="2000" y="20866"/>
                  <a:pt x="2000" y="20700"/>
                </a:cubicBezTo>
                <a:lnTo>
                  <a:pt x="2000" y="19300"/>
                </a:lnTo>
                <a:cubicBezTo>
                  <a:pt x="2000" y="19134"/>
                  <a:pt x="2134" y="19000"/>
                  <a:pt x="2300" y="19000"/>
                </a:cubicBezTo>
                <a:close/>
                <a:moveTo>
                  <a:pt x="10300" y="13000"/>
                </a:moveTo>
                <a:lnTo>
                  <a:pt x="13700" y="13000"/>
                </a:lnTo>
                <a:cubicBezTo>
                  <a:pt x="13866" y="13000"/>
                  <a:pt x="14000" y="13134"/>
                  <a:pt x="14000" y="13300"/>
                </a:cubicBezTo>
                <a:lnTo>
                  <a:pt x="14000" y="20700"/>
                </a:lnTo>
                <a:cubicBezTo>
                  <a:pt x="14000" y="20866"/>
                  <a:pt x="13866" y="21000"/>
                  <a:pt x="13700" y="21000"/>
                </a:cubicBezTo>
                <a:lnTo>
                  <a:pt x="10300" y="21000"/>
                </a:lnTo>
                <a:cubicBezTo>
                  <a:pt x="10134" y="21000"/>
                  <a:pt x="10000" y="20866"/>
                  <a:pt x="10000" y="20700"/>
                </a:cubicBezTo>
                <a:lnTo>
                  <a:pt x="10000" y="13300"/>
                </a:lnTo>
                <a:cubicBezTo>
                  <a:pt x="10000" y="13134"/>
                  <a:pt x="10134" y="13000"/>
                  <a:pt x="10300" y="13000"/>
                </a:cubicBezTo>
                <a:close/>
                <a:moveTo>
                  <a:pt x="8300" y="11000"/>
                </a:moveTo>
                <a:lnTo>
                  <a:pt x="15700" y="11000"/>
                </a:lnTo>
                <a:cubicBezTo>
                  <a:pt x="15866" y="11000"/>
                  <a:pt x="16000" y="11134"/>
                  <a:pt x="16000" y="11300"/>
                </a:cubicBezTo>
                <a:lnTo>
                  <a:pt x="16000" y="12700"/>
                </a:lnTo>
                <a:cubicBezTo>
                  <a:pt x="16000" y="12866"/>
                  <a:pt x="15866" y="13000"/>
                  <a:pt x="15700" y="13000"/>
                </a:cubicBezTo>
                <a:lnTo>
                  <a:pt x="8300" y="13000"/>
                </a:lnTo>
                <a:cubicBezTo>
                  <a:pt x="8134" y="13000"/>
                  <a:pt x="8000" y="12866"/>
                  <a:pt x="8000" y="12700"/>
                </a:cubicBezTo>
                <a:lnTo>
                  <a:pt x="8000" y="11300"/>
                </a:lnTo>
                <a:cubicBezTo>
                  <a:pt x="8000" y="11134"/>
                  <a:pt x="8134" y="11000"/>
                  <a:pt x="8300" y="11000"/>
                </a:cubicBezTo>
                <a:close/>
                <a:moveTo>
                  <a:pt x="13300" y="5000"/>
                </a:moveTo>
                <a:lnTo>
                  <a:pt x="14700" y="5000"/>
                </a:lnTo>
                <a:cubicBezTo>
                  <a:pt x="14866" y="5000"/>
                  <a:pt x="15000" y="5134"/>
                  <a:pt x="15000" y="5300"/>
                </a:cubicBezTo>
                <a:lnTo>
                  <a:pt x="15000" y="12700"/>
                </a:lnTo>
                <a:cubicBezTo>
                  <a:pt x="15000" y="12866"/>
                  <a:pt x="14866" y="13000"/>
                  <a:pt x="14700" y="13000"/>
                </a:cubicBezTo>
                <a:lnTo>
                  <a:pt x="13300" y="13000"/>
                </a:lnTo>
                <a:cubicBezTo>
                  <a:pt x="13134" y="13000"/>
                  <a:pt x="13000" y="12866"/>
                  <a:pt x="13000" y="12700"/>
                </a:cubicBezTo>
                <a:lnTo>
                  <a:pt x="13000" y="5300"/>
                </a:lnTo>
                <a:cubicBezTo>
                  <a:pt x="13000" y="5134"/>
                  <a:pt x="13134" y="5000"/>
                  <a:pt x="13300" y="5000"/>
                </a:cubicBezTo>
                <a:close/>
                <a:moveTo>
                  <a:pt x="11400" y="3000"/>
                </a:moveTo>
                <a:lnTo>
                  <a:pt x="16600" y="3000"/>
                </a:lnTo>
                <a:cubicBezTo>
                  <a:pt x="16821" y="3000"/>
                  <a:pt x="17000" y="3179"/>
                  <a:pt x="17000" y="3400"/>
                </a:cubicBezTo>
                <a:lnTo>
                  <a:pt x="17000" y="5000"/>
                </a:lnTo>
                <a:cubicBezTo>
                  <a:pt x="17000" y="5221"/>
                  <a:pt x="16821" y="5400"/>
                  <a:pt x="16600" y="5400"/>
                </a:cubicBezTo>
                <a:lnTo>
                  <a:pt x="11400" y="5400"/>
                </a:lnTo>
                <a:cubicBezTo>
                  <a:pt x="11179" y="5400"/>
                  <a:pt x="11000" y="5221"/>
                  <a:pt x="11000" y="5000"/>
                </a:cubicBezTo>
                <a:lnTo>
                  <a:pt x="11000" y="3400"/>
                </a:lnTo>
                <a:cubicBezTo>
                  <a:pt x="11000" y="3179"/>
                  <a:pt x="11179" y="3000"/>
                  <a:pt x="11400" y="3000"/>
                </a:cubicBezTo>
                <a:close/>
                <a:moveTo>
                  <a:pt x="15000" y="9000"/>
                </a:moveTo>
                <a:cubicBezTo>
                  <a:pt x="15000" y="9552"/>
                  <a:pt x="14552" y="10000"/>
                  <a:pt x="14000" y="10000"/>
                </a:cubicBezTo>
                <a:cubicBezTo>
                  <a:pt x="13448" y="10000"/>
                  <a:pt x="13000" y="9552"/>
                  <a:pt x="13000" y="9000"/>
                </a:cubicBezTo>
                <a:cubicBezTo>
                  <a:pt x="13000" y="8448"/>
                  <a:pt x="13448" y="8000"/>
                  <a:pt x="14000" y="8000"/>
                </a:cubicBezTo>
                <a:cubicBezTo>
                  <a:pt x="14552" y="8000"/>
                  <a:pt x="15000" y="8448"/>
                  <a:pt x="15000" y="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自动化机械臂</a:t>
            </a:r>
          </a:p>
        </p:txBody>
      </p:sp>
      <p:sp>
        <p:nvSpPr>
          <p:cNvPr id="79" name="AI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1426"/>
                </a:lnTo>
                <a:cubicBezTo>
                  <a:pt x="17160" y="21555"/>
                  <a:pt x="17055" y="21660"/>
                  <a:pt x="16926" y="21660"/>
                </a:cubicBezTo>
                <a:lnTo>
                  <a:pt x="1794" y="21660"/>
                </a:lnTo>
                <a:cubicBezTo>
                  <a:pt x="1665" y="21660"/>
                  <a:pt x="1560" y="21555"/>
                  <a:pt x="1560" y="2142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803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21426"/>
                </a:lnTo>
                <a:cubicBezTo>
                  <a:pt x="10920" y="21555"/>
                  <a:pt x="10815" y="21660"/>
                  <a:pt x="10686" y="21660"/>
                </a:cubicBezTo>
                <a:lnTo>
                  <a:pt x="8034" y="21660"/>
                </a:lnTo>
                <a:cubicBezTo>
                  <a:pt x="7905" y="21660"/>
                  <a:pt x="7800" y="21555"/>
                  <a:pt x="7800" y="2142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6474" y="13860"/>
                </a:moveTo>
                <a:lnTo>
                  <a:pt x="12246" y="13860"/>
                </a:lnTo>
                <a:cubicBezTo>
                  <a:pt x="12375" y="13860"/>
                  <a:pt x="12480" y="13965"/>
                  <a:pt x="12480" y="1409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6474" y="15420"/>
                </a:lnTo>
                <a:cubicBezTo>
                  <a:pt x="6345" y="15420"/>
                  <a:pt x="6240" y="15315"/>
                  <a:pt x="6240" y="15186"/>
                </a:cubicBezTo>
                <a:lnTo>
                  <a:pt x="6240" y="14094"/>
                </a:lnTo>
                <a:cubicBezTo>
                  <a:pt x="6240" y="13965"/>
                  <a:pt x="6345" y="13860"/>
                  <a:pt x="6474" y="13860"/>
                </a:cubicBezTo>
                <a:close/>
                <a:moveTo>
                  <a:pt x="10374" y="9180"/>
                </a:moveTo>
                <a:lnTo>
                  <a:pt x="11466" y="9180"/>
                </a:lnTo>
                <a:cubicBezTo>
                  <a:pt x="11595" y="9180"/>
                  <a:pt x="11700" y="9285"/>
                  <a:pt x="11700" y="9414"/>
                </a:cubicBezTo>
                <a:lnTo>
                  <a:pt x="11700" y="15186"/>
                </a:lnTo>
                <a:cubicBezTo>
                  <a:pt x="11700" y="15315"/>
                  <a:pt x="11595" y="15420"/>
                  <a:pt x="11466" y="15420"/>
                </a:cubicBezTo>
                <a:lnTo>
                  <a:pt x="10374" y="15420"/>
                </a:lnTo>
                <a:cubicBezTo>
                  <a:pt x="10245" y="15420"/>
                  <a:pt x="10140" y="15315"/>
                  <a:pt x="10140" y="15186"/>
                </a:cubicBezTo>
                <a:lnTo>
                  <a:pt x="10140" y="9414"/>
                </a:lnTo>
                <a:cubicBezTo>
                  <a:pt x="10140" y="9285"/>
                  <a:pt x="10245" y="9180"/>
                  <a:pt x="10374" y="9180"/>
                </a:cubicBezTo>
                <a:close/>
                <a:moveTo>
                  <a:pt x="8892" y="7620"/>
                </a:moveTo>
                <a:lnTo>
                  <a:pt x="12948" y="7620"/>
                </a:lnTo>
                <a:cubicBezTo>
                  <a:pt x="13120" y="7620"/>
                  <a:pt x="13260" y="7760"/>
                  <a:pt x="13260" y="7932"/>
                </a:cubicBezTo>
                <a:lnTo>
                  <a:pt x="13260" y="9180"/>
                </a:lnTo>
                <a:cubicBezTo>
                  <a:pt x="13260" y="9352"/>
                  <a:pt x="13120" y="9492"/>
                  <a:pt x="12948" y="9492"/>
                </a:cubicBezTo>
                <a:lnTo>
                  <a:pt x="8892" y="9492"/>
                </a:lnTo>
                <a:cubicBezTo>
                  <a:pt x="8720" y="9492"/>
                  <a:pt x="8580" y="9352"/>
                  <a:pt x="8580" y="9180"/>
                </a:cubicBezTo>
                <a:lnTo>
                  <a:pt x="8580" y="7932"/>
                </a:lnTo>
                <a:cubicBezTo>
                  <a:pt x="8580" y="7760"/>
                  <a:pt x="8720" y="7620"/>
                  <a:pt x="8892" y="7620"/>
                </a:cubicBezTo>
                <a:close/>
                <a:moveTo>
                  <a:pt x="11700" y="12300"/>
                </a:moveTo>
                <a:cubicBezTo>
                  <a:pt x="11700" y="12731"/>
                  <a:pt x="11351" y="13080"/>
                  <a:pt x="10920" y="13080"/>
                </a:cubicBezTo>
                <a:cubicBezTo>
                  <a:pt x="10489" y="13080"/>
                  <a:pt x="10140" y="12731"/>
                  <a:pt x="10140" y="12300"/>
                </a:cubicBezTo>
                <a:cubicBezTo>
                  <a:pt x="10140" y="11869"/>
                  <a:pt x="10489" y="11520"/>
                  <a:pt x="10920" y="11520"/>
                </a:cubicBezTo>
                <a:cubicBezTo>
                  <a:pt x="11351" y="11520"/>
                  <a:pt x="11700" y="11869"/>
                  <a:pt x="11700" y="12300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自动化机械臂·智能</a:t>
            </a:r>
          </a:p>
        </p:txBody>
      </p:sp>
      <p:sp>
        <p:nvSpPr>
          <p:cNvPr id="82" name="AI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1426"/>
                </a:lnTo>
                <a:cubicBezTo>
                  <a:pt x="17160" y="21555"/>
                  <a:pt x="17055" y="21660"/>
                  <a:pt x="16926" y="21660"/>
                </a:cubicBezTo>
                <a:lnTo>
                  <a:pt x="1794" y="21660"/>
                </a:lnTo>
                <a:cubicBezTo>
                  <a:pt x="1665" y="21660"/>
                  <a:pt x="1560" y="21555"/>
                  <a:pt x="1560" y="2142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803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21426"/>
                </a:lnTo>
                <a:cubicBezTo>
                  <a:pt x="10920" y="21555"/>
                  <a:pt x="10815" y="21660"/>
                  <a:pt x="10686" y="21660"/>
                </a:cubicBezTo>
                <a:lnTo>
                  <a:pt x="8034" y="21660"/>
                </a:lnTo>
                <a:cubicBezTo>
                  <a:pt x="7905" y="21660"/>
                  <a:pt x="7800" y="21555"/>
                  <a:pt x="7800" y="2142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6474" y="13860"/>
                </a:moveTo>
                <a:lnTo>
                  <a:pt x="12246" y="13860"/>
                </a:lnTo>
                <a:cubicBezTo>
                  <a:pt x="12375" y="13860"/>
                  <a:pt x="12480" y="13965"/>
                  <a:pt x="12480" y="1409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6474" y="15420"/>
                </a:lnTo>
                <a:cubicBezTo>
                  <a:pt x="6345" y="15420"/>
                  <a:pt x="6240" y="15315"/>
                  <a:pt x="6240" y="15186"/>
                </a:cubicBezTo>
                <a:lnTo>
                  <a:pt x="6240" y="14094"/>
                </a:lnTo>
                <a:cubicBezTo>
                  <a:pt x="6240" y="13965"/>
                  <a:pt x="6345" y="13860"/>
                  <a:pt x="6474" y="13860"/>
                </a:cubicBezTo>
                <a:close/>
                <a:moveTo>
                  <a:pt x="10374" y="9180"/>
                </a:moveTo>
                <a:lnTo>
                  <a:pt x="11466" y="9180"/>
                </a:lnTo>
                <a:cubicBezTo>
                  <a:pt x="11595" y="9180"/>
                  <a:pt x="11700" y="9285"/>
                  <a:pt x="11700" y="9414"/>
                </a:cubicBezTo>
                <a:lnTo>
                  <a:pt x="11700" y="15186"/>
                </a:lnTo>
                <a:cubicBezTo>
                  <a:pt x="11700" y="15315"/>
                  <a:pt x="11595" y="15420"/>
                  <a:pt x="11466" y="15420"/>
                </a:cubicBezTo>
                <a:lnTo>
                  <a:pt x="10374" y="15420"/>
                </a:lnTo>
                <a:cubicBezTo>
                  <a:pt x="10245" y="15420"/>
                  <a:pt x="10140" y="15315"/>
                  <a:pt x="10140" y="15186"/>
                </a:cubicBezTo>
                <a:lnTo>
                  <a:pt x="10140" y="9414"/>
                </a:lnTo>
                <a:cubicBezTo>
                  <a:pt x="10140" y="9285"/>
                  <a:pt x="10245" y="9180"/>
                  <a:pt x="10374" y="9180"/>
                </a:cubicBezTo>
                <a:close/>
                <a:moveTo>
                  <a:pt x="8892" y="7620"/>
                </a:moveTo>
                <a:lnTo>
                  <a:pt x="12948" y="7620"/>
                </a:lnTo>
                <a:cubicBezTo>
                  <a:pt x="13120" y="7620"/>
                  <a:pt x="13260" y="7760"/>
                  <a:pt x="13260" y="7932"/>
                </a:cubicBezTo>
                <a:lnTo>
                  <a:pt x="13260" y="9180"/>
                </a:lnTo>
                <a:cubicBezTo>
                  <a:pt x="13260" y="9352"/>
                  <a:pt x="13120" y="9492"/>
                  <a:pt x="12948" y="9492"/>
                </a:cubicBezTo>
                <a:lnTo>
                  <a:pt x="8892" y="9492"/>
                </a:lnTo>
                <a:cubicBezTo>
                  <a:pt x="8720" y="9492"/>
                  <a:pt x="8580" y="9352"/>
                  <a:pt x="8580" y="9180"/>
                </a:cubicBezTo>
                <a:lnTo>
                  <a:pt x="8580" y="7932"/>
                </a:lnTo>
                <a:cubicBezTo>
                  <a:pt x="8580" y="7760"/>
                  <a:pt x="8720" y="7620"/>
                  <a:pt x="8892" y="7620"/>
                </a:cubicBezTo>
                <a:close/>
                <a:moveTo>
                  <a:pt x="11700" y="12300"/>
                </a:moveTo>
                <a:cubicBezTo>
                  <a:pt x="11700" y="12731"/>
                  <a:pt x="11351" y="13080"/>
                  <a:pt x="10920" y="13080"/>
                </a:cubicBezTo>
                <a:cubicBezTo>
                  <a:pt x="10489" y="13080"/>
                  <a:pt x="10140" y="12731"/>
                  <a:pt x="10140" y="12300"/>
                </a:cubicBezTo>
                <a:cubicBezTo>
                  <a:pt x="10140" y="11869"/>
                  <a:pt x="10489" y="11520"/>
                  <a:pt x="10920" y="11520"/>
                </a:cubicBezTo>
                <a:cubicBezTo>
                  <a:pt x="11351" y="11520"/>
                  <a:pt x="11700" y="11869"/>
                  <a:pt x="11700" y="12300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自动化机械臂·可配置</a:t>
            </a:r>
          </a:p>
        </p:txBody>
      </p:sp>
      <p:sp>
        <p:nvSpPr>
          <p:cNvPr id="85" name="AI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1426"/>
                </a:lnTo>
                <a:cubicBezTo>
                  <a:pt x="17160" y="21555"/>
                  <a:pt x="17055" y="21660"/>
                  <a:pt x="16926" y="21660"/>
                </a:cubicBezTo>
                <a:lnTo>
                  <a:pt x="1794" y="21660"/>
                </a:lnTo>
                <a:cubicBezTo>
                  <a:pt x="1665" y="21660"/>
                  <a:pt x="1560" y="21555"/>
                  <a:pt x="1560" y="2142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803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21426"/>
                </a:lnTo>
                <a:cubicBezTo>
                  <a:pt x="10920" y="21555"/>
                  <a:pt x="10815" y="21660"/>
                  <a:pt x="10686" y="21660"/>
                </a:cubicBezTo>
                <a:lnTo>
                  <a:pt x="8034" y="21660"/>
                </a:lnTo>
                <a:cubicBezTo>
                  <a:pt x="7905" y="21660"/>
                  <a:pt x="7800" y="21555"/>
                  <a:pt x="7800" y="2142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6474" y="13860"/>
                </a:moveTo>
                <a:lnTo>
                  <a:pt x="12246" y="13860"/>
                </a:lnTo>
                <a:cubicBezTo>
                  <a:pt x="12375" y="13860"/>
                  <a:pt x="12480" y="13965"/>
                  <a:pt x="12480" y="1409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6474" y="15420"/>
                </a:lnTo>
                <a:cubicBezTo>
                  <a:pt x="6345" y="15420"/>
                  <a:pt x="6240" y="15315"/>
                  <a:pt x="6240" y="15186"/>
                </a:cubicBezTo>
                <a:lnTo>
                  <a:pt x="6240" y="14094"/>
                </a:lnTo>
                <a:cubicBezTo>
                  <a:pt x="6240" y="13965"/>
                  <a:pt x="6345" y="13860"/>
                  <a:pt x="6474" y="13860"/>
                </a:cubicBezTo>
                <a:close/>
                <a:moveTo>
                  <a:pt x="10374" y="9180"/>
                </a:moveTo>
                <a:lnTo>
                  <a:pt x="11466" y="9180"/>
                </a:lnTo>
                <a:cubicBezTo>
                  <a:pt x="11595" y="9180"/>
                  <a:pt x="11700" y="9285"/>
                  <a:pt x="11700" y="9414"/>
                </a:cubicBezTo>
                <a:lnTo>
                  <a:pt x="11700" y="15186"/>
                </a:lnTo>
                <a:cubicBezTo>
                  <a:pt x="11700" y="15315"/>
                  <a:pt x="11595" y="15420"/>
                  <a:pt x="11466" y="15420"/>
                </a:cubicBezTo>
                <a:lnTo>
                  <a:pt x="10374" y="15420"/>
                </a:lnTo>
                <a:cubicBezTo>
                  <a:pt x="10245" y="15420"/>
                  <a:pt x="10140" y="15315"/>
                  <a:pt x="10140" y="15186"/>
                </a:cubicBezTo>
                <a:lnTo>
                  <a:pt x="10140" y="9414"/>
                </a:lnTo>
                <a:cubicBezTo>
                  <a:pt x="10140" y="9285"/>
                  <a:pt x="10245" y="9180"/>
                  <a:pt x="10374" y="9180"/>
                </a:cubicBezTo>
                <a:close/>
                <a:moveTo>
                  <a:pt x="8892" y="7620"/>
                </a:moveTo>
                <a:lnTo>
                  <a:pt x="12948" y="7620"/>
                </a:lnTo>
                <a:cubicBezTo>
                  <a:pt x="13120" y="7620"/>
                  <a:pt x="13260" y="7760"/>
                  <a:pt x="13260" y="7932"/>
                </a:cubicBezTo>
                <a:lnTo>
                  <a:pt x="13260" y="9180"/>
                </a:lnTo>
                <a:cubicBezTo>
                  <a:pt x="13260" y="9352"/>
                  <a:pt x="13120" y="9492"/>
                  <a:pt x="12948" y="9492"/>
                </a:cubicBezTo>
                <a:lnTo>
                  <a:pt x="8892" y="9492"/>
                </a:lnTo>
                <a:cubicBezTo>
                  <a:pt x="8720" y="9492"/>
                  <a:pt x="8580" y="9352"/>
                  <a:pt x="8580" y="9180"/>
                </a:cubicBezTo>
                <a:lnTo>
                  <a:pt x="8580" y="7932"/>
                </a:lnTo>
                <a:cubicBezTo>
                  <a:pt x="8580" y="7760"/>
                  <a:pt x="8720" y="7620"/>
                  <a:pt x="8892" y="7620"/>
                </a:cubicBezTo>
                <a:close/>
                <a:moveTo>
                  <a:pt x="11700" y="12300"/>
                </a:moveTo>
                <a:cubicBezTo>
                  <a:pt x="11700" y="12731"/>
                  <a:pt x="11351" y="13080"/>
                  <a:pt x="10920" y="13080"/>
                </a:cubicBezTo>
                <a:cubicBezTo>
                  <a:pt x="10489" y="13080"/>
                  <a:pt x="10140" y="12731"/>
                  <a:pt x="10140" y="12300"/>
                </a:cubicBezTo>
                <a:cubicBezTo>
                  <a:pt x="10140" y="11869"/>
                  <a:pt x="10489" y="11520"/>
                  <a:pt x="10920" y="11520"/>
                </a:cubicBezTo>
                <a:cubicBezTo>
                  <a:pt x="11351" y="11520"/>
                  <a:pt x="11700" y="11869"/>
                  <a:pt x="11700" y="1230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自动化机械臂·同步</a:t>
            </a:r>
          </a:p>
        </p:txBody>
      </p:sp>
      <p:sp>
        <p:nvSpPr>
          <p:cNvPr id="88" name="AI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1426"/>
                </a:lnTo>
                <a:cubicBezTo>
                  <a:pt x="17160" y="21555"/>
                  <a:pt x="17055" y="21660"/>
                  <a:pt x="16926" y="21660"/>
                </a:cubicBezTo>
                <a:lnTo>
                  <a:pt x="1794" y="21660"/>
                </a:lnTo>
                <a:cubicBezTo>
                  <a:pt x="1665" y="21660"/>
                  <a:pt x="1560" y="21555"/>
                  <a:pt x="1560" y="2142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803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21426"/>
                </a:lnTo>
                <a:cubicBezTo>
                  <a:pt x="10920" y="21555"/>
                  <a:pt x="10815" y="21660"/>
                  <a:pt x="10686" y="21660"/>
                </a:cubicBezTo>
                <a:lnTo>
                  <a:pt x="8034" y="21660"/>
                </a:lnTo>
                <a:cubicBezTo>
                  <a:pt x="7905" y="21660"/>
                  <a:pt x="7800" y="21555"/>
                  <a:pt x="7800" y="2142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6474" y="13860"/>
                </a:moveTo>
                <a:lnTo>
                  <a:pt x="12246" y="13860"/>
                </a:lnTo>
                <a:cubicBezTo>
                  <a:pt x="12375" y="13860"/>
                  <a:pt x="12480" y="13965"/>
                  <a:pt x="12480" y="1409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6474" y="15420"/>
                </a:lnTo>
                <a:cubicBezTo>
                  <a:pt x="6345" y="15420"/>
                  <a:pt x="6240" y="15315"/>
                  <a:pt x="6240" y="15186"/>
                </a:cubicBezTo>
                <a:lnTo>
                  <a:pt x="6240" y="14094"/>
                </a:lnTo>
                <a:cubicBezTo>
                  <a:pt x="6240" y="13965"/>
                  <a:pt x="6345" y="13860"/>
                  <a:pt x="6474" y="13860"/>
                </a:cubicBezTo>
                <a:close/>
                <a:moveTo>
                  <a:pt x="10374" y="9180"/>
                </a:moveTo>
                <a:lnTo>
                  <a:pt x="11466" y="9180"/>
                </a:lnTo>
                <a:cubicBezTo>
                  <a:pt x="11595" y="9180"/>
                  <a:pt x="11700" y="9285"/>
                  <a:pt x="11700" y="9414"/>
                </a:cubicBezTo>
                <a:lnTo>
                  <a:pt x="11700" y="15186"/>
                </a:lnTo>
                <a:cubicBezTo>
                  <a:pt x="11700" y="15315"/>
                  <a:pt x="11595" y="15420"/>
                  <a:pt x="11466" y="15420"/>
                </a:cubicBezTo>
                <a:lnTo>
                  <a:pt x="10374" y="15420"/>
                </a:lnTo>
                <a:cubicBezTo>
                  <a:pt x="10245" y="15420"/>
                  <a:pt x="10140" y="15315"/>
                  <a:pt x="10140" y="15186"/>
                </a:cubicBezTo>
                <a:lnTo>
                  <a:pt x="10140" y="9414"/>
                </a:lnTo>
                <a:cubicBezTo>
                  <a:pt x="10140" y="9285"/>
                  <a:pt x="10245" y="9180"/>
                  <a:pt x="10374" y="9180"/>
                </a:cubicBezTo>
                <a:close/>
                <a:moveTo>
                  <a:pt x="8892" y="7620"/>
                </a:moveTo>
                <a:lnTo>
                  <a:pt x="12948" y="7620"/>
                </a:lnTo>
                <a:cubicBezTo>
                  <a:pt x="13120" y="7620"/>
                  <a:pt x="13260" y="7760"/>
                  <a:pt x="13260" y="7932"/>
                </a:cubicBezTo>
                <a:lnTo>
                  <a:pt x="13260" y="9180"/>
                </a:lnTo>
                <a:cubicBezTo>
                  <a:pt x="13260" y="9352"/>
                  <a:pt x="13120" y="9492"/>
                  <a:pt x="12948" y="9492"/>
                </a:cubicBezTo>
                <a:lnTo>
                  <a:pt x="8892" y="9492"/>
                </a:lnTo>
                <a:cubicBezTo>
                  <a:pt x="8720" y="9492"/>
                  <a:pt x="8580" y="9352"/>
                  <a:pt x="8580" y="9180"/>
                </a:cubicBezTo>
                <a:lnTo>
                  <a:pt x="8580" y="7932"/>
                </a:lnTo>
                <a:cubicBezTo>
                  <a:pt x="8580" y="7760"/>
                  <a:pt x="8720" y="7620"/>
                  <a:pt x="8892" y="7620"/>
                </a:cubicBezTo>
                <a:close/>
                <a:moveTo>
                  <a:pt x="11700" y="12300"/>
                </a:moveTo>
                <a:cubicBezTo>
                  <a:pt x="11700" y="12731"/>
                  <a:pt x="11351" y="13080"/>
                  <a:pt x="10920" y="13080"/>
                </a:cubicBezTo>
                <a:cubicBezTo>
                  <a:pt x="10489" y="13080"/>
                  <a:pt x="10140" y="12731"/>
                  <a:pt x="10140" y="12300"/>
                </a:cubicBezTo>
                <a:cubicBezTo>
                  <a:pt x="10140" y="11869"/>
                  <a:pt x="10489" y="11520"/>
                  <a:pt x="10920" y="11520"/>
                </a:cubicBezTo>
                <a:cubicBezTo>
                  <a:pt x="11351" y="11520"/>
                  <a:pt x="11700" y="11869"/>
                  <a:pt x="11700" y="123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自动化机械臂·已验证</a:t>
            </a:r>
          </a:p>
        </p:txBody>
      </p:sp>
      <p:sp>
        <p:nvSpPr>
          <p:cNvPr id="91" name="AI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1426"/>
                </a:lnTo>
                <a:cubicBezTo>
                  <a:pt x="17160" y="21555"/>
                  <a:pt x="17055" y="21660"/>
                  <a:pt x="16926" y="21660"/>
                </a:cubicBezTo>
                <a:lnTo>
                  <a:pt x="1794" y="21660"/>
                </a:lnTo>
                <a:cubicBezTo>
                  <a:pt x="1665" y="21660"/>
                  <a:pt x="1560" y="21555"/>
                  <a:pt x="1560" y="2142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803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21426"/>
                </a:lnTo>
                <a:cubicBezTo>
                  <a:pt x="10920" y="21555"/>
                  <a:pt x="10815" y="21660"/>
                  <a:pt x="10686" y="21660"/>
                </a:cubicBezTo>
                <a:lnTo>
                  <a:pt x="8034" y="21660"/>
                </a:lnTo>
                <a:cubicBezTo>
                  <a:pt x="7905" y="21660"/>
                  <a:pt x="7800" y="21555"/>
                  <a:pt x="7800" y="2142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6474" y="13860"/>
                </a:moveTo>
                <a:lnTo>
                  <a:pt x="12246" y="13860"/>
                </a:lnTo>
                <a:cubicBezTo>
                  <a:pt x="12375" y="13860"/>
                  <a:pt x="12480" y="13965"/>
                  <a:pt x="12480" y="1409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6474" y="15420"/>
                </a:lnTo>
                <a:cubicBezTo>
                  <a:pt x="6345" y="15420"/>
                  <a:pt x="6240" y="15315"/>
                  <a:pt x="6240" y="15186"/>
                </a:cubicBezTo>
                <a:lnTo>
                  <a:pt x="6240" y="14094"/>
                </a:lnTo>
                <a:cubicBezTo>
                  <a:pt x="6240" y="13965"/>
                  <a:pt x="6345" y="13860"/>
                  <a:pt x="6474" y="13860"/>
                </a:cubicBezTo>
                <a:close/>
                <a:moveTo>
                  <a:pt x="10374" y="9180"/>
                </a:moveTo>
                <a:lnTo>
                  <a:pt x="11466" y="9180"/>
                </a:lnTo>
                <a:cubicBezTo>
                  <a:pt x="11595" y="9180"/>
                  <a:pt x="11700" y="9285"/>
                  <a:pt x="11700" y="9414"/>
                </a:cubicBezTo>
                <a:lnTo>
                  <a:pt x="11700" y="15186"/>
                </a:lnTo>
                <a:cubicBezTo>
                  <a:pt x="11700" y="15315"/>
                  <a:pt x="11595" y="15420"/>
                  <a:pt x="11466" y="15420"/>
                </a:cubicBezTo>
                <a:lnTo>
                  <a:pt x="10374" y="15420"/>
                </a:lnTo>
                <a:cubicBezTo>
                  <a:pt x="10245" y="15420"/>
                  <a:pt x="10140" y="15315"/>
                  <a:pt x="10140" y="15186"/>
                </a:cubicBezTo>
                <a:lnTo>
                  <a:pt x="10140" y="9414"/>
                </a:lnTo>
                <a:cubicBezTo>
                  <a:pt x="10140" y="9285"/>
                  <a:pt x="10245" y="9180"/>
                  <a:pt x="10374" y="9180"/>
                </a:cubicBezTo>
                <a:close/>
                <a:moveTo>
                  <a:pt x="8892" y="7620"/>
                </a:moveTo>
                <a:lnTo>
                  <a:pt x="12948" y="7620"/>
                </a:lnTo>
                <a:cubicBezTo>
                  <a:pt x="13120" y="7620"/>
                  <a:pt x="13260" y="7760"/>
                  <a:pt x="13260" y="7932"/>
                </a:cubicBezTo>
                <a:lnTo>
                  <a:pt x="13260" y="9180"/>
                </a:lnTo>
                <a:cubicBezTo>
                  <a:pt x="13260" y="9352"/>
                  <a:pt x="13120" y="9492"/>
                  <a:pt x="12948" y="9492"/>
                </a:cubicBezTo>
                <a:lnTo>
                  <a:pt x="8892" y="9492"/>
                </a:lnTo>
                <a:cubicBezTo>
                  <a:pt x="8720" y="9492"/>
                  <a:pt x="8580" y="9352"/>
                  <a:pt x="8580" y="9180"/>
                </a:cubicBezTo>
                <a:lnTo>
                  <a:pt x="8580" y="7932"/>
                </a:lnTo>
                <a:cubicBezTo>
                  <a:pt x="8580" y="7760"/>
                  <a:pt x="8720" y="7620"/>
                  <a:pt x="8892" y="7620"/>
                </a:cubicBezTo>
                <a:close/>
                <a:moveTo>
                  <a:pt x="11700" y="12300"/>
                </a:moveTo>
                <a:cubicBezTo>
                  <a:pt x="11700" y="12731"/>
                  <a:pt x="11351" y="13080"/>
                  <a:pt x="10920" y="13080"/>
                </a:cubicBezTo>
                <a:cubicBezTo>
                  <a:pt x="10489" y="13080"/>
                  <a:pt x="10140" y="12731"/>
                  <a:pt x="10140" y="12300"/>
                </a:cubicBezTo>
                <a:cubicBezTo>
                  <a:pt x="10140" y="11869"/>
                  <a:pt x="10489" y="11520"/>
                  <a:pt x="10920" y="11520"/>
                </a:cubicBezTo>
                <a:cubicBezTo>
                  <a:pt x="11351" y="11520"/>
                  <a:pt x="11700" y="11869"/>
                  <a:pt x="11700" y="123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自动化机械臂·洞察</a:t>
            </a:r>
          </a:p>
        </p:txBody>
      </p:sp>
      <p:sp>
        <p:nvSpPr>
          <p:cNvPr id="94" name="AI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00" y="4000"/>
                </a:moveTo>
                <a:lnTo>
                  <a:pt x="19400" y="4000"/>
                </a:lnTo>
                <a:cubicBezTo>
                  <a:pt x="20284" y="4000"/>
                  <a:pt x="21000" y="4716"/>
                  <a:pt x="21000" y="5600"/>
                </a:cubicBezTo>
                <a:lnTo>
                  <a:pt x="21000" y="14400"/>
                </a:lnTo>
                <a:cubicBezTo>
                  <a:pt x="21000" y="15284"/>
                  <a:pt x="20284" y="16000"/>
                  <a:pt x="19400" y="16000"/>
                </a:cubicBezTo>
                <a:lnTo>
                  <a:pt x="4600" y="16000"/>
                </a:lnTo>
                <a:cubicBezTo>
                  <a:pt x="3716" y="16000"/>
                  <a:pt x="3000" y="15284"/>
                  <a:pt x="3000" y="14400"/>
                </a:cubicBezTo>
                <a:lnTo>
                  <a:pt x="3000" y="5600"/>
                </a:lnTo>
                <a:cubicBezTo>
                  <a:pt x="3000" y="4716"/>
                  <a:pt x="3716" y="4000"/>
                  <a:pt x="4600" y="4000"/>
                </a:cubicBezTo>
                <a:close/>
                <a:moveTo>
                  <a:pt x="10200" y="10000"/>
                </a:moveTo>
                <a:cubicBezTo>
                  <a:pt x="10200" y="10663"/>
                  <a:pt x="9663" y="11200"/>
                  <a:pt x="9000" y="11200"/>
                </a:cubicBezTo>
                <a:cubicBezTo>
                  <a:pt x="8337" y="11200"/>
                  <a:pt x="7800" y="10663"/>
                  <a:pt x="7800" y="10000"/>
                </a:cubicBezTo>
                <a:cubicBezTo>
                  <a:pt x="7800" y="9337"/>
                  <a:pt x="8337" y="8800"/>
                  <a:pt x="9000" y="8800"/>
                </a:cubicBezTo>
                <a:cubicBezTo>
                  <a:pt x="9663" y="8800"/>
                  <a:pt x="10200" y="9337"/>
                  <a:pt x="10200" y="10000"/>
                </a:cubicBezTo>
                <a:close/>
                <a:moveTo>
                  <a:pt x="16200" y="10000"/>
                </a:moveTo>
                <a:cubicBezTo>
                  <a:pt x="16200" y="10663"/>
                  <a:pt x="15663" y="11200"/>
                  <a:pt x="15000" y="11200"/>
                </a:cubicBezTo>
                <a:cubicBezTo>
                  <a:pt x="14337" y="11200"/>
                  <a:pt x="13800" y="10663"/>
                  <a:pt x="13800" y="10000"/>
                </a:cubicBezTo>
                <a:cubicBezTo>
                  <a:pt x="13800" y="9337"/>
                  <a:pt x="14337" y="8800"/>
                  <a:pt x="15000" y="8800"/>
                </a:cubicBezTo>
                <a:cubicBezTo>
                  <a:pt x="15663" y="8800"/>
                  <a:pt x="16200" y="9337"/>
                  <a:pt x="16200" y="10000"/>
                </a:cubicBezTo>
                <a:close/>
                <a:moveTo>
                  <a:pt x="9400" y="12500"/>
                </a:moveTo>
                <a:lnTo>
                  <a:pt x="14600" y="12500"/>
                </a:lnTo>
                <a:cubicBezTo>
                  <a:pt x="14821" y="12500"/>
                  <a:pt x="15000" y="12679"/>
                  <a:pt x="15000" y="12900"/>
                </a:cubicBezTo>
                <a:lnTo>
                  <a:pt x="15000" y="13300"/>
                </a:lnTo>
                <a:cubicBezTo>
                  <a:pt x="15000" y="13521"/>
                  <a:pt x="14821" y="13700"/>
                  <a:pt x="14600" y="13700"/>
                </a:cubicBezTo>
                <a:lnTo>
                  <a:pt x="9400" y="13700"/>
                </a:lnTo>
                <a:cubicBezTo>
                  <a:pt x="9179" y="13700"/>
                  <a:pt x="9000" y="13521"/>
                  <a:pt x="9000" y="13300"/>
                </a:cubicBezTo>
                <a:lnTo>
                  <a:pt x="9000" y="12900"/>
                </a:lnTo>
                <a:cubicBezTo>
                  <a:pt x="9000" y="12679"/>
                  <a:pt x="9179" y="12500"/>
                  <a:pt x="9400" y="12500"/>
                </a:cubicBezTo>
                <a:close/>
                <a:moveTo>
                  <a:pt x="11200" y="16000"/>
                </a:moveTo>
                <a:lnTo>
                  <a:pt x="12800" y="16000"/>
                </a:lnTo>
                <a:lnTo>
                  <a:pt x="12800" y="19000"/>
                </a:lnTo>
                <a:lnTo>
                  <a:pt x="11200" y="19000"/>
                </a:lnTo>
                <a:close/>
                <a:moveTo>
                  <a:pt x="10000" y="19000"/>
                </a:moveTo>
                <a:lnTo>
                  <a:pt x="14000" y="19000"/>
                </a:lnTo>
                <a:lnTo>
                  <a:pt x="12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对话机器人</a:t>
            </a:r>
          </a:p>
        </p:txBody>
      </p:sp>
      <p:sp>
        <p:nvSpPr>
          <p:cNvPr id="97" name="AI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821" y="8400"/>
                  <a:pt x="16380" y="8959"/>
                  <a:pt x="16380" y="9648"/>
                </a:cubicBezTo>
                <a:lnTo>
                  <a:pt x="16380" y="16512"/>
                </a:lnTo>
                <a:cubicBezTo>
                  <a:pt x="16380" y="17201"/>
                  <a:pt x="15821" y="17760"/>
                  <a:pt x="15132" y="17760"/>
                </a:cubicBezTo>
                <a:lnTo>
                  <a:pt x="3588" y="17760"/>
                </a:lnTo>
                <a:cubicBezTo>
                  <a:pt x="2899" y="17760"/>
                  <a:pt x="2340" y="17201"/>
                  <a:pt x="2340" y="16512"/>
                </a:cubicBezTo>
                <a:lnTo>
                  <a:pt x="2340" y="9648"/>
                </a:lnTo>
                <a:cubicBezTo>
                  <a:pt x="2340" y="8959"/>
                  <a:pt x="2899" y="8400"/>
                  <a:pt x="3588" y="8400"/>
                </a:cubicBezTo>
                <a:close/>
                <a:moveTo>
                  <a:pt x="7956" y="13080"/>
                </a:moveTo>
                <a:cubicBezTo>
                  <a:pt x="7956" y="13597"/>
                  <a:pt x="7537" y="14016"/>
                  <a:pt x="7020" y="14016"/>
                </a:cubicBezTo>
                <a:cubicBezTo>
                  <a:pt x="6503" y="14016"/>
                  <a:pt x="6084" y="13597"/>
                  <a:pt x="6084" y="13080"/>
                </a:cubicBezTo>
                <a:cubicBezTo>
                  <a:pt x="6084" y="12563"/>
                  <a:pt x="6503" y="12144"/>
                  <a:pt x="7020" y="12144"/>
                </a:cubicBezTo>
                <a:cubicBezTo>
                  <a:pt x="7537" y="12144"/>
                  <a:pt x="7956" y="12563"/>
                  <a:pt x="7956" y="13080"/>
                </a:cubicBezTo>
                <a:close/>
                <a:moveTo>
                  <a:pt x="12636" y="13080"/>
                </a:moveTo>
                <a:cubicBezTo>
                  <a:pt x="12636" y="13597"/>
                  <a:pt x="12217" y="14016"/>
                  <a:pt x="11700" y="14016"/>
                </a:cubicBezTo>
                <a:cubicBezTo>
                  <a:pt x="11183" y="14016"/>
                  <a:pt x="10764" y="13597"/>
                  <a:pt x="10764" y="13080"/>
                </a:cubicBezTo>
                <a:cubicBezTo>
                  <a:pt x="10764" y="12563"/>
                  <a:pt x="11183" y="12144"/>
                  <a:pt x="11700" y="12144"/>
                </a:cubicBezTo>
                <a:cubicBezTo>
                  <a:pt x="12217" y="12144"/>
                  <a:pt x="12636" y="12563"/>
                  <a:pt x="12636" y="13080"/>
                </a:cubicBezTo>
                <a:close/>
                <a:moveTo>
                  <a:pt x="7332" y="15030"/>
                </a:moveTo>
                <a:lnTo>
                  <a:pt x="11388" y="15030"/>
                </a:lnTo>
                <a:cubicBezTo>
                  <a:pt x="11560" y="15030"/>
                  <a:pt x="11700" y="15170"/>
                  <a:pt x="11700" y="15342"/>
                </a:cubicBezTo>
                <a:lnTo>
                  <a:pt x="11700" y="15654"/>
                </a:lnTo>
                <a:cubicBezTo>
                  <a:pt x="11700" y="15826"/>
                  <a:pt x="11560" y="15966"/>
                  <a:pt x="11388" y="15966"/>
                </a:cubicBezTo>
                <a:lnTo>
                  <a:pt x="7332" y="15966"/>
                </a:lnTo>
                <a:cubicBezTo>
                  <a:pt x="7160" y="15966"/>
                  <a:pt x="7020" y="15826"/>
                  <a:pt x="7020" y="15654"/>
                </a:cubicBezTo>
                <a:lnTo>
                  <a:pt x="7020" y="15342"/>
                </a:lnTo>
                <a:cubicBezTo>
                  <a:pt x="7020" y="15170"/>
                  <a:pt x="7160" y="15030"/>
                  <a:pt x="7332" y="15030"/>
                </a:cubicBezTo>
                <a:close/>
                <a:moveTo>
                  <a:pt x="8736" y="17760"/>
                </a:moveTo>
                <a:lnTo>
                  <a:pt x="9984" y="17760"/>
                </a:lnTo>
                <a:lnTo>
                  <a:pt x="9984" y="20100"/>
                </a:lnTo>
                <a:lnTo>
                  <a:pt x="8736" y="20100"/>
                </a:lnTo>
                <a:close/>
                <a:moveTo>
                  <a:pt x="7800" y="20100"/>
                </a:moveTo>
                <a:lnTo>
                  <a:pt x="10920" y="20100"/>
                </a:lnTo>
                <a:lnTo>
                  <a:pt x="9360" y="21660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对话机器人·智能</a:t>
            </a:r>
          </a:p>
        </p:txBody>
      </p:sp>
      <p:sp>
        <p:nvSpPr>
          <p:cNvPr id="100" name="AI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821" y="8400"/>
                  <a:pt x="16380" y="8959"/>
                  <a:pt x="16380" y="9648"/>
                </a:cubicBezTo>
                <a:lnTo>
                  <a:pt x="16380" y="16512"/>
                </a:lnTo>
                <a:cubicBezTo>
                  <a:pt x="16380" y="17201"/>
                  <a:pt x="15821" y="17760"/>
                  <a:pt x="15132" y="17760"/>
                </a:cubicBezTo>
                <a:lnTo>
                  <a:pt x="3588" y="17760"/>
                </a:lnTo>
                <a:cubicBezTo>
                  <a:pt x="2899" y="17760"/>
                  <a:pt x="2340" y="17201"/>
                  <a:pt x="2340" y="16512"/>
                </a:cubicBezTo>
                <a:lnTo>
                  <a:pt x="2340" y="9648"/>
                </a:lnTo>
                <a:cubicBezTo>
                  <a:pt x="2340" y="8959"/>
                  <a:pt x="2899" y="8400"/>
                  <a:pt x="3588" y="8400"/>
                </a:cubicBezTo>
                <a:close/>
                <a:moveTo>
                  <a:pt x="7956" y="13080"/>
                </a:moveTo>
                <a:cubicBezTo>
                  <a:pt x="7956" y="13597"/>
                  <a:pt x="7537" y="14016"/>
                  <a:pt x="7020" y="14016"/>
                </a:cubicBezTo>
                <a:cubicBezTo>
                  <a:pt x="6503" y="14016"/>
                  <a:pt x="6084" y="13597"/>
                  <a:pt x="6084" y="13080"/>
                </a:cubicBezTo>
                <a:cubicBezTo>
                  <a:pt x="6084" y="12563"/>
                  <a:pt x="6503" y="12144"/>
                  <a:pt x="7020" y="12144"/>
                </a:cubicBezTo>
                <a:cubicBezTo>
                  <a:pt x="7537" y="12144"/>
                  <a:pt x="7956" y="12563"/>
                  <a:pt x="7956" y="13080"/>
                </a:cubicBezTo>
                <a:close/>
                <a:moveTo>
                  <a:pt x="12636" y="13080"/>
                </a:moveTo>
                <a:cubicBezTo>
                  <a:pt x="12636" y="13597"/>
                  <a:pt x="12217" y="14016"/>
                  <a:pt x="11700" y="14016"/>
                </a:cubicBezTo>
                <a:cubicBezTo>
                  <a:pt x="11183" y="14016"/>
                  <a:pt x="10764" y="13597"/>
                  <a:pt x="10764" y="13080"/>
                </a:cubicBezTo>
                <a:cubicBezTo>
                  <a:pt x="10764" y="12563"/>
                  <a:pt x="11183" y="12144"/>
                  <a:pt x="11700" y="12144"/>
                </a:cubicBezTo>
                <a:cubicBezTo>
                  <a:pt x="12217" y="12144"/>
                  <a:pt x="12636" y="12563"/>
                  <a:pt x="12636" y="13080"/>
                </a:cubicBezTo>
                <a:close/>
                <a:moveTo>
                  <a:pt x="7332" y="15030"/>
                </a:moveTo>
                <a:lnTo>
                  <a:pt x="11388" y="15030"/>
                </a:lnTo>
                <a:cubicBezTo>
                  <a:pt x="11560" y="15030"/>
                  <a:pt x="11700" y="15170"/>
                  <a:pt x="11700" y="15342"/>
                </a:cubicBezTo>
                <a:lnTo>
                  <a:pt x="11700" y="15654"/>
                </a:lnTo>
                <a:cubicBezTo>
                  <a:pt x="11700" y="15826"/>
                  <a:pt x="11560" y="15966"/>
                  <a:pt x="11388" y="15966"/>
                </a:cubicBezTo>
                <a:lnTo>
                  <a:pt x="7332" y="15966"/>
                </a:lnTo>
                <a:cubicBezTo>
                  <a:pt x="7160" y="15966"/>
                  <a:pt x="7020" y="15826"/>
                  <a:pt x="7020" y="15654"/>
                </a:cubicBezTo>
                <a:lnTo>
                  <a:pt x="7020" y="15342"/>
                </a:lnTo>
                <a:cubicBezTo>
                  <a:pt x="7020" y="15170"/>
                  <a:pt x="7160" y="15030"/>
                  <a:pt x="7332" y="15030"/>
                </a:cubicBezTo>
                <a:close/>
                <a:moveTo>
                  <a:pt x="8736" y="17760"/>
                </a:moveTo>
                <a:lnTo>
                  <a:pt x="9984" y="17760"/>
                </a:lnTo>
                <a:lnTo>
                  <a:pt x="9984" y="20100"/>
                </a:lnTo>
                <a:lnTo>
                  <a:pt x="8736" y="20100"/>
                </a:lnTo>
                <a:close/>
                <a:moveTo>
                  <a:pt x="7800" y="20100"/>
                </a:moveTo>
                <a:lnTo>
                  <a:pt x="10920" y="20100"/>
                </a:lnTo>
                <a:lnTo>
                  <a:pt x="9360" y="21660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对话机器人·可配置</a:t>
            </a:r>
          </a:p>
        </p:txBody>
      </p:sp>
      <p:sp>
        <p:nvSpPr>
          <p:cNvPr id="103" name="AI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821" y="8400"/>
                  <a:pt x="16380" y="8959"/>
                  <a:pt x="16380" y="9648"/>
                </a:cubicBezTo>
                <a:lnTo>
                  <a:pt x="16380" y="16512"/>
                </a:lnTo>
                <a:cubicBezTo>
                  <a:pt x="16380" y="17201"/>
                  <a:pt x="15821" y="17760"/>
                  <a:pt x="15132" y="17760"/>
                </a:cubicBezTo>
                <a:lnTo>
                  <a:pt x="3588" y="17760"/>
                </a:lnTo>
                <a:cubicBezTo>
                  <a:pt x="2899" y="17760"/>
                  <a:pt x="2340" y="17201"/>
                  <a:pt x="2340" y="16512"/>
                </a:cubicBezTo>
                <a:lnTo>
                  <a:pt x="2340" y="9648"/>
                </a:lnTo>
                <a:cubicBezTo>
                  <a:pt x="2340" y="8959"/>
                  <a:pt x="2899" y="8400"/>
                  <a:pt x="3588" y="8400"/>
                </a:cubicBezTo>
                <a:close/>
                <a:moveTo>
                  <a:pt x="7956" y="13080"/>
                </a:moveTo>
                <a:cubicBezTo>
                  <a:pt x="7956" y="13597"/>
                  <a:pt x="7537" y="14016"/>
                  <a:pt x="7020" y="14016"/>
                </a:cubicBezTo>
                <a:cubicBezTo>
                  <a:pt x="6503" y="14016"/>
                  <a:pt x="6084" y="13597"/>
                  <a:pt x="6084" y="13080"/>
                </a:cubicBezTo>
                <a:cubicBezTo>
                  <a:pt x="6084" y="12563"/>
                  <a:pt x="6503" y="12144"/>
                  <a:pt x="7020" y="12144"/>
                </a:cubicBezTo>
                <a:cubicBezTo>
                  <a:pt x="7537" y="12144"/>
                  <a:pt x="7956" y="12563"/>
                  <a:pt x="7956" y="13080"/>
                </a:cubicBezTo>
                <a:close/>
                <a:moveTo>
                  <a:pt x="12636" y="13080"/>
                </a:moveTo>
                <a:cubicBezTo>
                  <a:pt x="12636" y="13597"/>
                  <a:pt x="12217" y="14016"/>
                  <a:pt x="11700" y="14016"/>
                </a:cubicBezTo>
                <a:cubicBezTo>
                  <a:pt x="11183" y="14016"/>
                  <a:pt x="10764" y="13597"/>
                  <a:pt x="10764" y="13080"/>
                </a:cubicBezTo>
                <a:cubicBezTo>
                  <a:pt x="10764" y="12563"/>
                  <a:pt x="11183" y="12144"/>
                  <a:pt x="11700" y="12144"/>
                </a:cubicBezTo>
                <a:cubicBezTo>
                  <a:pt x="12217" y="12144"/>
                  <a:pt x="12636" y="12563"/>
                  <a:pt x="12636" y="13080"/>
                </a:cubicBezTo>
                <a:close/>
                <a:moveTo>
                  <a:pt x="7332" y="15030"/>
                </a:moveTo>
                <a:lnTo>
                  <a:pt x="11388" y="15030"/>
                </a:lnTo>
                <a:cubicBezTo>
                  <a:pt x="11560" y="15030"/>
                  <a:pt x="11700" y="15170"/>
                  <a:pt x="11700" y="15342"/>
                </a:cubicBezTo>
                <a:lnTo>
                  <a:pt x="11700" y="15654"/>
                </a:lnTo>
                <a:cubicBezTo>
                  <a:pt x="11700" y="15826"/>
                  <a:pt x="11560" y="15966"/>
                  <a:pt x="11388" y="15966"/>
                </a:cubicBezTo>
                <a:lnTo>
                  <a:pt x="7332" y="15966"/>
                </a:lnTo>
                <a:cubicBezTo>
                  <a:pt x="7160" y="15966"/>
                  <a:pt x="7020" y="15826"/>
                  <a:pt x="7020" y="15654"/>
                </a:cubicBezTo>
                <a:lnTo>
                  <a:pt x="7020" y="15342"/>
                </a:lnTo>
                <a:cubicBezTo>
                  <a:pt x="7020" y="15170"/>
                  <a:pt x="7160" y="15030"/>
                  <a:pt x="7332" y="15030"/>
                </a:cubicBezTo>
                <a:close/>
                <a:moveTo>
                  <a:pt x="8736" y="17760"/>
                </a:moveTo>
                <a:lnTo>
                  <a:pt x="9984" y="17760"/>
                </a:lnTo>
                <a:lnTo>
                  <a:pt x="9984" y="20100"/>
                </a:lnTo>
                <a:lnTo>
                  <a:pt x="8736" y="20100"/>
                </a:lnTo>
                <a:close/>
                <a:moveTo>
                  <a:pt x="7800" y="20100"/>
                </a:moveTo>
                <a:lnTo>
                  <a:pt x="10920" y="20100"/>
                </a:lnTo>
                <a:lnTo>
                  <a:pt x="9360" y="21660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对话机器人·同步</a:t>
            </a:r>
          </a:p>
        </p:txBody>
      </p:sp>
      <p:sp>
        <p:nvSpPr>
          <p:cNvPr id="106" name="AI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821" y="8400"/>
                  <a:pt x="16380" y="8959"/>
                  <a:pt x="16380" y="9648"/>
                </a:cubicBezTo>
                <a:lnTo>
                  <a:pt x="16380" y="16512"/>
                </a:lnTo>
                <a:cubicBezTo>
                  <a:pt x="16380" y="17201"/>
                  <a:pt x="15821" y="17760"/>
                  <a:pt x="15132" y="17760"/>
                </a:cubicBezTo>
                <a:lnTo>
                  <a:pt x="3588" y="17760"/>
                </a:lnTo>
                <a:cubicBezTo>
                  <a:pt x="2899" y="17760"/>
                  <a:pt x="2340" y="17201"/>
                  <a:pt x="2340" y="16512"/>
                </a:cubicBezTo>
                <a:lnTo>
                  <a:pt x="2340" y="9648"/>
                </a:lnTo>
                <a:cubicBezTo>
                  <a:pt x="2340" y="8959"/>
                  <a:pt x="2899" y="8400"/>
                  <a:pt x="3588" y="8400"/>
                </a:cubicBezTo>
                <a:close/>
                <a:moveTo>
                  <a:pt x="7956" y="13080"/>
                </a:moveTo>
                <a:cubicBezTo>
                  <a:pt x="7956" y="13597"/>
                  <a:pt x="7537" y="14016"/>
                  <a:pt x="7020" y="14016"/>
                </a:cubicBezTo>
                <a:cubicBezTo>
                  <a:pt x="6503" y="14016"/>
                  <a:pt x="6084" y="13597"/>
                  <a:pt x="6084" y="13080"/>
                </a:cubicBezTo>
                <a:cubicBezTo>
                  <a:pt x="6084" y="12563"/>
                  <a:pt x="6503" y="12144"/>
                  <a:pt x="7020" y="12144"/>
                </a:cubicBezTo>
                <a:cubicBezTo>
                  <a:pt x="7537" y="12144"/>
                  <a:pt x="7956" y="12563"/>
                  <a:pt x="7956" y="13080"/>
                </a:cubicBezTo>
                <a:close/>
                <a:moveTo>
                  <a:pt x="12636" y="13080"/>
                </a:moveTo>
                <a:cubicBezTo>
                  <a:pt x="12636" y="13597"/>
                  <a:pt x="12217" y="14016"/>
                  <a:pt x="11700" y="14016"/>
                </a:cubicBezTo>
                <a:cubicBezTo>
                  <a:pt x="11183" y="14016"/>
                  <a:pt x="10764" y="13597"/>
                  <a:pt x="10764" y="13080"/>
                </a:cubicBezTo>
                <a:cubicBezTo>
                  <a:pt x="10764" y="12563"/>
                  <a:pt x="11183" y="12144"/>
                  <a:pt x="11700" y="12144"/>
                </a:cubicBezTo>
                <a:cubicBezTo>
                  <a:pt x="12217" y="12144"/>
                  <a:pt x="12636" y="12563"/>
                  <a:pt x="12636" y="13080"/>
                </a:cubicBezTo>
                <a:close/>
                <a:moveTo>
                  <a:pt x="7332" y="15030"/>
                </a:moveTo>
                <a:lnTo>
                  <a:pt x="11388" y="15030"/>
                </a:lnTo>
                <a:cubicBezTo>
                  <a:pt x="11560" y="15030"/>
                  <a:pt x="11700" y="15170"/>
                  <a:pt x="11700" y="15342"/>
                </a:cubicBezTo>
                <a:lnTo>
                  <a:pt x="11700" y="15654"/>
                </a:lnTo>
                <a:cubicBezTo>
                  <a:pt x="11700" y="15826"/>
                  <a:pt x="11560" y="15966"/>
                  <a:pt x="11388" y="15966"/>
                </a:cubicBezTo>
                <a:lnTo>
                  <a:pt x="7332" y="15966"/>
                </a:lnTo>
                <a:cubicBezTo>
                  <a:pt x="7160" y="15966"/>
                  <a:pt x="7020" y="15826"/>
                  <a:pt x="7020" y="15654"/>
                </a:cubicBezTo>
                <a:lnTo>
                  <a:pt x="7020" y="15342"/>
                </a:lnTo>
                <a:cubicBezTo>
                  <a:pt x="7020" y="15170"/>
                  <a:pt x="7160" y="15030"/>
                  <a:pt x="7332" y="15030"/>
                </a:cubicBezTo>
                <a:close/>
                <a:moveTo>
                  <a:pt x="8736" y="17760"/>
                </a:moveTo>
                <a:lnTo>
                  <a:pt x="9984" y="17760"/>
                </a:lnTo>
                <a:lnTo>
                  <a:pt x="9984" y="20100"/>
                </a:lnTo>
                <a:lnTo>
                  <a:pt x="8736" y="20100"/>
                </a:lnTo>
                <a:close/>
                <a:moveTo>
                  <a:pt x="7800" y="20100"/>
                </a:moveTo>
                <a:lnTo>
                  <a:pt x="10920" y="20100"/>
                </a:lnTo>
                <a:lnTo>
                  <a:pt x="9360" y="2166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对话机器人·已验证</a:t>
            </a:r>
          </a:p>
        </p:txBody>
      </p:sp>
      <p:sp>
        <p:nvSpPr>
          <p:cNvPr id="109" name="AI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821" y="8400"/>
                  <a:pt x="16380" y="8959"/>
                  <a:pt x="16380" y="9648"/>
                </a:cubicBezTo>
                <a:lnTo>
                  <a:pt x="16380" y="16512"/>
                </a:lnTo>
                <a:cubicBezTo>
                  <a:pt x="16380" y="17201"/>
                  <a:pt x="15821" y="17760"/>
                  <a:pt x="15132" y="17760"/>
                </a:cubicBezTo>
                <a:lnTo>
                  <a:pt x="3588" y="17760"/>
                </a:lnTo>
                <a:cubicBezTo>
                  <a:pt x="2899" y="17760"/>
                  <a:pt x="2340" y="17201"/>
                  <a:pt x="2340" y="16512"/>
                </a:cubicBezTo>
                <a:lnTo>
                  <a:pt x="2340" y="9648"/>
                </a:lnTo>
                <a:cubicBezTo>
                  <a:pt x="2340" y="8959"/>
                  <a:pt x="2899" y="8400"/>
                  <a:pt x="3588" y="8400"/>
                </a:cubicBezTo>
                <a:close/>
                <a:moveTo>
                  <a:pt x="7956" y="13080"/>
                </a:moveTo>
                <a:cubicBezTo>
                  <a:pt x="7956" y="13597"/>
                  <a:pt x="7537" y="14016"/>
                  <a:pt x="7020" y="14016"/>
                </a:cubicBezTo>
                <a:cubicBezTo>
                  <a:pt x="6503" y="14016"/>
                  <a:pt x="6084" y="13597"/>
                  <a:pt x="6084" y="13080"/>
                </a:cubicBezTo>
                <a:cubicBezTo>
                  <a:pt x="6084" y="12563"/>
                  <a:pt x="6503" y="12144"/>
                  <a:pt x="7020" y="12144"/>
                </a:cubicBezTo>
                <a:cubicBezTo>
                  <a:pt x="7537" y="12144"/>
                  <a:pt x="7956" y="12563"/>
                  <a:pt x="7956" y="13080"/>
                </a:cubicBezTo>
                <a:close/>
                <a:moveTo>
                  <a:pt x="12636" y="13080"/>
                </a:moveTo>
                <a:cubicBezTo>
                  <a:pt x="12636" y="13597"/>
                  <a:pt x="12217" y="14016"/>
                  <a:pt x="11700" y="14016"/>
                </a:cubicBezTo>
                <a:cubicBezTo>
                  <a:pt x="11183" y="14016"/>
                  <a:pt x="10764" y="13597"/>
                  <a:pt x="10764" y="13080"/>
                </a:cubicBezTo>
                <a:cubicBezTo>
                  <a:pt x="10764" y="12563"/>
                  <a:pt x="11183" y="12144"/>
                  <a:pt x="11700" y="12144"/>
                </a:cubicBezTo>
                <a:cubicBezTo>
                  <a:pt x="12217" y="12144"/>
                  <a:pt x="12636" y="12563"/>
                  <a:pt x="12636" y="13080"/>
                </a:cubicBezTo>
                <a:close/>
                <a:moveTo>
                  <a:pt x="7332" y="15030"/>
                </a:moveTo>
                <a:lnTo>
                  <a:pt x="11388" y="15030"/>
                </a:lnTo>
                <a:cubicBezTo>
                  <a:pt x="11560" y="15030"/>
                  <a:pt x="11700" y="15170"/>
                  <a:pt x="11700" y="15342"/>
                </a:cubicBezTo>
                <a:lnTo>
                  <a:pt x="11700" y="15654"/>
                </a:lnTo>
                <a:cubicBezTo>
                  <a:pt x="11700" y="15826"/>
                  <a:pt x="11560" y="15966"/>
                  <a:pt x="11388" y="15966"/>
                </a:cubicBezTo>
                <a:lnTo>
                  <a:pt x="7332" y="15966"/>
                </a:lnTo>
                <a:cubicBezTo>
                  <a:pt x="7160" y="15966"/>
                  <a:pt x="7020" y="15826"/>
                  <a:pt x="7020" y="15654"/>
                </a:cubicBezTo>
                <a:lnTo>
                  <a:pt x="7020" y="15342"/>
                </a:lnTo>
                <a:cubicBezTo>
                  <a:pt x="7020" y="15170"/>
                  <a:pt x="7160" y="15030"/>
                  <a:pt x="7332" y="15030"/>
                </a:cubicBezTo>
                <a:close/>
                <a:moveTo>
                  <a:pt x="8736" y="17760"/>
                </a:moveTo>
                <a:lnTo>
                  <a:pt x="9984" y="17760"/>
                </a:lnTo>
                <a:lnTo>
                  <a:pt x="9984" y="20100"/>
                </a:lnTo>
                <a:lnTo>
                  <a:pt x="8736" y="20100"/>
                </a:lnTo>
                <a:close/>
                <a:moveTo>
                  <a:pt x="7800" y="20100"/>
                </a:moveTo>
                <a:lnTo>
                  <a:pt x="10920" y="20100"/>
                </a:lnTo>
                <a:lnTo>
                  <a:pt x="9360" y="2166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对话机器人·洞察</a:t>
            </a:r>
          </a:p>
        </p:txBody>
      </p:sp>
      <p:sp>
        <p:nvSpPr>
          <p:cNvPr id="112" name="AI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8000" y="10000"/>
                </a:moveTo>
                <a:cubicBezTo>
                  <a:pt x="18000" y="13314"/>
                  <a:pt x="15314" y="16000"/>
                  <a:pt x="12000" y="16000"/>
                </a:cubicBezTo>
                <a:cubicBezTo>
                  <a:pt x="8686" y="16000"/>
                  <a:pt x="6000" y="13314"/>
                  <a:pt x="6000" y="10000"/>
                </a:cubicBezTo>
                <a:cubicBezTo>
                  <a:pt x="6000" y="6686"/>
                  <a:pt x="8686" y="4000"/>
                  <a:pt x="12000" y="4000"/>
                </a:cubicBezTo>
                <a:cubicBezTo>
                  <a:pt x="15314" y="4000"/>
                  <a:pt x="18000" y="6686"/>
                  <a:pt x="18000" y="10000"/>
                </a:cubicBezTo>
                <a:close/>
                <a:moveTo>
                  <a:pt x="11300" y="16000"/>
                </a:moveTo>
                <a:lnTo>
                  <a:pt x="12700" y="16000"/>
                </a:lnTo>
                <a:cubicBezTo>
                  <a:pt x="12866" y="16000"/>
                  <a:pt x="13000" y="16134"/>
                  <a:pt x="13000" y="16300"/>
                </a:cubicBezTo>
                <a:lnTo>
                  <a:pt x="13000" y="20700"/>
                </a:lnTo>
                <a:cubicBezTo>
                  <a:pt x="13000" y="20866"/>
                  <a:pt x="12866" y="21000"/>
                  <a:pt x="12700" y="21000"/>
                </a:cubicBezTo>
                <a:lnTo>
                  <a:pt x="11300" y="21000"/>
                </a:lnTo>
                <a:cubicBezTo>
                  <a:pt x="11134" y="21000"/>
                  <a:pt x="11000" y="20866"/>
                  <a:pt x="11000" y="20700"/>
                </a:cubicBezTo>
                <a:lnTo>
                  <a:pt x="11000" y="16300"/>
                </a:lnTo>
                <a:cubicBezTo>
                  <a:pt x="11000" y="16134"/>
                  <a:pt x="11134" y="16000"/>
                  <a:pt x="11300" y="16000"/>
                </a:cubicBezTo>
                <a:close/>
                <a:moveTo>
                  <a:pt x="8300" y="21000"/>
                </a:moveTo>
                <a:lnTo>
                  <a:pt x="15700" y="21000"/>
                </a:lnTo>
                <a:cubicBezTo>
                  <a:pt x="15866" y="21000"/>
                  <a:pt x="16000" y="21134"/>
                  <a:pt x="16000" y="21300"/>
                </a:cubicBezTo>
                <a:lnTo>
                  <a:pt x="16000" y="21700"/>
                </a:lnTo>
                <a:cubicBezTo>
                  <a:pt x="16000" y="21866"/>
                  <a:pt x="15866" y="22000"/>
                  <a:pt x="15700" y="22000"/>
                </a:cubicBezTo>
                <a:lnTo>
                  <a:pt x="8300" y="22000"/>
                </a:lnTo>
                <a:cubicBezTo>
                  <a:pt x="8134" y="22000"/>
                  <a:pt x="8000" y="21866"/>
                  <a:pt x="8000" y="21700"/>
                </a:cubicBezTo>
                <a:lnTo>
                  <a:pt x="8000" y="21300"/>
                </a:lnTo>
                <a:cubicBezTo>
                  <a:pt x="8000" y="21134"/>
                  <a:pt x="8134" y="21000"/>
                  <a:pt x="8300" y="21000"/>
                </a:cubicBezTo>
                <a:close/>
                <a:moveTo>
                  <a:pt x="7000" y="3200"/>
                </a:moveTo>
                <a:lnTo>
                  <a:pt x="7354" y="4646"/>
                </a:lnTo>
                <a:lnTo>
                  <a:pt x="8800" y="5000"/>
                </a:lnTo>
                <a:lnTo>
                  <a:pt x="7354" y="5354"/>
                </a:lnTo>
                <a:lnTo>
                  <a:pt x="7000" y="6800"/>
                </a:lnTo>
                <a:lnTo>
                  <a:pt x="6646" y="5354"/>
                </a:lnTo>
                <a:lnTo>
                  <a:pt x="5200" y="5000"/>
                </a:lnTo>
                <a:lnTo>
                  <a:pt x="6646" y="4646"/>
                </a:lnTo>
                <a:close/>
                <a:moveTo>
                  <a:pt x="18000" y="3600"/>
                </a:moveTo>
                <a:lnTo>
                  <a:pt x="18283" y="4717"/>
                </a:lnTo>
                <a:lnTo>
                  <a:pt x="19400" y="5000"/>
                </a:lnTo>
                <a:lnTo>
                  <a:pt x="18283" y="5283"/>
                </a:lnTo>
                <a:lnTo>
                  <a:pt x="18000" y="6400"/>
                </a:lnTo>
                <a:lnTo>
                  <a:pt x="17717" y="5283"/>
                </a:lnTo>
                <a:lnTo>
                  <a:pt x="16600" y="5000"/>
                </a:lnTo>
                <a:lnTo>
                  <a:pt x="17717" y="4717"/>
                </a:lnTo>
                <a:close/>
                <a:moveTo>
                  <a:pt x="10900" y="9000"/>
                </a:moveTo>
                <a:cubicBezTo>
                  <a:pt x="10900" y="9497"/>
                  <a:pt x="10497" y="9900"/>
                  <a:pt x="10000" y="9900"/>
                </a:cubicBezTo>
                <a:cubicBezTo>
                  <a:pt x="9503" y="9900"/>
                  <a:pt x="9100" y="9497"/>
                  <a:pt x="9100" y="9000"/>
                </a:cubicBezTo>
                <a:cubicBezTo>
                  <a:pt x="9100" y="8503"/>
                  <a:pt x="9503" y="8100"/>
                  <a:pt x="10000" y="8100"/>
                </a:cubicBezTo>
                <a:cubicBezTo>
                  <a:pt x="10497" y="8100"/>
                  <a:pt x="10900" y="8503"/>
                  <a:pt x="10900" y="9000"/>
                </a:cubicBezTo>
                <a:close/>
                <a:moveTo>
                  <a:pt x="14900" y="9000"/>
                </a:moveTo>
                <a:cubicBezTo>
                  <a:pt x="14900" y="9497"/>
                  <a:pt x="14497" y="9900"/>
                  <a:pt x="14000" y="9900"/>
                </a:cubicBezTo>
                <a:cubicBezTo>
                  <a:pt x="13503" y="9900"/>
                  <a:pt x="13100" y="9497"/>
                  <a:pt x="13100" y="9000"/>
                </a:cubicBezTo>
                <a:cubicBezTo>
                  <a:pt x="13100" y="8503"/>
                  <a:pt x="13503" y="8100"/>
                  <a:pt x="14000" y="8100"/>
                </a:cubicBezTo>
                <a:cubicBezTo>
                  <a:pt x="14497" y="8100"/>
                  <a:pt x="14900" y="8503"/>
                  <a:pt x="14900" y="9000"/>
                </a:cubicBezTo>
                <a:close/>
                <a:moveTo>
                  <a:pt x="9000" y="12000"/>
                </a:moveTo>
                <a:quadBezTo>
                  <a:pt x="12000" y="14000"/>
                  <a:pt x="15000" y="12000"/>
                </a:quadBezTo>
                <a:moveTo>
                  <a:pt x="8835" y="12309"/>
                </a:moveTo>
                <a:lnTo>
                  <a:pt x="11835" y="13909"/>
                </a:lnTo>
                <a:lnTo>
                  <a:pt x="12165" y="13291"/>
                </a:lnTo>
                <a:lnTo>
                  <a:pt x="9165" y="11691"/>
                </a:lnTo>
                <a:close/>
                <a:moveTo>
                  <a:pt x="12165" y="13909"/>
                </a:moveTo>
                <a:lnTo>
                  <a:pt x="15165" y="12309"/>
                </a:lnTo>
                <a:lnTo>
                  <a:pt x="14835" y="11691"/>
                </a:lnTo>
                <a:lnTo>
                  <a:pt x="11835" y="1329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智能助手</a:t>
            </a:r>
          </a:p>
        </p:txBody>
      </p:sp>
      <p:sp>
        <p:nvSpPr>
          <p:cNvPr id="115" name="AI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040" y="13080"/>
                </a:moveTo>
                <a:cubicBezTo>
                  <a:pt x="14040" y="15665"/>
                  <a:pt x="11945" y="17760"/>
                  <a:pt x="9360" y="17760"/>
                </a:cubicBezTo>
                <a:cubicBezTo>
                  <a:pt x="6775" y="17760"/>
                  <a:pt x="4680" y="15665"/>
                  <a:pt x="4680" y="13080"/>
                </a:cubicBezTo>
                <a:cubicBezTo>
                  <a:pt x="4680" y="10495"/>
                  <a:pt x="6775" y="8400"/>
                  <a:pt x="9360" y="8400"/>
                </a:cubicBezTo>
                <a:cubicBezTo>
                  <a:pt x="11945" y="8400"/>
                  <a:pt x="14040" y="10495"/>
                  <a:pt x="14040" y="13080"/>
                </a:cubicBezTo>
                <a:close/>
                <a:moveTo>
                  <a:pt x="8814" y="17760"/>
                </a:moveTo>
                <a:lnTo>
                  <a:pt x="9906" y="17760"/>
                </a:lnTo>
                <a:cubicBezTo>
                  <a:pt x="10035" y="17760"/>
                  <a:pt x="10140" y="17865"/>
                  <a:pt x="10140" y="17994"/>
                </a:cubicBezTo>
                <a:lnTo>
                  <a:pt x="10140" y="21426"/>
                </a:lnTo>
                <a:cubicBezTo>
                  <a:pt x="10140" y="21555"/>
                  <a:pt x="10035" y="21660"/>
                  <a:pt x="990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5460" y="7776"/>
                </a:moveTo>
                <a:lnTo>
                  <a:pt x="5736" y="8904"/>
                </a:lnTo>
                <a:lnTo>
                  <a:pt x="6864" y="9180"/>
                </a:lnTo>
                <a:lnTo>
                  <a:pt x="5736" y="9456"/>
                </a:lnTo>
                <a:lnTo>
                  <a:pt x="5460" y="10584"/>
                </a:lnTo>
                <a:lnTo>
                  <a:pt x="5184" y="9456"/>
                </a:lnTo>
                <a:lnTo>
                  <a:pt x="4056" y="9180"/>
                </a:lnTo>
                <a:lnTo>
                  <a:pt x="5184" y="8904"/>
                </a:lnTo>
                <a:close/>
                <a:moveTo>
                  <a:pt x="14040" y="8088"/>
                </a:moveTo>
                <a:lnTo>
                  <a:pt x="14261" y="8959"/>
                </a:lnTo>
                <a:lnTo>
                  <a:pt x="15132" y="9180"/>
                </a:lnTo>
                <a:lnTo>
                  <a:pt x="14261" y="9401"/>
                </a:lnTo>
                <a:lnTo>
                  <a:pt x="14040" y="10272"/>
                </a:lnTo>
                <a:lnTo>
                  <a:pt x="13819" y="9401"/>
                </a:lnTo>
                <a:lnTo>
                  <a:pt x="12948" y="9180"/>
                </a:lnTo>
                <a:lnTo>
                  <a:pt x="13819" y="8959"/>
                </a:lnTo>
                <a:close/>
                <a:moveTo>
                  <a:pt x="8502" y="12300"/>
                </a:moveTo>
                <a:cubicBezTo>
                  <a:pt x="8502" y="12688"/>
                  <a:pt x="8188" y="13002"/>
                  <a:pt x="7800" y="13002"/>
                </a:cubicBezTo>
                <a:cubicBezTo>
                  <a:pt x="7412" y="13002"/>
                  <a:pt x="7098" y="12688"/>
                  <a:pt x="7098" y="12300"/>
                </a:cubicBezTo>
                <a:cubicBezTo>
                  <a:pt x="7098" y="11912"/>
                  <a:pt x="7412" y="11598"/>
                  <a:pt x="7800" y="11598"/>
                </a:cubicBezTo>
                <a:cubicBezTo>
                  <a:pt x="8188" y="11598"/>
                  <a:pt x="8502" y="11912"/>
                  <a:pt x="8502" y="12300"/>
                </a:cubicBezTo>
                <a:close/>
                <a:moveTo>
                  <a:pt x="11622" y="12300"/>
                </a:moveTo>
                <a:cubicBezTo>
                  <a:pt x="11622" y="12688"/>
                  <a:pt x="11308" y="13002"/>
                  <a:pt x="10920" y="13002"/>
                </a:cubicBezTo>
                <a:cubicBezTo>
                  <a:pt x="10532" y="13002"/>
                  <a:pt x="10218" y="12688"/>
                  <a:pt x="10218" y="12300"/>
                </a:cubicBezTo>
                <a:cubicBezTo>
                  <a:pt x="10218" y="11912"/>
                  <a:pt x="10532" y="11598"/>
                  <a:pt x="10920" y="11598"/>
                </a:cubicBezTo>
                <a:cubicBezTo>
                  <a:pt x="11308" y="11598"/>
                  <a:pt x="11622" y="11912"/>
                  <a:pt x="11622" y="12300"/>
                </a:cubicBezTo>
                <a:close/>
                <a:moveTo>
                  <a:pt x="7020" y="14640"/>
                </a:moveTo>
                <a:quadBezTo>
                  <a:pt x="9360" y="16200"/>
                  <a:pt x="11700" y="14640"/>
                </a:quadBezTo>
                <a:moveTo>
                  <a:pt x="6892" y="14881"/>
                </a:moveTo>
                <a:lnTo>
                  <a:pt x="9232" y="16129"/>
                </a:lnTo>
                <a:lnTo>
                  <a:pt x="9488" y="15647"/>
                </a:lnTo>
                <a:lnTo>
                  <a:pt x="7148" y="14399"/>
                </a:lnTo>
                <a:close/>
                <a:moveTo>
                  <a:pt x="9488" y="16129"/>
                </a:moveTo>
                <a:lnTo>
                  <a:pt x="11828" y="14881"/>
                </a:lnTo>
                <a:lnTo>
                  <a:pt x="11572" y="14399"/>
                </a:lnTo>
                <a:lnTo>
                  <a:pt x="9232" y="15647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智能助手·智能</a:t>
            </a:r>
          </a:p>
        </p:txBody>
      </p:sp>
      <p:sp>
        <p:nvSpPr>
          <p:cNvPr id="118" name="AI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040" y="13080"/>
                </a:moveTo>
                <a:cubicBezTo>
                  <a:pt x="14040" y="15665"/>
                  <a:pt x="11945" y="17760"/>
                  <a:pt x="9360" y="17760"/>
                </a:cubicBezTo>
                <a:cubicBezTo>
                  <a:pt x="6775" y="17760"/>
                  <a:pt x="4680" y="15665"/>
                  <a:pt x="4680" y="13080"/>
                </a:cubicBezTo>
                <a:cubicBezTo>
                  <a:pt x="4680" y="10495"/>
                  <a:pt x="6775" y="8400"/>
                  <a:pt x="9360" y="8400"/>
                </a:cubicBezTo>
                <a:cubicBezTo>
                  <a:pt x="11945" y="8400"/>
                  <a:pt x="14040" y="10495"/>
                  <a:pt x="14040" y="13080"/>
                </a:cubicBezTo>
                <a:close/>
                <a:moveTo>
                  <a:pt x="8814" y="17760"/>
                </a:moveTo>
                <a:lnTo>
                  <a:pt x="9906" y="17760"/>
                </a:lnTo>
                <a:cubicBezTo>
                  <a:pt x="10035" y="17760"/>
                  <a:pt x="10140" y="17865"/>
                  <a:pt x="10140" y="17994"/>
                </a:cubicBezTo>
                <a:lnTo>
                  <a:pt x="10140" y="21426"/>
                </a:lnTo>
                <a:cubicBezTo>
                  <a:pt x="10140" y="21555"/>
                  <a:pt x="10035" y="21660"/>
                  <a:pt x="990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5460" y="7776"/>
                </a:moveTo>
                <a:lnTo>
                  <a:pt x="5736" y="8904"/>
                </a:lnTo>
                <a:lnTo>
                  <a:pt x="6864" y="9180"/>
                </a:lnTo>
                <a:lnTo>
                  <a:pt x="5736" y="9456"/>
                </a:lnTo>
                <a:lnTo>
                  <a:pt x="5460" y="10584"/>
                </a:lnTo>
                <a:lnTo>
                  <a:pt x="5184" y="9456"/>
                </a:lnTo>
                <a:lnTo>
                  <a:pt x="4056" y="9180"/>
                </a:lnTo>
                <a:lnTo>
                  <a:pt x="5184" y="8904"/>
                </a:lnTo>
                <a:close/>
                <a:moveTo>
                  <a:pt x="14040" y="8088"/>
                </a:moveTo>
                <a:lnTo>
                  <a:pt x="14261" y="8959"/>
                </a:lnTo>
                <a:lnTo>
                  <a:pt x="15132" y="9180"/>
                </a:lnTo>
                <a:lnTo>
                  <a:pt x="14261" y="9401"/>
                </a:lnTo>
                <a:lnTo>
                  <a:pt x="14040" y="10272"/>
                </a:lnTo>
                <a:lnTo>
                  <a:pt x="13819" y="9401"/>
                </a:lnTo>
                <a:lnTo>
                  <a:pt x="12948" y="9180"/>
                </a:lnTo>
                <a:lnTo>
                  <a:pt x="13819" y="8959"/>
                </a:lnTo>
                <a:close/>
                <a:moveTo>
                  <a:pt x="8502" y="12300"/>
                </a:moveTo>
                <a:cubicBezTo>
                  <a:pt x="8502" y="12688"/>
                  <a:pt x="8188" y="13002"/>
                  <a:pt x="7800" y="13002"/>
                </a:cubicBezTo>
                <a:cubicBezTo>
                  <a:pt x="7412" y="13002"/>
                  <a:pt x="7098" y="12688"/>
                  <a:pt x="7098" y="12300"/>
                </a:cubicBezTo>
                <a:cubicBezTo>
                  <a:pt x="7098" y="11912"/>
                  <a:pt x="7412" y="11598"/>
                  <a:pt x="7800" y="11598"/>
                </a:cubicBezTo>
                <a:cubicBezTo>
                  <a:pt x="8188" y="11598"/>
                  <a:pt x="8502" y="11912"/>
                  <a:pt x="8502" y="12300"/>
                </a:cubicBezTo>
                <a:close/>
                <a:moveTo>
                  <a:pt x="11622" y="12300"/>
                </a:moveTo>
                <a:cubicBezTo>
                  <a:pt x="11622" y="12688"/>
                  <a:pt x="11308" y="13002"/>
                  <a:pt x="10920" y="13002"/>
                </a:cubicBezTo>
                <a:cubicBezTo>
                  <a:pt x="10532" y="13002"/>
                  <a:pt x="10218" y="12688"/>
                  <a:pt x="10218" y="12300"/>
                </a:cubicBezTo>
                <a:cubicBezTo>
                  <a:pt x="10218" y="11912"/>
                  <a:pt x="10532" y="11598"/>
                  <a:pt x="10920" y="11598"/>
                </a:cubicBezTo>
                <a:cubicBezTo>
                  <a:pt x="11308" y="11598"/>
                  <a:pt x="11622" y="11912"/>
                  <a:pt x="11622" y="12300"/>
                </a:cubicBezTo>
                <a:close/>
                <a:moveTo>
                  <a:pt x="7020" y="14640"/>
                </a:moveTo>
                <a:quadBezTo>
                  <a:pt x="9360" y="16200"/>
                  <a:pt x="11700" y="14640"/>
                </a:quadBezTo>
                <a:moveTo>
                  <a:pt x="6892" y="14881"/>
                </a:moveTo>
                <a:lnTo>
                  <a:pt x="9232" y="16129"/>
                </a:lnTo>
                <a:lnTo>
                  <a:pt x="9488" y="15647"/>
                </a:lnTo>
                <a:lnTo>
                  <a:pt x="7148" y="14399"/>
                </a:lnTo>
                <a:close/>
                <a:moveTo>
                  <a:pt x="9488" y="16129"/>
                </a:moveTo>
                <a:lnTo>
                  <a:pt x="11828" y="14881"/>
                </a:lnTo>
                <a:lnTo>
                  <a:pt x="11572" y="14399"/>
                </a:lnTo>
                <a:lnTo>
                  <a:pt x="9232" y="15647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智能助手·可配置</a:t>
            </a:r>
          </a:p>
        </p:txBody>
      </p:sp>
      <p:sp>
        <p:nvSpPr>
          <p:cNvPr id="121" name="AI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040" y="13080"/>
                </a:moveTo>
                <a:cubicBezTo>
                  <a:pt x="14040" y="15665"/>
                  <a:pt x="11945" y="17760"/>
                  <a:pt x="9360" y="17760"/>
                </a:cubicBezTo>
                <a:cubicBezTo>
                  <a:pt x="6775" y="17760"/>
                  <a:pt x="4680" y="15665"/>
                  <a:pt x="4680" y="13080"/>
                </a:cubicBezTo>
                <a:cubicBezTo>
                  <a:pt x="4680" y="10495"/>
                  <a:pt x="6775" y="8400"/>
                  <a:pt x="9360" y="8400"/>
                </a:cubicBezTo>
                <a:cubicBezTo>
                  <a:pt x="11945" y="8400"/>
                  <a:pt x="14040" y="10495"/>
                  <a:pt x="14040" y="13080"/>
                </a:cubicBezTo>
                <a:close/>
                <a:moveTo>
                  <a:pt x="8814" y="17760"/>
                </a:moveTo>
                <a:lnTo>
                  <a:pt x="9906" y="17760"/>
                </a:lnTo>
                <a:cubicBezTo>
                  <a:pt x="10035" y="17760"/>
                  <a:pt x="10140" y="17865"/>
                  <a:pt x="10140" y="17994"/>
                </a:cubicBezTo>
                <a:lnTo>
                  <a:pt x="10140" y="21426"/>
                </a:lnTo>
                <a:cubicBezTo>
                  <a:pt x="10140" y="21555"/>
                  <a:pt x="10035" y="21660"/>
                  <a:pt x="990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5460" y="7776"/>
                </a:moveTo>
                <a:lnTo>
                  <a:pt x="5736" y="8904"/>
                </a:lnTo>
                <a:lnTo>
                  <a:pt x="6864" y="9180"/>
                </a:lnTo>
                <a:lnTo>
                  <a:pt x="5736" y="9456"/>
                </a:lnTo>
                <a:lnTo>
                  <a:pt x="5460" y="10584"/>
                </a:lnTo>
                <a:lnTo>
                  <a:pt x="5184" y="9456"/>
                </a:lnTo>
                <a:lnTo>
                  <a:pt x="4056" y="9180"/>
                </a:lnTo>
                <a:lnTo>
                  <a:pt x="5184" y="8904"/>
                </a:lnTo>
                <a:close/>
                <a:moveTo>
                  <a:pt x="14040" y="8088"/>
                </a:moveTo>
                <a:lnTo>
                  <a:pt x="14261" y="8959"/>
                </a:lnTo>
                <a:lnTo>
                  <a:pt x="15132" y="9180"/>
                </a:lnTo>
                <a:lnTo>
                  <a:pt x="14261" y="9401"/>
                </a:lnTo>
                <a:lnTo>
                  <a:pt x="14040" y="10272"/>
                </a:lnTo>
                <a:lnTo>
                  <a:pt x="13819" y="9401"/>
                </a:lnTo>
                <a:lnTo>
                  <a:pt x="12948" y="9180"/>
                </a:lnTo>
                <a:lnTo>
                  <a:pt x="13819" y="8959"/>
                </a:lnTo>
                <a:close/>
                <a:moveTo>
                  <a:pt x="8502" y="12300"/>
                </a:moveTo>
                <a:cubicBezTo>
                  <a:pt x="8502" y="12688"/>
                  <a:pt x="8188" y="13002"/>
                  <a:pt x="7800" y="13002"/>
                </a:cubicBezTo>
                <a:cubicBezTo>
                  <a:pt x="7412" y="13002"/>
                  <a:pt x="7098" y="12688"/>
                  <a:pt x="7098" y="12300"/>
                </a:cubicBezTo>
                <a:cubicBezTo>
                  <a:pt x="7098" y="11912"/>
                  <a:pt x="7412" y="11598"/>
                  <a:pt x="7800" y="11598"/>
                </a:cubicBezTo>
                <a:cubicBezTo>
                  <a:pt x="8188" y="11598"/>
                  <a:pt x="8502" y="11912"/>
                  <a:pt x="8502" y="12300"/>
                </a:cubicBezTo>
                <a:close/>
                <a:moveTo>
                  <a:pt x="11622" y="12300"/>
                </a:moveTo>
                <a:cubicBezTo>
                  <a:pt x="11622" y="12688"/>
                  <a:pt x="11308" y="13002"/>
                  <a:pt x="10920" y="13002"/>
                </a:cubicBezTo>
                <a:cubicBezTo>
                  <a:pt x="10532" y="13002"/>
                  <a:pt x="10218" y="12688"/>
                  <a:pt x="10218" y="12300"/>
                </a:cubicBezTo>
                <a:cubicBezTo>
                  <a:pt x="10218" y="11912"/>
                  <a:pt x="10532" y="11598"/>
                  <a:pt x="10920" y="11598"/>
                </a:cubicBezTo>
                <a:cubicBezTo>
                  <a:pt x="11308" y="11598"/>
                  <a:pt x="11622" y="11912"/>
                  <a:pt x="11622" y="12300"/>
                </a:cubicBezTo>
                <a:close/>
                <a:moveTo>
                  <a:pt x="7020" y="14640"/>
                </a:moveTo>
                <a:quadBezTo>
                  <a:pt x="9360" y="16200"/>
                  <a:pt x="11700" y="14640"/>
                </a:quadBezTo>
                <a:moveTo>
                  <a:pt x="6892" y="14881"/>
                </a:moveTo>
                <a:lnTo>
                  <a:pt x="9232" y="16129"/>
                </a:lnTo>
                <a:lnTo>
                  <a:pt x="9488" y="15647"/>
                </a:lnTo>
                <a:lnTo>
                  <a:pt x="7148" y="14399"/>
                </a:lnTo>
                <a:close/>
                <a:moveTo>
                  <a:pt x="9488" y="16129"/>
                </a:moveTo>
                <a:lnTo>
                  <a:pt x="11828" y="14881"/>
                </a:lnTo>
                <a:lnTo>
                  <a:pt x="11572" y="14399"/>
                </a:lnTo>
                <a:lnTo>
                  <a:pt x="9232" y="15647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智能助手·同步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07_AI机器人自动化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AI · 第 2/3 页 · 共 83 个</a:t>
            </a:r>
          </a:p>
        </p:txBody>
      </p:sp>
      <p:sp>
        <p:nvSpPr>
          <p:cNvPr id="4" name="AI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040" y="13080"/>
                </a:moveTo>
                <a:cubicBezTo>
                  <a:pt x="14040" y="15665"/>
                  <a:pt x="11945" y="17760"/>
                  <a:pt x="9360" y="17760"/>
                </a:cubicBezTo>
                <a:cubicBezTo>
                  <a:pt x="6775" y="17760"/>
                  <a:pt x="4680" y="15665"/>
                  <a:pt x="4680" y="13080"/>
                </a:cubicBezTo>
                <a:cubicBezTo>
                  <a:pt x="4680" y="10495"/>
                  <a:pt x="6775" y="8400"/>
                  <a:pt x="9360" y="8400"/>
                </a:cubicBezTo>
                <a:cubicBezTo>
                  <a:pt x="11945" y="8400"/>
                  <a:pt x="14040" y="10495"/>
                  <a:pt x="14040" y="13080"/>
                </a:cubicBezTo>
                <a:close/>
                <a:moveTo>
                  <a:pt x="8814" y="17760"/>
                </a:moveTo>
                <a:lnTo>
                  <a:pt x="9906" y="17760"/>
                </a:lnTo>
                <a:cubicBezTo>
                  <a:pt x="10035" y="17760"/>
                  <a:pt x="10140" y="17865"/>
                  <a:pt x="10140" y="17994"/>
                </a:cubicBezTo>
                <a:lnTo>
                  <a:pt x="10140" y="21426"/>
                </a:lnTo>
                <a:cubicBezTo>
                  <a:pt x="10140" y="21555"/>
                  <a:pt x="10035" y="21660"/>
                  <a:pt x="990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5460" y="7776"/>
                </a:moveTo>
                <a:lnTo>
                  <a:pt x="5736" y="8904"/>
                </a:lnTo>
                <a:lnTo>
                  <a:pt x="6864" y="9180"/>
                </a:lnTo>
                <a:lnTo>
                  <a:pt x="5736" y="9456"/>
                </a:lnTo>
                <a:lnTo>
                  <a:pt x="5460" y="10584"/>
                </a:lnTo>
                <a:lnTo>
                  <a:pt x="5184" y="9456"/>
                </a:lnTo>
                <a:lnTo>
                  <a:pt x="4056" y="9180"/>
                </a:lnTo>
                <a:lnTo>
                  <a:pt x="5184" y="8904"/>
                </a:lnTo>
                <a:close/>
                <a:moveTo>
                  <a:pt x="14040" y="8088"/>
                </a:moveTo>
                <a:lnTo>
                  <a:pt x="14261" y="8959"/>
                </a:lnTo>
                <a:lnTo>
                  <a:pt x="15132" y="9180"/>
                </a:lnTo>
                <a:lnTo>
                  <a:pt x="14261" y="9401"/>
                </a:lnTo>
                <a:lnTo>
                  <a:pt x="14040" y="10272"/>
                </a:lnTo>
                <a:lnTo>
                  <a:pt x="13819" y="9401"/>
                </a:lnTo>
                <a:lnTo>
                  <a:pt x="12948" y="9180"/>
                </a:lnTo>
                <a:lnTo>
                  <a:pt x="13819" y="8959"/>
                </a:lnTo>
                <a:close/>
                <a:moveTo>
                  <a:pt x="8502" y="12300"/>
                </a:moveTo>
                <a:cubicBezTo>
                  <a:pt x="8502" y="12688"/>
                  <a:pt x="8188" y="13002"/>
                  <a:pt x="7800" y="13002"/>
                </a:cubicBezTo>
                <a:cubicBezTo>
                  <a:pt x="7412" y="13002"/>
                  <a:pt x="7098" y="12688"/>
                  <a:pt x="7098" y="12300"/>
                </a:cubicBezTo>
                <a:cubicBezTo>
                  <a:pt x="7098" y="11912"/>
                  <a:pt x="7412" y="11598"/>
                  <a:pt x="7800" y="11598"/>
                </a:cubicBezTo>
                <a:cubicBezTo>
                  <a:pt x="8188" y="11598"/>
                  <a:pt x="8502" y="11912"/>
                  <a:pt x="8502" y="12300"/>
                </a:cubicBezTo>
                <a:close/>
                <a:moveTo>
                  <a:pt x="11622" y="12300"/>
                </a:moveTo>
                <a:cubicBezTo>
                  <a:pt x="11622" y="12688"/>
                  <a:pt x="11308" y="13002"/>
                  <a:pt x="10920" y="13002"/>
                </a:cubicBezTo>
                <a:cubicBezTo>
                  <a:pt x="10532" y="13002"/>
                  <a:pt x="10218" y="12688"/>
                  <a:pt x="10218" y="12300"/>
                </a:cubicBezTo>
                <a:cubicBezTo>
                  <a:pt x="10218" y="11912"/>
                  <a:pt x="10532" y="11598"/>
                  <a:pt x="10920" y="11598"/>
                </a:cubicBezTo>
                <a:cubicBezTo>
                  <a:pt x="11308" y="11598"/>
                  <a:pt x="11622" y="11912"/>
                  <a:pt x="11622" y="12300"/>
                </a:cubicBezTo>
                <a:close/>
                <a:moveTo>
                  <a:pt x="7020" y="14640"/>
                </a:moveTo>
                <a:quadBezTo>
                  <a:pt x="9360" y="16200"/>
                  <a:pt x="11700" y="14640"/>
                </a:quadBezTo>
                <a:moveTo>
                  <a:pt x="6892" y="14881"/>
                </a:moveTo>
                <a:lnTo>
                  <a:pt x="9232" y="16129"/>
                </a:lnTo>
                <a:lnTo>
                  <a:pt x="9488" y="15647"/>
                </a:lnTo>
                <a:lnTo>
                  <a:pt x="7148" y="14399"/>
                </a:lnTo>
                <a:close/>
                <a:moveTo>
                  <a:pt x="9488" y="16129"/>
                </a:moveTo>
                <a:lnTo>
                  <a:pt x="11828" y="14881"/>
                </a:lnTo>
                <a:lnTo>
                  <a:pt x="11572" y="14399"/>
                </a:lnTo>
                <a:lnTo>
                  <a:pt x="9232" y="15647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智能助手·已验证</a:t>
            </a:r>
          </a:p>
        </p:txBody>
      </p:sp>
      <p:sp>
        <p:nvSpPr>
          <p:cNvPr id="7" name="AI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040" y="13080"/>
                </a:moveTo>
                <a:cubicBezTo>
                  <a:pt x="14040" y="15665"/>
                  <a:pt x="11945" y="17760"/>
                  <a:pt x="9360" y="17760"/>
                </a:cubicBezTo>
                <a:cubicBezTo>
                  <a:pt x="6775" y="17760"/>
                  <a:pt x="4680" y="15665"/>
                  <a:pt x="4680" y="13080"/>
                </a:cubicBezTo>
                <a:cubicBezTo>
                  <a:pt x="4680" y="10495"/>
                  <a:pt x="6775" y="8400"/>
                  <a:pt x="9360" y="8400"/>
                </a:cubicBezTo>
                <a:cubicBezTo>
                  <a:pt x="11945" y="8400"/>
                  <a:pt x="14040" y="10495"/>
                  <a:pt x="14040" y="13080"/>
                </a:cubicBezTo>
                <a:close/>
                <a:moveTo>
                  <a:pt x="8814" y="17760"/>
                </a:moveTo>
                <a:lnTo>
                  <a:pt x="9906" y="17760"/>
                </a:lnTo>
                <a:cubicBezTo>
                  <a:pt x="10035" y="17760"/>
                  <a:pt x="10140" y="17865"/>
                  <a:pt x="10140" y="17994"/>
                </a:cubicBezTo>
                <a:lnTo>
                  <a:pt x="10140" y="21426"/>
                </a:lnTo>
                <a:cubicBezTo>
                  <a:pt x="10140" y="21555"/>
                  <a:pt x="10035" y="21660"/>
                  <a:pt x="990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5460" y="7776"/>
                </a:moveTo>
                <a:lnTo>
                  <a:pt x="5736" y="8904"/>
                </a:lnTo>
                <a:lnTo>
                  <a:pt x="6864" y="9180"/>
                </a:lnTo>
                <a:lnTo>
                  <a:pt x="5736" y="9456"/>
                </a:lnTo>
                <a:lnTo>
                  <a:pt x="5460" y="10584"/>
                </a:lnTo>
                <a:lnTo>
                  <a:pt x="5184" y="9456"/>
                </a:lnTo>
                <a:lnTo>
                  <a:pt x="4056" y="9180"/>
                </a:lnTo>
                <a:lnTo>
                  <a:pt x="5184" y="8904"/>
                </a:lnTo>
                <a:close/>
                <a:moveTo>
                  <a:pt x="14040" y="8088"/>
                </a:moveTo>
                <a:lnTo>
                  <a:pt x="14261" y="8959"/>
                </a:lnTo>
                <a:lnTo>
                  <a:pt x="15132" y="9180"/>
                </a:lnTo>
                <a:lnTo>
                  <a:pt x="14261" y="9401"/>
                </a:lnTo>
                <a:lnTo>
                  <a:pt x="14040" y="10272"/>
                </a:lnTo>
                <a:lnTo>
                  <a:pt x="13819" y="9401"/>
                </a:lnTo>
                <a:lnTo>
                  <a:pt x="12948" y="9180"/>
                </a:lnTo>
                <a:lnTo>
                  <a:pt x="13819" y="8959"/>
                </a:lnTo>
                <a:close/>
                <a:moveTo>
                  <a:pt x="8502" y="12300"/>
                </a:moveTo>
                <a:cubicBezTo>
                  <a:pt x="8502" y="12688"/>
                  <a:pt x="8188" y="13002"/>
                  <a:pt x="7800" y="13002"/>
                </a:cubicBezTo>
                <a:cubicBezTo>
                  <a:pt x="7412" y="13002"/>
                  <a:pt x="7098" y="12688"/>
                  <a:pt x="7098" y="12300"/>
                </a:cubicBezTo>
                <a:cubicBezTo>
                  <a:pt x="7098" y="11912"/>
                  <a:pt x="7412" y="11598"/>
                  <a:pt x="7800" y="11598"/>
                </a:cubicBezTo>
                <a:cubicBezTo>
                  <a:pt x="8188" y="11598"/>
                  <a:pt x="8502" y="11912"/>
                  <a:pt x="8502" y="12300"/>
                </a:cubicBezTo>
                <a:close/>
                <a:moveTo>
                  <a:pt x="11622" y="12300"/>
                </a:moveTo>
                <a:cubicBezTo>
                  <a:pt x="11622" y="12688"/>
                  <a:pt x="11308" y="13002"/>
                  <a:pt x="10920" y="13002"/>
                </a:cubicBezTo>
                <a:cubicBezTo>
                  <a:pt x="10532" y="13002"/>
                  <a:pt x="10218" y="12688"/>
                  <a:pt x="10218" y="12300"/>
                </a:cubicBezTo>
                <a:cubicBezTo>
                  <a:pt x="10218" y="11912"/>
                  <a:pt x="10532" y="11598"/>
                  <a:pt x="10920" y="11598"/>
                </a:cubicBezTo>
                <a:cubicBezTo>
                  <a:pt x="11308" y="11598"/>
                  <a:pt x="11622" y="11912"/>
                  <a:pt x="11622" y="12300"/>
                </a:cubicBezTo>
                <a:close/>
                <a:moveTo>
                  <a:pt x="7020" y="14640"/>
                </a:moveTo>
                <a:quadBezTo>
                  <a:pt x="9360" y="16200"/>
                  <a:pt x="11700" y="14640"/>
                </a:quadBezTo>
                <a:moveTo>
                  <a:pt x="6892" y="14881"/>
                </a:moveTo>
                <a:lnTo>
                  <a:pt x="9232" y="16129"/>
                </a:lnTo>
                <a:lnTo>
                  <a:pt x="9488" y="15647"/>
                </a:lnTo>
                <a:lnTo>
                  <a:pt x="7148" y="14399"/>
                </a:lnTo>
                <a:close/>
                <a:moveTo>
                  <a:pt x="9488" y="16129"/>
                </a:moveTo>
                <a:lnTo>
                  <a:pt x="11828" y="14881"/>
                </a:lnTo>
                <a:lnTo>
                  <a:pt x="11572" y="14399"/>
                </a:lnTo>
                <a:lnTo>
                  <a:pt x="9232" y="15647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智能助手·洞察</a:t>
            </a:r>
          </a:p>
        </p:txBody>
      </p:sp>
      <p:sp>
        <p:nvSpPr>
          <p:cNvPr id="10" name="AI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12000"/>
                </a:moveTo>
                <a:quadBezTo>
                  <a:pt x="6000" y="5000"/>
                  <a:pt x="12000" y="5000"/>
                </a:quadBezTo>
                <a:quadBezTo>
                  <a:pt x="18000" y="5000"/>
                  <a:pt x="22000" y="12000"/>
                </a:quadBezTo>
                <a:quadBezTo>
                  <a:pt x="18000" y="19000"/>
                  <a:pt x="12000" y="19000"/>
                </a:quadBezTo>
                <a:quadBezTo>
                  <a:pt x="6000" y="19000"/>
                  <a:pt x="2000" y="12000"/>
                </a:quadBezTo>
                <a:close/>
                <a:moveTo>
                  <a:pt x="12000" y="8000"/>
                </a:moveTo>
                <a:cubicBezTo>
                  <a:pt x="9800" y="8000"/>
                  <a:pt x="8000" y="9800"/>
                  <a:pt x="8000" y="12000"/>
                </a:cubicBezTo>
                <a:cubicBezTo>
                  <a:pt x="8000" y="14200"/>
                  <a:pt x="9800" y="16000"/>
                  <a:pt x="12000" y="16000"/>
                </a:cubicBezTo>
                <a:cubicBezTo>
                  <a:pt x="14200" y="16000"/>
                  <a:pt x="16000" y="14200"/>
                  <a:pt x="16000" y="12000"/>
                </a:cubicBezTo>
                <a:cubicBezTo>
                  <a:pt x="16000" y="9800"/>
                  <a:pt x="14200" y="8000"/>
                  <a:pt x="12000" y="8000"/>
                </a:cubicBezTo>
                <a:close/>
                <a:moveTo>
                  <a:pt x="12000" y="9000"/>
                </a:moveTo>
                <a:lnTo>
                  <a:pt x="12707" y="11293"/>
                </a:lnTo>
                <a:lnTo>
                  <a:pt x="15000" y="12000"/>
                </a:lnTo>
                <a:lnTo>
                  <a:pt x="12707" y="12707"/>
                </a:lnTo>
                <a:lnTo>
                  <a:pt x="12000" y="15000"/>
                </a:lnTo>
                <a:lnTo>
                  <a:pt x="11293" y="12707"/>
                </a:lnTo>
                <a:lnTo>
                  <a:pt x="9000" y="12000"/>
                </a:lnTo>
                <a:lnTo>
                  <a:pt x="11293" y="11293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AI视觉</a:t>
            </a:r>
          </a:p>
        </p:txBody>
      </p:sp>
      <p:sp>
        <p:nvSpPr>
          <p:cNvPr id="13" name="AI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quadBezTo>
                  <a:pt x="4680" y="9180"/>
                  <a:pt x="9360" y="9180"/>
                </a:quadBezTo>
                <a:quadBezTo>
                  <a:pt x="14040" y="9180"/>
                  <a:pt x="17160" y="14640"/>
                </a:quadBezTo>
                <a:quadBezTo>
                  <a:pt x="14040" y="20100"/>
                  <a:pt x="9360" y="20100"/>
                </a:quadBezTo>
                <a:quadBezTo>
                  <a:pt x="4680" y="20100"/>
                  <a:pt x="1560" y="14640"/>
                </a:quadBezTo>
                <a:close/>
                <a:moveTo>
                  <a:pt x="9360" y="11520"/>
                </a:moveTo>
                <a:cubicBezTo>
                  <a:pt x="7644" y="11520"/>
                  <a:pt x="6240" y="12924"/>
                  <a:pt x="6240" y="14640"/>
                </a:cubicBezTo>
                <a:cubicBezTo>
                  <a:pt x="6240" y="16356"/>
                  <a:pt x="7644" y="17760"/>
                  <a:pt x="9360" y="17760"/>
                </a:cubicBezTo>
                <a:cubicBezTo>
                  <a:pt x="11076" y="17760"/>
                  <a:pt x="12480" y="16356"/>
                  <a:pt x="12480" y="14640"/>
                </a:cubicBezTo>
                <a:cubicBezTo>
                  <a:pt x="12480" y="12924"/>
                  <a:pt x="11076" y="11520"/>
                  <a:pt x="9360" y="11520"/>
                </a:cubicBezTo>
                <a:close/>
                <a:moveTo>
                  <a:pt x="9360" y="12300"/>
                </a:moveTo>
                <a:lnTo>
                  <a:pt x="9912" y="14088"/>
                </a:lnTo>
                <a:lnTo>
                  <a:pt x="11700" y="14640"/>
                </a:lnTo>
                <a:lnTo>
                  <a:pt x="9912" y="15192"/>
                </a:lnTo>
                <a:lnTo>
                  <a:pt x="9360" y="16980"/>
                </a:lnTo>
                <a:lnTo>
                  <a:pt x="8808" y="15192"/>
                </a:lnTo>
                <a:lnTo>
                  <a:pt x="7020" y="14640"/>
                </a:lnTo>
                <a:lnTo>
                  <a:pt x="8808" y="14088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AI视觉·智能</a:t>
            </a:r>
          </a:p>
        </p:txBody>
      </p:sp>
      <p:sp>
        <p:nvSpPr>
          <p:cNvPr id="16" name="AI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quadBezTo>
                  <a:pt x="4680" y="9180"/>
                  <a:pt x="9360" y="9180"/>
                </a:quadBezTo>
                <a:quadBezTo>
                  <a:pt x="14040" y="9180"/>
                  <a:pt x="17160" y="14640"/>
                </a:quadBezTo>
                <a:quadBezTo>
                  <a:pt x="14040" y="20100"/>
                  <a:pt x="9360" y="20100"/>
                </a:quadBezTo>
                <a:quadBezTo>
                  <a:pt x="4680" y="20100"/>
                  <a:pt x="1560" y="14640"/>
                </a:quadBezTo>
                <a:close/>
                <a:moveTo>
                  <a:pt x="9360" y="11520"/>
                </a:moveTo>
                <a:cubicBezTo>
                  <a:pt x="7644" y="11520"/>
                  <a:pt x="6240" y="12924"/>
                  <a:pt x="6240" y="14640"/>
                </a:cubicBezTo>
                <a:cubicBezTo>
                  <a:pt x="6240" y="16356"/>
                  <a:pt x="7644" y="17760"/>
                  <a:pt x="9360" y="17760"/>
                </a:cubicBezTo>
                <a:cubicBezTo>
                  <a:pt x="11076" y="17760"/>
                  <a:pt x="12480" y="16356"/>
                  <a:pt x="12480" y="14640"/>
                </a:cubicBezTo>
                <a:cubicBezTo>
                  <a:pt x="12480" y="12924"/>
                  <a:pt x="11076" y="11520"/>
                  <a:pt x="9360" y="11520"/>
                </a:cubicBezTo>
                <a:close/>
                <a:moveTo>
                  <a:pt x="9360" y="12300"/>
                </a:moveTo>
                <a:lnTo>
                  <a:pt x="9912" y="14088"/>
                </a:lnTo>
                <a:lnTo>
                  <a:pt x="11700" y="14640"/>
                </a:lnTo>
                <a:lnTo>
                  <a:pt x="9912" y="15192"/>
                </a:lnTo>
                <a:lnTo>
                  <a:pt x="9360" y="16980"/>
                </a:lnTo>
                <a:lnTo>
                  <a:pt x="8808" y="15192"/>
                </a:lnTo>
                <a:lnTo>
                  <a:pt x="7020" y="14640"/>
                </a:lnTo>
                <a:lnTo>
                  <a:pt x="8808" y="14088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AI视觉·可配置</a:t>
            </a:r>
          </a:p>
        </p:txBody>
      </p:sp>
      <p:sp>
        <p:nvSpPr>
          <p:cNvPr id="19" name="AI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quadBezTo>
                  <a:pt x="4680" y="9180"/>
                  <a:pt x="9360" y="9180"/>
                </a:quadBezTo>
                <a:quadBezTo>
                  <a:pt x="14040" y="9180"/>
                  <a:pt x="17160" y="14640"/>
                </a:quadBezTo>
                <a:quadBezTo>
                  <a:pt x="14040" y="20100"/>
                  <a:pt x="9360" y="20100"/>
                </a:quadBezTo>
                <a:quadBezTo>
                  <a:pt x="4680" y="20100"/>
                  <a:pt x="1560" y="14640"/>
                </a:quadBezTo>
                <a:close/>
                <a:moveTo>
                  <a:pt x="9360" y="11520"/>
                </a:moveTo>
                <a:cubicBezTo>
                  <a:pt x="7644" y="11520"/>
                  <a:pt x="6240" y="12924"/>
                  <a:pt x="6240" y="14640"/>
                </a:cubicBezTo>
                <a:cubicBezTo>
                  <a:pt x="6240" y="16356"/>
                  <a:pt x="7644" y="17760"/>
                  <a:pt x="9360" y="17760"/>
                </a:cubicBezTo>
                <a:cubicBezTo>
                  <a:pt x="11076" y="17760"/>
                  <a:pt x="12480" y="16356"/>
                  <a:pt x="12480" y="14640"/>
                </a:cubicBezTo>
                <a:cubicBezTo>
                  <a:pt x="12480" y="12924"/>
                  <a:pt x="11076" y="11520"/>
                  <a:pt x="9360" y="11520"/>
                </a:cubicBezTo>
                <a:close/>
                <a:moveTo>
                  <a:pt x="9360" y="12300"/>
                </a:moveTo>
                <a:lnTo>
                  <a:pt x="9912" y="14088"/>
                </a:lnTo>
                <a:lnTo>
                  <a:pt x="11700" y="14640"/>
                </a:lnTo>
                <a:lnTo>
                  <a:pt x="9912" y="15192"/>
                </a:lnTo>
                <a:lnTo>
                  <a:pt x="9360" y="16980"/>
                </a:lnTo>
                <a:lnTo>
                  <a:pt x="8808" y="15192"/>
                </a:lnTo>
                <a:lnTo>
                  <a:pt x="7020" y="14640"/>
                </a:lnTo>
                <a:lnTo>
                  <a:pt x="8808" y="14088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AI视觉·同步</a:t>
            </a:r>
          </a:p>
        </p:txBody>
      </p:sp>
      <p:sp>
        <p:nvSpPr>
          <p:cNvPr id="22" name="AI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quadBezTo>
                  <a:pt x="4680" y="9180"/>
                  <a:pt x="9360" y="9180"/>
                </a:quadBezTo>
                <a:quadBezTo>
                  <a:pt x="14040" y="9180"/>
                  <a:pt x="17160" y="14640"/>
                </a:quadBezTo>
                <a:quadBezTo>
                  <a:pt x="14040" y="20100"/>
                  <a:pt x="9360" y="20100"/>
                </a:quadBezTo>
                <a:quadBezTo>
                  <a:pt x="4680" y="20100"/>
                  <a:pt x="1560" y="14640"/>
                </a:quadBezTo>
                <a:close/>
                <a:moveTo>
                  <a:pt x="9360" y="11520"/>
                </a:moveTo>
                <a:cubicBezTo>
                  <a:pt x="7644" y="11520"/>
                  <a:pt x="6240" y="12924"/>
                  <a:pt x="6240" y="14640"/>
                </a:cubicBezTo>
                <a:cubicBezTo>
                  <a:pt x="6240" y="16356"/>
                  <a:pt x="7644" y="17760"/>
                  <a:pt x="9360" y="17760"/>
                </a:cubicBezTo>
                <a:cubicBezTo>
                  <a:pt x="11076" y="17760"/>
                  <a:pt x="12480" y="16356"/>
                  <a:pt x="12480" y="14640"/>
                </a:cubicBezTo>
                <a:cubicBezTo>
                  <a:pt x="12480" y="12924"/>
                  <a:pt x="11076" y="11520"/>
                  <a:pt x="9360" y="11520"/>
                </a:cubicBezTo>
                <a:close/>
                <a:moveTo>
                  <a:pt x="9360" y="12300"/>
                </a:moveTo>
                <a:lnTo>
                  <a:pt x="9912" y="14088"/>
                </a:lnTo>
                <a:lnTo>
                  <a:pt x="11700" y="14640"/>
                </a:lnTo>
                <a:lnTo>
                  <a:pt x="9912" y="15192"/>
                </a:lnTo>
                <a:lnTo>
                  <a:pt x="9360" y="16980"/>
                </a:lnTo>
                <a:lnTo>
                  <a:pt x="8808" y="15192"/>
                </a:lnTo>
                <a:lnTo>
                  <a:pt x="7020" y="14640"/>
                </a:lnTo>
                <a:lnTo>
                  <a:pt x="8808" y="14088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AI视觉·已验证</a:t>
            </a:r>
          </a:p>
        </p:txBody>
      </p:sp>
      <p:sp>
        <p:nvSpPr>
          <p:cNvPr id="25" name="AI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4640"/>
                </a:moveTo>
                <a:quadBezTo>
                  <a:pt x="4680" y="9180"/>
                  <a:pt x="9360" y="9180"/>
                </a:quadBezTo>
                <a:quadBezTo>
                  <a:pt x="14040" y="9180"/>
                  <a:pt x="17160" y="14640"/>
                </a:quadBezTo>
                <a:quadBezTo>
                  <a:pt x="14040" y="20100"/>
                  <a:pt x="9360" y="20100"/>
                </a:quadBezTo>
                <a:quadBezTo>
                  <a:pt x="4680" y="20100"/>
                  <a:pt x="1560" y="14640"/>
                </a:quadBezTo>
                <a:close/>
                <a:moveTo>
                  <a:pt x="9360" y="11520"/>
                </a:moveTo>
                <a:cubicBezTo>
                  <a:pt x="7644" y="11520"/>
                  <a:pt x="6240" y="12924"/>
                  <a:pt x="6240" y="14640"/>
                </a:cubicBezTo>
                <a:cubicBezTo>
                  <a:pt x="6240" y="16356"/>
                  <a:pt x="7644" y="17760"/>
                  <a:pt x="9360" y="17760"/>
                </a:cubicBezTo>
                <a:cubicBezTo>
                  <a:pt x="11076" y="17760"/>
                  <a:pt x="12480" y="16356"/>
                  <a:pt x="12480" y="14640"/>
                </a:cubicBezTo>
                <a:cubicBezTo>
                  <a:pt x="12480" y="12924"/>
                  <a:pt x="11076" y="11520"/>
                  <a:pt x="9360" y="11520"/>
                </a:cubicBezTo>
                <a:close/>
                <a:moveTo>
                  <a:pt x="9360" y="12300"/>
                </a:moveTo>
                <a:lnTo>
                  <a:pt x="9912" y="14088"/>
                </a:lnTo>
                <a:lnTo>
                  <a:pt x="11700" y="14640"/>
                </a:lnTo>
                <a:lnTo>
                  <a:pt x="9912" y="15192"/>
                </a:lnTo>
                <a:lnTo>
                  <a:pt x="9360" y="16980"/>
                </a:lnTo>
                <a:lnTo>
                  <a:pt x="8808" y="15192"/>
                </a:lnTo>
                <a:lnTo>
                  <a:pt x="7020" y="14640"/>
                </a:lnTo>
                <a:lnTo>
                  <a:pt x="8808" y="14088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AI视觉·洞察</a:t>
            </a:r>
          </a:p>
        </p:txBody>
      </p:sp>
      <p:sp>
        <p:nvSpPr>
          <p:cNvPr id="28" name="AI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3000"/>
                </a:moveTo>
                <a:lnTo>
                  <a:pt x="22000" y="8000"/>
                </a:lnTo>
                <a:lnTo>
                  <a:pt x="12000" y="13000"/>
                </a:lnTo>
                <a:lnTo>
                  <a:pt x="2000" y="8000"/>
                </a:lnTo>
                <a:close/>
                <a:moveTo>
                  <a:pt x="12000" y="11000"/>
                </a:moveTo>
                <a:lnTo>
                  <a:pt x="22000" y="16000"/>
                </a:lnTo>
                <a:lnTo>
                  <a:pt x="12000" y="21000"/>
                </a:lnTo>
                <a:lnTo>
                  <a:pt x="2000" y="16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模型层</a:t>
            </a:r>
          </a:p>
        </p:txBody>
      </p:sp>
      <p:sp>
        <p:nvSpPr>
          <p:cNvPr id="31" name="AI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7160" y="11520"/>
                </a:lnTo>
                <a:lnTo>
                  <a:pt x="9360" y="15420"/>
                </a:lnTo>
                <a:lnTo>
                  <a:pt x="1560" y="11520"/>
                </a:lnTo>
                <a:close/>
                <a:moveTo>
                  <a:pt x="9360" y="13860"/>
                </a:moveTo>
                <a:lnTo>
                  <a:pt x="17160" y="17760"/>
                </a:lnTo>
                <a:lnTo>
                  <a:pt x="9360" y="21660"/>
                </a:lnTo>
                <a:lnTo>
                  <a:pt x="1560" y="17760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模型层·智能</a:t>
            </a:r>
          </a:p>
        </p:txBody>
      </p:sp>
      <p:sp>
        <p:nvSpPr>
          <p:cNvPr id="34" name="AI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7160" y="11520"/>
                </a:lnTo>
                <a:lnTo>
                  <a:pt x="9360" y="15420"/>
                </a:lnTo>
                <a:lnTo>
                  <a:pt x="1560" y="11520"/>
                </a:lnTo>
                <a:close/>
                <a:moveTo>
                  <a:pt x="9360" y="13860"/>
                </a:moveTo>
                <a:lnTo>
                  <a:pt x="17160" y="17760"/>
                </a:lnTo>
                <a:lnTo>
                  <a:pt x="9360" y="21660"/>
                </a:lnTo>
                <a:lnTo>
                  <a:pt x="1560" y="17760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模型层·可配置</a:t>
            </a:r>
          </a:p>
        </p:txBody>
      </p:sp>
      <p:sp>
        <p:nvSpPr>
          <p:cNvPr id="37" name="AI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7160" y="11520"/>
                </a:lnTo>
                <a:lnTo>
                  <a:pt x="9360" y="15420"/>
                </a:lnTo>
                <a:lnTo>
                  <a:pt x="1560" y="11520"/>
                </a:lnTo>
                <a:close/>
                <a:moveTo>
                  <a:pt x="9360" y="13860"/>
                </a:moveTo>
                <a:lnTo>
                  <a:pt x="17160" y="17760"/>
                </a:lnTo>
                <a:lnTo>
                  <a:pt x="9360" y="21660"/>
                </a:lnTo>
                <a:lnTo>
                  <a:pt x="1560" y="17760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模型层·同步</a:t>
            </a:r>
          </a:p>
        </p:txBody>
      </p:sp>
      <p:sp>
        <p:nvSpPr>
          <p:cNvPr id="40" name="AI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7160" y="11520"/>
                </a:lnTo>
                <a:lnTo>
                  <a:pt x="9360" y="15420"/>
                </a:lnTo>
                <a:lnTo>
                  <a:pt x="1560" y="11520"/>
                </a:lnTo>
                <a:close/>
                <a:moveTo>
                  <a:pt x="9360" y="13860"/>
                </a:moveTo>
                <a:lnTo>
                  <a:pt x="17160" y="17760"/>
                </a:lnTo>
                <a:lnTo>
                  <a:pt x="9360" y="21660"/>
                </a:lnTo>
                <a:lnTo>
                  <a:pt x="1560" y="1776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模型层·已验证</a:t>
            </a:r>
          </a:p>
        </p:txBody>
      </p:sp>
      <p:sp>
        <p:nvSpPr>
          <p:cNvPr id="43" name="AI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7160" y="11520"/>
                </a:lnTo>
                <a:lnTo>
                  <a:pt x="9360" y="15420"/>
                </a:lnTo>
                <a:lnTo>
                  <a:pt x="1560" y="11520"/>
                </a:lnTo>
                <a:close/>
                <a:moveTo>
                  <a:pt x="9360" y="13860"/>
                </a:moveTo>
                <a:lnTo>
                  <a:pt x="17160" y="17760"/>
                </a:lnTo>
                <a:lnTo>
                  <a:pt x="9360" y="21660"/>
                </a:lnTo>
                <a:lnTo>
                  <a:pt x="1560" y="1776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模型层·洞察</a:t>
            </a:r>
          </a:p>
        </p:txBody>
      </p:sp>
      <p:sp>
        <p:nvSpPr>
          <p:cNvPr id="46" name="AI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5000"/>
                </a:moveTo>
                <a:lnTo>
                  <a:pt x="21000" y="5000"/>
                </a:lnTo>
                <a:cubicBezTo>
                  <a:pt x="21552" y="5000"/>
                  <a:pt x="22000" y="5448"/>
                  <a:pt x="22000" y="6000"/>
                </a:cubicBezTo>
                <a:lnTo>
                  <a:pt x="22000" y="18000"/>
                </a:lnTo>
                <a:cubicBezTo>
                  <a:pt x="22000" y="18552"/>
                  <a:pt x="21552" y="19000"/>
                  <a:pt x="21000" y="19000"/>
                </a:cubicBezTo>
                <a:lnTo>
                  <a:pt x="3000" y="19000"/>
                </a:lnTo>
                <a:cubicBezTo>
                  <a:pt x="2448" y="19000"/>
                  <a:pt x="2000" y="18552"/>
                  <a:pt x="2000" y="18000"/>
                </a:cubicBezTo>
                <a:lnTo>
                  <a:pt x="2000" y="6000"/>
                </a:lnTo>
                <a:cubicBezTo>
                  <a:pt x="2000" y="5448"/>
                  <a:pt x="2448" y="5000"/>
                  <a:pt x="3000" y="5000"/>
                </a:cubicBezTo>
                <a:close/>
                <a:moveTo>
                  <a:pt x="5300" y="9000"/>
                </a:moveTo>
                <a:lnTo>
                  <a:pt x="16700" y="9000"/>
                </a:lnTo>
                <a:cubicBezTo>
                  <a:pt x="16866" y="9000"/>
                  <a:pt x="17000" y="9134"/>
                  <a:pt x="17000" y="9300"/>
                </a:cubicBezTo>
                <a:lnTo>
                  <a:pt x="17000" y="9900"/>
                </a:lnTo>
                <a:cubicBezTo>
                  <a:pt x="17000" y="10066"/>
                  <a:pt x="16866" y="10200"/>
                  <a:pt x="16700" y="10200"/>
                </a:cubicBezTo>
                <a:lnTo>
                  <a:pt x="5300" y="10200"/>
                </a:lnTo>
                <a:cubicBezTo>
                  <a:pt x="5134" y="10200"/>
                  <a:pt x="5000" y="10066"/>
                  <a:pt x="5000" y="9900"/>
                </a:cubicBezTo>
                <a:lnTo>
                  <a:pt x="5000" y="9300"/>
                </a:lnTo>
                <a:cubicBezTo>
                  <a:pt x="5000" y="9134"/>
                  <a:pt x="5134" y="9000"/>
                  <a:pt x="5300" y="9000"/>
                </a:cubicBezTo>
                <a:close/>
                <a:moveTo>
                  <a:pt x="5300" y="12000"/>
                </a:moveTo>
                <a:lnTo>
                  <a:pt x="13700" y="12000"/>
                </a:lnTo>
                <a:cubicBezTo>
                  <a:pt x="13866" y="12000"/>
                  <a:pt x="14000" y="12134"/>
                  <a:pt x="14000" y="12300"/>
                </a:cubicBezTo>
                <a:lnTo>
                  <a:pt x="14000" y="12900"/>
                </a:lnTo>
                <a:cubicBezTo>
                  <a:pt x="14000" y="13066"/>
                  <a:pt x="13866" y="13200"/>
                  <a:pt x="13700" y="13200"/>
                </a:cubicBezTo>
                <a:lnTo>
                  <a:pt x="5300" y="13200"/>
                </a:lnTo>
                <a:cubicBezTo>
                  <a:pt x="5134" y="13200"/>
                  <a:pt x="5000" y="13066"/>
                  <a:pt x="5000" y="12900"/>
                </a:cubicBezTo>
                <a:lnTo>
                  <a:pt x="5000" y="12300"/>
                </a:lnTo>
                <a:cubicBezTo>
                  <a:pt x="5000" y="12134"/>
                  <a:pt x="5134" y="12000"/>
                  <a:pt x="5300" y="12000"/>
                </a:cubicBezTo>
                <a:close/>
                <a:moveTo>
                  <a:pt x="5300" y="15000"/>
                </a:moveTo>
                <a:lnTo>
                  <a:pt x="10700" y="15000"/>
                </a:lnTo>
                <a:cubicBezTo>
                  <a:pt x="10866" y="15000"/>
                  <a:pt x="11000" y="15134"/>
                  <a:pt x="11000" y="15300"/>
                </a:cubicBezTo>
                <a:lnTo>
                  <a:pt x="11000" y="15900"/>
                </a:lnTo>
                <a:cubicBezTo>
                  <a:pt x="11000" y="16066"/>
                  <a:pt x="10866" y="16200"/>
                  <a:pt x="10700" y="16200"/>
                </a:cubicBezTo>
                <a:lnTo>
                  <a:pt x="5300" y="16200"/>
                </a:lnTo>
                <a:cubicBezTo>
                  <a:pt x="5134" y="16200"/>
                  <a:pt x="5000" y="16066"/>
                  <a:pt x="5000" y="15900"/>
                </a:cubicBezTo>
                <a:lnTo>
                  <a:pt x="5000" y="15300"/>
                </a:lnTo>
                <a:cubicBezTo>
                  <a:pt x="5000" y="15134"/>
                  <a:pt x="5134" y="15000"/>
                  <a:pt x="5300" y="15000"/>
                </a:cubicBezTo>
                <a:close/>
                <a:moveTo>
                  <a:pt x="19000" y="6600"/>
                </a:moveTo>
                <a:lnTo>
                  <a:pt x="19354" y="7646"/>
                </a:lnTo>
                <a:lnTo>
                  <a:pt x="20400" y="8000"/>
                </a:lnTo>
                <a:lnTo>
                  <a:pt x="19354" y="8354"/>
                </a:lnTo>
                <a:lnTo>
                  <a:pt x="19000" y="9400"/>
                </a:lnTo>
                <a:lnTo>
                  <a:pt x="18646" y="8354"/>
                </a:lnTo>
                <a:lnTo>
                  <a:pt x="17600" y="8000"/>
                </a:lnTo>
                <a:lnTo>
                  <a:pt x="18646" y="7646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Prompt 提示词</a:t>
            </a:r>
          </a:p>
        </p:txBody>
      </p:sp>
      <p:sp>
        <p:nvSpPr>
          <p:cNvPr id="49" name="AI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16380" y="9180"/>
                </a:lnTo>
                <a:cubicBezTo>
                  <a:pt x="16811" y="9180"/>
                  <a:pt x="17160" y="9529"/>
                  <a:pt x="17160" y="9960"/>
                </a:cubicBezTo>
                <a:lnTo>
                  <a:pt x="17160" y="19320"/>
                </a:lnTo>
                <a:cubicBezTo>
                  <a:pt x="17160" y="19751"/>
                  <a:pt x="16811" y="20100"/>
                  <a:pt x="16380" y="20100"/>
                </a:cubicBezTo>
                <a:lnTo>
                  <a:pt x="2340" y="20100"/>
                </a:lnTo>
                <a:cubicBezTo>
                  <a:pt x="1909" y="20100"/>
                  <a:pt x="1560" y="19751"/>
                  <a:pt x="1560" y="19320"/>
                </a:cubicBezTo>
                <a:lnTo>
                  <a:pt x="1560" y="9960"/>
                </a:lnTo>
                <a:cubicBezTo>
                  <a:pt x="1560" y="9529"/>
                  <a:pt x="1909" y="9180"/>
                  <a:pt x="2340" y="9180"/>
                </a:cubicBezTo>
                <a:close/>
                <a:moveTo>
                  <a:pt x="413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3002"/>
                </a:lnTo>
                <a:cubicBezTo>
                  <a:pt x="13260" y="13131"/>
                  <a:pt x="13155" y="13236"/>
                  <a:pt x="13026" y="13236"/>
                </a:cubicBezTo>
                <a:lnTo>
                  <a:pt x="4134" y="13236"/>
                </a:lnTo>
                <a:cubicBezTo>
                  <a:pt x="4005" y="13236"/>
                  <a:pt x="3900" y="13131"/>
                  <a:pt x="3900" y="13002"/>
                </a:cubicBezTo>
                <a:lnTo>
                  <a:pt x="3900" y="12534"/>
                </a:lnTo>
                <a:cubicBezTo>
                  <a:pt x="3900" y="12405"/>
                  <a:pt x="4005" y="12300"/>
                  <a:pt x="4134" y="12300"/>
                </a:cubicBezTo>
                <a:close/>
                <a:moveTo>
                  <a:pt x="4134" y="14640"/>
                </a:moveTo>
                <a:lnTo>
                  <a:pt x="10686" y="14640"/>
                </a:lnTo>
                <a:cubicBezTo>
                  <a:pt x="10815" y="14640"/>
                  <a:pt x="10920" y="14745"/>
                  <a:pt x="10920" y="14874"/>
                </a:cubicBezTo>
                <a:lnTo>
                  <a:pt x="10920" y="15342"/>
                </a:lnTo>
                <a:cubicBezTo>
                  <a:pt x="10920" y="15471"/>
                  <a:pt x="10815" y="15576"/>
                  <a:pt x="10686" y="15576"/>
                </a:cubicBezTo>
                <a:lnTo>
                  <a:pt x="4134" y="15576"/>
                </a:lnTo>
                <a:cubicBezTo>
                  <a:pt x="4005" y="15576"/>
                  <a:pt x="3900" y="15471"/>
                  <a:pt x="3900" y="15342"/>
                </a:cubicBezTo>
                <a:lnTo>
                  <a:pt x="3900" y="14874"/>
                </a:lnTo>
                <a:cubicBezTo>
                  <a:pt x="3900" y="14745"/>
                  <a:pt x="4005" y="14640"/>
                  <a:pt x="4134" y="14640"/>
                </a:cubicBezTo>
                <a:close/>
                <a:moveTo>
                  <a:pt x="4134" y="16980"/>
                </a:moveTo>
                <a:lnTo>
                  <a:pt x="8346" y="16980"/>
                </a:lnTo>
                <a:cubicBezTo>
                  <a:pt x="8475" y="16980"/>
                  <a:pt x="8580" y="17085"/>
                  <a:pt x="8580" y="17214"/>
                </a:cubicBezTo>
                <a:lnTo>
                  <a:pt x="8580" y="17682"/>
                </a:lnTo>
                <a:cubicBezTo>
                  <a:pt x="8580" y="17811"/>
                  <a:pt x="8475" y="17916"/>
                  <a:pt x="8346" y="17916"/>
                </a:cubicBezTo>
                <a:lnTo>
                  <a:pt x="4134" y="17916"/>
                </a:lnTo>
                <a:cubicBezTo>
                  <a:pt x="4005" y="17916"/>
                  <a:pt x="3900" y="17811"/>
                  <a:pt x="3900" y="17682"/>
                </a:cubicBezTo>
                <a:lnTo>
                  <a:pt x="3900" y="17214"/>
                </a:lnTo>
                <a:cubicBezTo>
                  <a:pt x="3900" y="17085"/>
                  <a:pt x="4005" y="16980"/>
                  <a:pt x="4134" y="16980"/>
                </a:cubicBezTo>
                <a:close/>
                <a:moveTo>
                  <a:pt x="14820" y="10428"/>
                </a:moveTo>
                <a:lnTo>
                  <a:pt x="15096" y="11244"/>
                </a:lnTo>
                <a:lnTo>
                  <a:pt x="15912" y="11520"/>
                </a:lnTo>
                <a:lnTo>
                  <a:pt x="15096" y="11796"/>
                </a:lnTo>
                <a:lnTo>
                  <a:pt x="14820" y="12612"/>
                </a:lnTo>
                <a:lnTo>
                  <a:pt x="14544" y="11796"/>
                </a:lnTo>
                <a:lnTo>
                  <a:pt x="13728" y="11520"/>
                </a:lnTo>
                <a:lnTo>
                  <a:pt x="14544" y="11244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Prompt 提示词·智能</a:t>
            </a:r>
          </a:p>
        </p:txBody>
      </p:sp>
      <p:sp>
        <p:nvSpPr>
          <p:cNvPr id="52" name="AI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16380" y="9180"/>
                </a:lnTo>
                <a:cubicBezTo>
                  <a:pt x="16811" y="9180"/>
                  <a:pt x="17160" y="9529"/>
                  <a:pt x="17160" y="9960"/>
                </a:cubicBezTo>
                <a:lnTo>
                  <a:pt x="17160" y="19320"/>
                </a:lnTo>
                <a:cubicBezTo>
                  <a:pt x="17160" y="19751"/>
                  <a:pt x="16811" y="20100"/>
                  <a:pt x="16380" y="20100"/>
                </a:cubicBezTo>
                <a:lnTo>
                  <a:pt x="2340" y="20100"/>
                </a:lnTo>
                <a:cubicBezTo>
                  <a:pt x="1909" y="20100"/>
                  <a:pt x="1560" y="19751"/>
                  <a:pt x="1560" y="19320"/>
                </a:cubicBezTo>
                <a:lnTo>
                  <a:pt x="1560" y="9960"/>
                </a:lnTo>
                <a:cubicBezTo>
                  <a:pt x="1560" y="9529"/>
                  <a:pt x="1909" y="9180"/>
                  <a:pt x="2340" y="9180"/>
                </a:cubicBezTo>
                <a:close/>
                <a:moveTo>
                  <a:pt x="413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3002"/>
                </a:lnTo>
                <a:cubicBezTo>
                  <a:pt x="13260" y="13131"/>
                  <a:pt x="13155" y="13236"/>
                  <a:pt x="13026" y="13236"/>
                </a:cubicBezTo>
                <a:lnTo>
                  <a:pt x="4134" y="13236"/>
                </a:lnTo>
                <a:cubicBezTo>
                  <a:pt x="4005" y="13236"/>
                  <a:pt x="3900" y="13131"/>
                  <a:pt x="3900" y="13002"/>
                </a:cubicBezTo>
                <a:lnTo>
                  <a:pt x="3900" y="12534"/>
                </a:lnTo>
                <a:cubicBezTo>
                  <a:pt x="3900" y="12405"/>
                  <a:pt x="4005" y="12300"/>
                  <a:pt x="4134" y="12300"/>
                </a:cubicBezTo>
                <a:close/>
                <a:moveTo>
                  <a:pt x="4134" y="14640"/>
                </a:moveTo>
                <a:lnTo>
                  <a:pt x="10686" y="14640"/>
                </a:lnTo>
                <a:cubicBezTo>
                  <a:pt x="10815" y="14640"/>
                  <a:pt x="10920" y="14745"/>
                  <a:pt x="10920" y="14874"/>
                </a:cubicBezTo>
                <a:lnTo>
                  <a:pt x="10920" y="15342"/>
                </a:lnTo>
                <a:cubicBezTo>
                  <a:pt x="10920" y="15471"/>
                  <a:pt x="10815" y="15576"/>
                  <a:pt x="10686" y="15576"/>
                </a:cubicBezTo>
                <a:lnTo>
                  <a:pt x="4134" y="15576"/>
                </a:lnTo>
                <a:cubicBezTo>
                  <a:pt x="4005" y="15576"/>
                  <a:pt x="3900" y="15471"/>
                  <a:pt x="3900" y="15342"/>
                </a:cubicBezTo>
                <a:lnTo>
                  <a:pt x="3900" y="14874"/>
                </a:lnTo>
                <a:cubicBezTo>
                  <a:pt x="3900" y="14745"/>
                  <a:pt x="4005" y="14640"/>
                  <a:pt x="4134" y="14640"/>
                </a:cubicBezTo>
                <a:close/>
                <a:moveTo>
                  <a:pt x="4134" y="16980"/>
                </a:moveTo>
                <a:lnTo>
                  <a:pt x="8346" y="16980"/>
                </a:lnTo>
                <a:cubicBezTo>
                  <a:pt x="8475" y="16980"/>
                  <a:pt x="8580" y="17085"/>
                  <a:pt x="8580" y="17214"/>
                </a:cubicBezTo>
                <a:lnTo>
                  <a:pt x="8580" y="17682"/>
                </a:lnTo>
                <a:cubicBezTo>
                  <a:pt x="8580" y="17811"/>
                  <a:pt x="8475" y="17916"/>
                  <a:pt x="8346" y="17916"/>
                </a:cubicBezTo>
                <a:lnTo>
                  <a:pt x="4134" y="17916"/>
                </a:lnTo>
                <a:cubicBezTo>
                  <a:pt x="4005" y="17916"/>
                  <a:pt x="3900" y="17811"/>
                  <a:pt x="3900" y="17682"/>
                </a:cubicBezTo>
                <a:lnTo>
                  <a:pt x="3900" y="17214"/>
                </a:lnTo>
                <a:cubicBezTo>
                  <a:pt x="3900" y="17085"/>
                  <a:pt x="4005" y="16980"/>
                  <a:pt x="4134" y="16980"/>
                </a:cubicBezTo>
                <a:close/>
                <a:moveTo>
                  <a:pt x="14820" y="10428"/>
                </a:moveTo>
                <a:lnTo>
                  <a:pt x="15096" y="11244"/>
                </a:lnTo>
                <a:lnTo>
                  <a:pt x="15912" y="11520"/>
                </a:lnTo>
                <a:lnTo>
                  <a:pt x="15096" y="11796"/>
                </a:lnTo>
                <a:lnTo>
                  <a:pt x="14820" y="12612"/>
                </a:lnTo>
                <a:lnTo>
                  <a:pt x="14544" y="11796"/>
                </a:lnTo>
                <a:lnTo>
                  <a:pt x="13728" y="11520"/>
                </a:lnTo>
                <a:lnTo>
                  <a:pt x="14544" y="11244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Prompt 提示词·可配置</a:t>
            </a:r>
          </a:p>
        </p:txBody>
      </p:sp>
      <p:sp>
        <p:nvSpPr>
          <p:cNvPr id="55" name="AI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16380" y="9180"/>
                </a:lnTo>
                <a:cubicBezTo>
                  <a:pt x="16811" y="9180"/>
                  <a:pt x="17160" y="9529"/>
                  <a:pt x="17160" y="9960"/>
                </a:cubicBezTo>
                <a:lnTo>
                  <a:pt x="17160" y="19320"/>
                </a:lnTo>
                <a:cubicBezTo>
                  <a:pt x="17160" y="19751"/>
                  <a:pt x="16811" y="20100"/>
                  <a:pt x="16380" y="20100"/>
                </a:cubicBezTo>
                <a:lnTo>
                  <a:pt x="2340" y="20100"/>
                </a:lnTo>
                <a:cubicBezTo>
                  <a:pt x="1909" y="20100"/>
                  <a:pt x="1560" y="19751"/>
                  <a:pt x="1560" y="19320"/>
                </a:cubicBezTo>
                <a:lnTo>
                  <a:pt x="1560" y="9960"/>
                </a:lnTo>
                <a:cubicBezTo>
                  <a:pt x="1560" y="9529"/>
                  <a:pt x="1909" y="9180"/>
                  <a:pt x="2340" y="9180"/>
                </a:cubicBezTo>
                <a:close/>
                <a:moveTo>
                  <a:pt x="413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3002"/>
                </a:lnTo>
                <a:cubicBezTo>
                  <a:pt x="13260" y="13131"/>
                  <a:pt x="13155" y="13236"/>
                  <a:pt x="13026" y="13236"/>
                </a:cubicBezTo>
                <a:lnTo>
                  <a:pt x="4134" y="13236"/>
                </a:lnTo>
                <a:cubicBezTo>
                  <a:pt x="4005" y="13236"/>
                  <a:pt x="3900" y="13131"/>
                  <a:pt x="3900" y="13002"/>
                </a:cubicBezTo>
                <a:lnTo>
                  <a:pt x="3900" y="12534"/>
                </a:lnTo>
                <a:cubicBezTo>
                  <a:pt x="3900" y="12405"/>
                  <a:pt x="4005" y="12300"/>
                  <a:pt x="4134" y="12300"/>
                </a:cubicBezTo>
                <a:close/>
                <a:moveTo>
                  <a:pt x="4134" y="14640"/>
                </a:moveTo>
                <a:lnTo>
                  <a:pt x="10686" y="14640"/>
                </a:lnTo>
                <a:cubicBezTo>
                  <a:pt x="10815" y="14640"/>
                  <a:pt x="10920" y="14745"/>
                  <a:pt x="10920" y="14874"/>
                </a:cubicBezTo>
                <a:lnTo>
                  <a:pt x="10920" y="15342"/>
                </a:lnTo>
                <a:cubicBezTo>
                  <a:pt x="10920" y="15471"/>
                  <a:pt x="10815" y="15576"/>
                  <a:pt x="10686" y="15576"/>
                </a:cubicBezTo>
                <a:lnTo>
                  <a:pt x="4134" y="15576"/>
                </a:lnTo>
                <a:cubicBezTo>
                  <a:pt x="4005" y="15576"/>
                  <a:pt x="3900" y="15471"/>
                  <a:pt x="3900" y="15342"/>
                </a:cubicBezTo>
                <a:lnTo>
                  <a:pt x="3900" y="14874"/>
                </a:lnTo>
                <a:cubicBezTo>
                  <a:pt x="3900" y="14745"/>
                  <a:pt x="4005" y="14640"/>
                  <a:pt x="4134" y="14640"/>
                </a:cubicBezTo>
                <a:close/>
                <a:moveTo>
                  <a:pt x="4134" y="16980"/>
                </a:moveTo>
                <a:lnTo>
                  <a:pt x="8346" y="16980"/>
                </a:lnTo>
                <a:cubicBezTo>
                  <a:pt x="8475" y="16980"/>
                  <a:pt x="8580" y="17085"/>
                  <a:pt x="8580" y="17214"/>
                </a:cubicBezTo>
                <a:lnTo>
                  <a:pt x="8580" y="17682"/>
                </a:lnTo>
                <a:cubicBezTo>
                  <a:pt x="8580" y="17811"/>
                  <a:pt x="8475" y="17916"/>
                  <a:pt x="8346" y="17916"/>
                </a:cubicBezTo>
                <a:lnTo>
                  <a:pt x="4134" y="17916"/>
                </a:lnTo>
                <a:cubicBezTo>
                  <a:pt x="4005" y="17916"/>
                  <a:pt x="3900" y="17811"/>
                  <a:pt x="3900" y="17682"/>
                </a:cubicBezTo>
                <a:lnTo>
                  <a:pt x="3900" y="17214"/>
                </a:lnTo>
                <a:cubicBezTo>
                  <a:pt x="3900" y="17085"/>
                  <a:pt x="4005" y="16980"/>
                  <a:pt x="4134" y="16980"/>
                </a:cubicBezTo>
                <a:close/>
                <a:moveTo>
                  <a:pt x="14820" y="10428"/>
                </a:moveTo>
                <a:lnTo>
                  <a:pt x="15096" y="11244"/>
                </a:lnTo>
                <a:lnTo>
                  <a:pt x="15912" y="11520"/>
                </a:lnTo>
                <a:lnTo>
                  <a:pt x="15096" y="11796"/>
                </a:lnTo>
                <a:lnTo>
                  <a:pt x="14820" y="12612"/>
                </a:lnTo>
                <a:lnTo>
                  <a:pt x="14544" y="11796"/>
                </a:lnTo>
                <a:lnTo>
                  <a:pt x="13728" y="11520"/>
                </a:lnTo>
                <a:lnTo>
                  <a:pt x="14544" y="11244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Prompt 提示词·同步</a:t>
            </a:r>
          </a:p>
        </p:txBody>
      </p:sp>
      <p:sp>
        <p:nvSpPr>
          <p:cNvPr id="58" name="AI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16380" y="9180"/>
                </a:lnTo>
                <a:cubicBezTo>
                  <a:pt x="16811" y="9180"/>
                  <a:pt x="17160" y="9529"/>
                  <a:pt x="17160" y="9960"/>
                </a:cubicBezTo>
                <a:lnTo>
                  <a:pt x="17160" y="19320"/>
                </a:lnTo>
                <a:cubicBezTo>
                  <a:pt x="17160" y="19751"/>
                  <a:pt x="16811" y="20100"/>
                  <a:pt x="16380" y="20100"/>
                </a:cubicBezTo>
                <a:lnTo>
                  <a:pt x="2340" y="20100"/>
                </a:lnTo>
                <a:cubicBezTo>
                  <a:pt x="1909" y="20100"/>
                  <a:pt x="1560" y="19751"/>
                  <a:pt x="1560" y="19320"/>
                </a:cubicBezTo>
                <a:lnTo>
                  <a:pt x="1560" y="9960"/>
                </a:lnTo>
                <a:cubicBezTo>
                  <a:pt x="1560" y="9529"/>
                  <a:pt x="1909" y="9180"/>
                  <a:pt x="2340" y="9180"/>
                </a:cubicBezTo>
                <a:close/>
                <a:moveTo>
                  <a:pt x="413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3002"/>
                </a:lnTo>
                <a:cubicBezTo>
                  <a:pt x="13260" y="13131"/>
                  <a:pt x="13155" y="13236"/>
                  <a:pt x="13026" y="13236"/>
                </a:cubicBezTo>
                <a:lnTo>
                  <a:pt x="4134" y="13236"/>
                </a:lnTo>
                <a:cubicBezTo>
                  <a:pt x="4005" y="13236"/>
                  <a:pt x="3900" y="13131"/>
                  <a:pt x="3900" y="13002"/>
                </a:cubicBezTo>
                <a:lnTo>
                  <a:pt x="3900" y="12534"/>
                </a:lnTo>
                <a:cubicBezTo>
                  <a:pt x="3900" y="12405"/>
                  <a:pt x="4005" y="12300"/>
                  <a:pt x="4134" y="12300"/>
                </a:cubicBezTo>
                <a:close/>
                <a:moveTo>
                  <a:pt x="4134" y="14640"/>
                </a:moveTo>
                <a:lnTo>
                  <a:pt x="10686" y="14640"/>
                </a:lnTo>
                <a:cubicBezTo>
                  <a:pt x="10815" y="14640"/>
                  <a:pt x="10920" y="14745"/>
                  <a:pt x="10920" y="14874"/>
                </a:cubicBezTo>
                <a:lnTo>
                  <a:pt x="10920" y="15342"/>
                </a:lnTo>
                <a:cubicBezTo>
                  <a:pt x="10920" y="15471"/>
                  <a:pt x="10815" y="15576"/>
                  <a:pt x="10686" y="15576"/>
                </a:cubicBezTo>
                <a:lnTo>
                  <a:pt x="4134" y="15576"/>
                </a:lnTo>
                <a:cubicBezTo>
                  <a:pt x="4005" y="15576"/>
                  <a:pt x="3900" y="15471"/>
                  <a:pt x="3900" y="15342"/>
                </a:cubicBezTo>
                <a:lnTo>
                  <a:pt x="3900" y="14874"/>
                </a:lnTo>
                <a:cubicBezTo>
                  <a:pt x="3900" y="14745"/>
                  <a:pt x="4005" y="14640"/>
                  <a:pt x="4134" y="14640"/>
                </a:cubicBezTo>
                <a:close/>
                <a:moveTo>
                  <a:pt x="4134" y="16980"/>
                </a:moveTo>
                <a:lnTo>
                  <a:pt x="8346" y="16980"/>
                </a:lnTo>
                <a:cubicBezTo>
                  <a:pt x="8475" y="16980"/>
                  <a:pt x="8580" y="17085"/>
                  <a:pt x="8580" y="17214"/>
                </a:cubicBezTo>
                <a:lnTo>
                  <a:pt x="8580" y="17682"/>
                </a:lnTo>
                <a:cubicBezTo>
                  <a:pt x="8580" y="17811"/>
                  <a:pt x="8475" y="17916"/>
                  <a:pt x="8346" y="17916"/>
                </a:cubicBezTo>
                <a:lnTo>
                  <a:pt x="4134" y="17916"/>
                </a:lnTo>
                <a:cubicBezTo>
                  <a:pt x="4005" y="17916"/>
                  <a:pt x="3900" y="17811"/>
                  <a:pt x="3900" y="17682"/>
                </a:cubicBezTo>
                <a:lnTo>
                  <a:pt x="3900" y="17214"/>
                </a:lnTo>
                <a:cubicBezTo>
                  <a:pt x="3900" y="17085"/>
                  <a:pt x="4005" y="16980"/>
                  <a:pt x="4134" y="16980"/>
                </a:cubicBezTo>
                <a:close/>
                <a:moveTo>
                  <a:pt x="14820" y="10428"/>
                </a:moveTo>
                <a:lnTo>
                  <a:pt x="15096" y="11244"/>
                </a:lnTo>
                <a:lnTo>
                  <a:pt x="15912" y="11520"/>
                </a:lnTo>
                <a:lnTo>
                  <a:pt x="15096" y="11796"/>
                </a:lnTo>
                <a:lnTo>
                  <a:pt x="14820" y="12612"/>
                </a:lnTo>
                <a:lnTo>
                  <a:pt x="14544" y="11796"/>
                </a:lnTo>
                <a:lnTo>
                  <a:pt x="13728" y="11520"/>
                </a:lnTo>
                <a:lnTo>
                  <a:pt x="14544" y="11244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Prompt 提示词·已验证</a:t>
            </a:r>
          </a:p>
        </p:txBody>
      </p:sp>
      <p:sp>
        <p:nvSpPr>
          <p:cNvPr id="61" name="AI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16380" y="9180"/>
                </a:lnTo>
                <a:cubicBezTo>
                  <a:pt x="16811" y="9180"/>
                  <a:pt x="17160" y="9529"/>
                  <a:pt x="17160" y="9960"/>
                </a:cubicBezTo>
                <a:lnTo>
                  <a:pt x="17160" y="19320"/>
                </a:lnTo>
                <a:cubicBezTo>
                  <a:pt x="17160" y="19751"/>
                  <a:pt x="16811" y="20100"/>
                  <a:pt x="16380" y="20100"/>
                </a:cubicBezTo>
                <a:lnTo>
                  <a:pt x="2340" y="20100"/>
                </a:lnTo>
                <a:cubicBezTo>
                  <a:pt x="1909" y="20100"/>
                  <a:pt x="1560" y="19751"/>
                  <a:pt x="1560" y="19320"/>
                </a:cubicBezTo>
                <a:lnTo>
                  <a:pt x="1560" y="9960"/>
                </a:lnTo>
                <a:cubicBezTo>
                  <a:pt x="1560" y="9529"/>
                  <a:pt x="1909" y="9180"/>
                  <a:pt x="2340" y="9180"/>
                </a:cubicBezTo>
                <a:close/>
                <a:moveTo>
                  <a:pt x="413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3002"/>
                </a:lnTo>
                <a:cubicBezTo>
                  <a:pt x="13260" y="13131"/>
                  <a:pt x="13155" y="13236"/>
                  <a:pt x="13026" y="13236"/>
                </a:cubicBezTo>
                <a:lnTo>
                  <a:pt x="4134" y="13236"/>
                </a:lnTo>
                <a:cubicBezTo>
                  <a:pt x="4005" y="13236"/>
                  <a:pt x="3900" y="13131"/>
                  <a:pt x="3900" y="13002"/>
                </a:cubicBezTo>
                <a:lnTo>
                  <a:pt x="3900" y="12534"/>
                </a:lnTo>
                <a:cubicBezTo>
                  <a:pt x="3900" y="12405"/>
                  <a:pt x="4005" y="12300"/>
                  <a:pt x="4134" y="12300"/>
                </a:cubicBezTo>
                <a:close/>
                <a:moveTo>
                  <a:pt x="4134" y="14640"/>
                </a:moveTo>
                <a:lnTo>
                  <a:pt x="10686" y="14640"/>
                </a:lnTo>
                <a:cubicBezTo>
                  <a:pt x="10815" y="14640"/>
                  <a:pt x="10920" y="14745"/>
                  <a:pt x="10920" y="14874"/>
                </a:cubicBezTo>
                <a:lnTo>
                  <a:pt x="10920" y="15342"/>
                </a:lnTo>
                <a:cubicBezTo>
                  <a:pt x="10920" y="15471"/>
                  <a:pt x="10815" y="15576"/>
                  <a:pt x="10686" y="15576"/>
                </a:cubicBezTo>
                <a:lnTo>
                  <a:pt x="4134" y="15576"/>
                </a:lnTo>
                <a:cubicBezTo>
                  <a:pt x="4005" y="15576"/>
                  <a:pt x="3900" y="15471"/>
                  <a:pt x="3900" y="15342"/>
                </a:cubicBezTo>
                <a:lnTo>
                  <a:pt x="3900" y="14874"/>
                </a:lnTo>
                <a:cubicBezTo>
                  <a:pt x="3900" y="14745"/>
                  <a:pt x="4005" y="14640"/>
                  <a:pt x="4134" y="14640"/>
                </a:cubicBezTo>
                <a:close/>
                <a:moveTo>
                  <a:pt x="4134" y="16980"/>
                </a:moveTo>
                <a:lnTo>
                  <a:pt x="8346" y="16980"/>
                </a:lnTo>
                <a:cubicBezTo>
                  <a:pt x="8475" y="16980"/>
                  <a:pt x="8580" y="17085"/>
                  <a:pt x="8580" y="17214"/>
                </a:cubicBezTo>
                <a:lnTo>
                  <a:pt x="8580" y="17682"/>
                </a:lnTo>
                <a:cubicBezTo>
                  <a:pt x="8580" y="17811"/>
                  <a:pt x="8475" y="17916"/>
                  <a:pt x="8346" y="17916"/>
                </a:cubicBezTo>
                <a:lnTo>
                  <a:pt x="4134" y="17916"/>
                </a:lnTo>
                <a:cubicBezTo>
                  <a:pt x="4005" y="17916"/>
                  <a:pt x="3900" y="17811"/>
                  <a:pt x="3900" y="17682"/>
                </a:cubicBezTo>
                <a:lnTo>
                  <a:pt x="3900" y="17214"/>
                </a:lnTo>
                <a:cubicBezTo>
                  <a:pt x="3900" y="17085"/>
                  <a:pt x="4005" y="16980"/>
                  <a:pt x="4134" y="16980"/>
                </a:cubicBezTo>
                <a:close/>
                <a:moveTo>
                  <a:pt x="14820" y="10428"/>
                </a:moveTo>
                <a:lnTo>
                  <a:pt x="15096" y="11244"/>
                </a:lnTo>
                <a:lnTo>
                  <a:pt x="15912" y="11520"/>
                </a:lnTo>
                <a:lnTo>
                  <a:pt x="15096" y="11796"/>
                </a:lnTo>
                <a:lnTo>
                  <a:pt x="14820" y="12612"/>
                </a:lnTo>
                <a:lnTo>
                  <a:pt x="14544" y="11796"/>
                </a:lnTo>
                <a:lnTo>
                  <a:pt x="13728" y="11520"/>
                </a:lnTo>
                <a:lnTo>
                  <a:pt x="14544" y="11244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Prompt 提示词·洞察</a:t>
            </a:r>
          </a:p>
        </p:txBody>
      </p:sp>
      <p:sp>
        <p:nvSpPr>
          <p:cNvPr id="64" name="AI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8500" y="12000"/>
                </a:moveTo>
                <a:cubicBezTo>
                  <a:pt x="18500" y="15590"/>
                  <a:pt x="15590" y="18500"/>
                  <a:pt x="12000" y="18500"/>
                </a:cubicBezTo>
                <a:cubicBezTo>
                  <a:pt x="8410" y="18500"/>
                  <a:pt x="5500" y="15590"/>
                  <a:pt x="5500" y="12000"/>
                </a:cubicBezTo>
                <a:cubicBezTo>
                  <a:pt x="5500" y="8410"/>
                  <a:pt x="8410" y="5500"/>
                  <a:pt x="12000" y="5500"/>
                </a:cubicBezTo>
                <a:cubicBezTo>
                  <a:pt x="15590" y="5500"/>
                  <a:pt x="18500" y="8410"/>
                  <a:pt x="18500" y="12000"/>
                </a:cubicBezTo>
                <a:close/>
                <a:moveTo>
                  <a:pt x="8000" y="7000"/>
                </a:moveTo>
                <a:lnTo>
                  <a:pt x="5000" y="5000"/>
                </a:lnTo>
                <a:lnTo>
                  <a:pt x="5000" y="9000"/>
                </a:lnTo>
                <a:close/>
                <a:moveTo>
                  <a:pt x="16000" y="17000"/>
                </a:moveTo>
                <a:lnTo>
                  <a:pt x="19000" y="19000"/>
                </a:lnTo>
                <a:lnTo>
                  <a:pt x="19000" y="15000"/>
                </a:ln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训练循环</a:t>
            </a:r>
          </a:p>
        </p:txBody>
      </p:sp>
      <p:sp>
        <p:nvSpPr>
          <p:cNvPr id="67" name="AI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30" y="14640"/>
                </a:moveTo>
                <a:cubicBezTo>
                  <a:pt x="14430" y="17440"/>
                  <a:pt x="12160" y="19710"/>
                  <a:pt x="9360" y="19710"/>
                </a:cubicBezTo>
                <a:cubicBezTo>
                  <a:pt x="6560" y="19710"/>
                  <a:pt x="4290" y="17440"/>
                  <a:pt x="4290" y="14640"/>
                </a:cubicBezTo>
                <a:cubicBezTo>
                  <a:pt x="4290" y="11840"/>
                  <a:pt x="6560" y="9570"/>
                  <a:pt x="9360" y="9570"/>
                </a:cubicBezTo>
                <a:cubicBezTo>
                  <a:pt x="12160" y="9570"/>
                  <a:pt x="14430" y="11840"/>
                  <a:pt x="14430" y="14640"/>
                </a:cubicBezTo>
                <a:close/>
                <a:moveTo>
                  <a:pt x="6240" y="10740"/>
                </a:moveTo>
                <a:lnTo>
                  <a:pt x="3900" y="9180"/>
                </a:lnTo>
                <a:lnTo>
                  <a:pt x="3900" y="12300"/>
                </a:lnTo>
                <a:close/>
                <a:moveTo>
                  <a:pt x="12480" y="18540"/>
                </a:moveTo>
                <a:lnTo>
                  <a:pt x="14820" y="20100"/>
                </a:lnTo>
                <a:lnTo>
                  <a:pt x="14820" y="16980"/>
                </a:lnTo>
                <a:close/>
                <a:moveTo>
                  <a:pt x="10920" y="14640"/>
                </a:moveTo>
                <a:cubicBezTo>
                  <a:pt x="10920" y="15502"/>
                  <a:pt x="10222" y="16200"/>
                  <a:pt x="9360" y="16200"/>
                </a:cubicBezTo>
                <a:cubicBezTo>
                  <a:pt x="8498" y="16200"/>
                  <a:pt x="7800" y="15502"/>
                  <a:pt x="7800" y="14640"/>
                </a:cubicBezTo>
                <a:cubicBezTo>
                  <a:pt x="7800" y="13778"/>
                  <a:pt x="8498" y="13080"/>
                  <a:pt x="9360" y="13080"/>
                </a:cubicBezTo>
                <a:cubicBezTo>
                  <a:pt x="10222" y="13080"/>
                  <a:pt x="10920" y="13778"/>
                  <a:pt x="10920" y="14640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训练循环·智能</a:t>
            </a:r>
          </a:p>
        </p:txBody>
      </p:sp>
      <p:sp>
        <p:nvSpPr>
          <p:cNvPr id="70" name="AI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30" y="14640"/>
                </a:moveTo>
                <a:cubicBezTo>
                  <a:pt x="14430" y="17440"/>
                  <a:pt x="12160" y="19710"/>
                  <a:pt x="9360" y="19710"/>
                </a:cubicBezTo>
                <a:cubicBezTo>
                  <a:pt x="6560" y="19710"/>
                  <a:pt x="4290" y="17440"/>
                  <a:pt x="4290" y="14640"/>
                </a:cubicBezTo>
                <a:cubicBezTo>
                  <a:pt x="4290" y="11840"/>
                  <a:pt x="6560" y="9570"/>
                  <a:pt x="9360" y="9570"/>
                </a:cubicBezTo>
                <a:cubicBezTo>
                  <a:pt x="12160" y="9570"/>
                  <a:pt x="14430" y="11840"/>
                  <a:pt x="14430" y="14640"/>
                </a:cubicBezTo>
                <a:close/>
                <a:moveTo>
                  <a:pt x="6240" y="10740"/>
                </a:moveTo>
                <a:lnTo>
                  <a:pt x="3900" y="9180"/>
                </a:lnTo>
                <a:lnTo>
                  <a:pt x="3900" y="12300"/>
                </a:lnTo>
                <a:close/>
                <a:moveTo>
                  <a:pt x="12480" y="18540"/>
                </a:moveTo>
                <a:lnTo>
                  <a:pt x="14820" y="20100"/>
                </a:lnTo>
                <a:lnTo>
                  <a:pt x="14820" y="16980"/>
                </a:lnTo>
                <a:close/>
                <a:moveTo>
                  <a:pt x="10920" y="14640"/>
                </a:moveTo>
                <a:cubicBezTo>
                  <a:pt x="10920" y="15502"/>
                  <a:pt x="10222" y="16200"/>
                  <a:pt x="9360" y="16200"/>
                </a:cubicBezTo>
                <a:cubicBezTo>
                  <a:pt x="8498" y="16200"/>
                  <a:pt x="7800" y="15502"/>
                  <a:pt x="7800" y="14640"/>
                </a:cubicBezTo>
                <a:cubicBezTo>
                  <a:pt x="7800" y="13778"/>
                  <a:pt x="8498" y="13080"/>
                  <a:pt x="9360" y="13080"/>
                </a:cubicBezTo>
                <a:cubicBezTo>
                  <a:pt x="10222" y="13080"/>
                  <a:pt x="10920" y="13778"/>
                  <a:pt x="10920" y="14640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训练循环·可配置</a:t>
            </a:r>
          </a:p>
        </p:txBody>
      </p:sp>
      <p:sp>
        <p:nvSpPr>
          <p:cNvPr id="73" name="AI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30" y="14640"/>
                </a:moveTo>
                <a:cubicBezTo>
                  <a:pt x="14430" y="17440"/>
                  <a:pt x="12160" y="19710"/>
                  <a:pt x="9360" y="19710"/>
                </a:cubicBezTo>
                <a:cubicBezTo>
                  <a:pt x="6560" y="19710"/>
                  <a:pt x="4290" y="17440"/>
                  <a:pt x="4290" y="14640"/>
                </a:cubicBezTo>
                <a:cubicBezTo>
                  <a:pt x="4290" y="11840"/>
                  <a:pt x="6560" y="9570"/>
                  <a:pt x="9360" y="9570"/>
                </a:cubicBezTo>
                <a:cubicBezTo>
                  <a:pt x="12160" y="9570"/>
                  <a:pt x="14430" y="11840"/>
                  <a:pt x="14430" y="14640"/>
                </a:cubicBezTo>
                <a:close/>
                <a:moveTo>
                  <a:pt x="6240" y="10740"/>
                </a:moveTo>
                <a:lnTo>
                  <a:pt x="3900" y="9180"/>
                </a:lnTo>
                <a:lnTo>
                  <a:pt x="3900" y="12300"/>
                </a:lnTo>
                <a:close/>
                <a:moveTo>
                  <a:pt x="12480" y="18540"/>
                </a:moveTo>
                <a:lnTo>
                  <a:pt x="14820" y="20100"/>
                </a:lnTo>
                <a:lnTo>
                  <a:pt x="14820" y="16980"/>
                </a:lnTo>
                <a:close/>
                <a:moveTo>
                  <a:pt x="10920" y="14640"/>
                </a:moveTo>
                <a:cubicBezTo>
                  <a:pt x="10920" y="15502"/>
                  <a:pt x="10222" y="16200"/>
                  <a:pt x="9360" y="16200"/>
                </a:cubicBezTo>
                <a:cubicBezTo>
                  <a:pt x="8498" y="16200"/>
                  <a:pt x="7800" y="15502"/>
                  <a:pt x="7800" y="14640"/>
                </a:cubicBezTo>
                <a:cubicBezTo>
                  <a:pt x="7800" y="13778"/>
                  <a:pt x="8498" y="13080"/>
                  <a:pt x="9360" y="13080"/>
                </a:cubicBezTo>
                <a:cubicBezTo>
                  <a:pt x="10222" y="13080"/>
                  <a:pt x="10920" y="13778"/>
                  <a:pt x="10920" y="1464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训练循环·同步</a:t>
            </a:r>
          </a:p>
        </p:txBody>
      </p:sp>
      <p:sp>
        <p:nvSpPr>
          <p:cNvPr id="76" name="AI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30" y="14640"/>
                </a:moveTo>
                <a:cubicBezTo>
                  <a:pt x="14430" y="17440"/>
                  <a:pt x="12160" y="19710"/>
                  <a:pt x="9360" y="19710"/>
                </a:cubicBezTo>
                <a:cubicBezTo>
                  <a:pt x="6560" y="19710"/>
                  <a:pt x="4290" y="17440"/>
                  <a:pt x="4290" y="14640"/>
                </a:cubicBezTo>
                <a:cubicBezTo>
                  <a:pt x="4290" y="11840"/>
                  <a:pt x="6560" y="9570"/>
                  <a:pt x="9360" y="9570"/>
                </a:cubicBezTo>
                <a:cubicBezTo>
                  <a:pt x="12160" y="9570"/>
                  <a:pt x="14430" y="11840"/>
                  <a:pt x="14430" y="14640"/>
                </a:cubicBezTo>
                <a:close/>
                <a:moveTo>
                  <a:pt x="6240" y="10740"/>
                </a:moveTo>
                <a:lnTo>
                  <a:pt x="3900" y="9180"/>
                </a:lnTo>
                <a:lnTo>
                  <a:pt x="3900" y="12300"/>
                </a:lnTo>
                <a:close/>
                <a:moveTo>
                  <a:pt x="12480" y="18540"/>
                </a:moveTo>
                <a:lnTo>
                  <a:pt x="14820" y="20100"/>
                </a:lnTo>
                <a:lnTo>
                  <a:pt x="14820" y="16980"/>
                </a:lnTo>
                <a:close/>
                <a:moveTo>
                  <a:pt x="10920" y="14640"/>
                </a:moveTo>
                <a:cubicBezTo>
                  <a:pt x="10920" y="15502"/>
                  <a:pt x="10222" y="16200"/>
                  <a:pt x="9360" y="16200"/>
                </a:cubicBezTo>
                <a:cubicBezTo>
                  <a:pt x="8498" y="16200"/>
                  <a:pt x="7800" y="15502"/>
                  <a:pt x="7800" y="14640"/>
                </a:cubicBezTo>
                <a:cubicBezTo>
                  <a:pt x="7800" y="13778"/>
                  <a:pt x="8498" y="13080"/>
                  <a:pt x="9360" y="13080"/>
                </a:cubicBezTo>
                <a:cubicBezTo>
                  <a:pt x="10222" y="13080"/>
                  <a:pt x="10920" y="13778"/>
                  <a:pt x="10920" y="1464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训练循环·已验证</a:t>
            </a:r>
          </a:p>
        </p:txBody>
      </p:sp>
      <p:sp>
        <p:nvSpPr>
          <p:cNvPr id="79" name="AI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30" y="14640"/>
                </a:moveTo>
                <a:cubicBezTo>
                  <a:pt x="14430" y="17440"/>
                  <a:pt x="12160" y="19710"/>
                  <a:pt x="9360" y="19710"/>
                </a:cubicBezTo>
                <a:cubicBezTo>
                  <a:pt x="6560" y="19710"/>
                  <a:pt x="4290" y="17440"/>
                  <a:pt x="4290" y="14640"/>
                </a:cubicBezTo>
                <a:cubicBezTo>
                  <a:pt x="4290" y="11840"/>
                  <a:pt x="6560" y="9570"/>
                  <a:pt x="9360" y="9570"/>
                </a:cubicBezTo>
                <a:cubicBezTo>
                  <a:pt x="12160" y="9570"/>
                  <a:pt x="14430" y="11840"/>
                  <a:pt x="14430" y="14640"/>
                </a:cubicBezTo>
                <a:close/>
                <a:moveTo>
                  <a:pt x="6240" y="10740"/>
                </a:moveTo>
                <a:lnTo>
                  <a:pt x="3900" y="9180"/>
                </a:lnTo>
                <a:lnTo>
                  <a:pt x="3900" y="12300"/>
                </a:lnTo>
                <a:close/>
                <a:moveTo>
                  <a:pt x="12480" y="18540"/>
                </a:moveTo>
                <a:lnTo>
                  <a:pt x="14820" y="20100"/>
                </a:lnTo>
                <a:lnTo>
                  <a:pt x="14820" y="16980"/>
                </a:lnTo>
                <a:close/>
                <a:moveTo>
                  <a:pt x="10920" y="14640"/>
                </a:moveTo>
                <a:cubicBezTo>
                  <a:pt x="10920" y="15502"/>
                  <a:pt x="10222" y="16200"/>
                  <a:pt x="9360" y="16200"/>
                </a:cubicBezTo>
                <a:cubicBezTo>
                  <a:pt x="8498" y="16200"/>
                  <a:pt x="7800" y="15502"/>
                  <a:pt x="7800" y="14640"/>
                </a:cubicBezTo>
                <a:cubicBezTo>
                  <a:pt x="7800" y="13778"/>
                  <a:pt x="8498" y="13080"/>
                  <a:pt x="9360" y="13080"/>
                </a:cubicBezTo>
                <a:cubicBezTo>
                  <a:pt x="10222" y="13080"/>
                  <a:pt x="10920" y="13778"/>
                  <a:pt x="10920" y="1464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训练循环·洞察</a:t>
            </a:r>
          </a:p>
        </p:txBody>
      </p:sp>
      <p:sp>
        <p:nvSpPr>
          <p:cNvPr id="82" name="AI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9000" y="4000"/>
                </a:moveTo>
                <a:cubicBezTo>
                  <a:pt x="19000" y="5105"/>
                  <a:pt x="15866" y="6000"/>
                  <a:pt x="12000" y="6000"/>
                </a:cubicBezTo>
                <a:cubicBezTo>
                  <a:pt x="8134" y="6000"/>
                  <a:pt x="5000" y="5105"/>
                  <a:pt x="5000" y="4000"/>
                </a:cubicBezTo>
                <a:cubicBezTo>
                  <a:pt x="5000" y="2895"/>
                  <a:pt x="8134" y="2000"/>
                  <a:pt x="12000" y="2000"/>
                </a:cubicBezTo>
                <a:cubicBezTo>
                  <a:pt x="15866" y="2000"/>
                  <a:pt x="19000" y="2895"/>
                  <a:pt x="19000" y="4000"/>
                </a:cubicBezTo>
                <a:close/>
                <a:moveTo>
                  <a:pt x="5000" y="4000"/>
                </a:moveTo>
                <a:lnTo>
                  <a:pt x="19000" y="4000"/>
                </a:lnTo>
                <a:lnTo>
                  <a:pt x="19000" y="20000"/>
                </a:lnTo>
                <a:lnTo>
                  <a:pt x="5000" y="20000"/>
                </a:lnTo>
                <a:close/>
                <a:moveTo>
                  <a:pt x="19000" y="20000"/>
                </a:moveTo>
                <a:cubicBezTo>
                  <a:pt x="19000" y="21105"/>
                  <a:pt x="15866" y="22000"/>
                  <a:pt x="12000" y="22000"/>
                </a:cubicBezTo>
                <a:cubicBezTo>
                  <a:pt x="8134" y="22000"/>
                  <a:pt x="5000" y="21105"/>
                  <a:pt x="5000" y="20000"/>
                </a:cubicBezTo>
                <a:cubicBezTo>
                  <a:pt x="5000" y="18895"/>
                  <a:pt x="8134" y="18000"/>
                  <a:pt x="12000" y="18000"/>
                </a:cubicBezTo>
                <a:cubicBezTo>
                  <a:pt x="15866" y="18000"/>
                  <a:pt x="19000" y="18895"/>
                  <a:pt x="19000" y="20000"/>
                </a:cubicBezTo>
                <a:close/>
                <a:moveTo>
                  <a:pt x="19000" y="9280"/>
                </a:moveTo>
                <a:cubicBezTo>
                  <a:pt x="19000" y="10385"/>
                  <a:pt x="15866" y="11280"/>
                  <a:pt x="12000" y="11280"/>
                </a:cubicBezTo>
                <a:cubicBezTo>
                  <a:pt x="8134" y="11280"/>
                  <a:pt x="5000" y="10385"/>
                  <a:pt x="5000" y="9280"/>
                </a:cubicBezTo>
                <a:cubicBezTo>
                  <a:pt x="5000" y="8175"/>
                  <a:pt x="8134" y="7280"/>
                  <a:pt x="12000" y="7280"/>
                </a:cubicBezTo>
                <a:cubicBezTo>
                  <a:pt x="15866" y="7280"/>
                  <a:pt x="19000" y="8175"/>
                  <a:pt x="19000" y="9280"/>
                </a:cubicBezTo>
                <a:close/>
                <a:moveTo>
                  <a:pt x="19000" y="14560"/>
                </a:moveTo>
                <a:cubicBezTo>
                  <a:pt x="19000" y="15665"/>
                  <a:pt x="15866" y="16560"/>
                  <a:pt x="12000" y="16560"/>
                </a:cubicBezTo>
                <a:cubicBezTo>
                  <a:pt x="8134" y="16560"/>
                  <a:pt x="5000" y="15665"/>
                  <a:pt x="5000" y="14560"/>
                </a:cubicBezTo>
                <a:cubicBezTo>
                  <a:pt x="5000" y="13455"/>
                  <a:pt x="8134" y="12560"/>
                  <a:pt x="12000" y="12560"/>
                </a:cubicBezTo>
                <a:cubicBezTo>
                  <a:pt x="15866" y="12560"/>
                  <a:pt x="19000" y="13455"/>
                  <a:pt x="19000" y="1456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数据集</a:t>
            </a:r>
          </a:p>
        </p:txBody>
      </p:sp>
      <p:sp>
        <p:nvSpPr>
          <p:cNvPr id="85" name="AI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820" y="8400"/>
                </a:moveTo>
                <a:cubicBezTo>
                  <a:pt x="14820" y="9262"/>
                  <a:pt x="12375" y="9960"/>
                  <a:pt x="9360" y="9960"/>
                </a:cubicBezTo>
                <a:cubicBezTo>
                  <a:pt x="6345" y="9960"/>
                  <a:pt x="3900" y="9262"/>
                  <a:pt x="3900" y="8400"/>
                </a:cubicBezTo>
                <a:cubicBezTo>
                  <a:pt x="3900" y="7538"/>
                  <a:pt x="6345" y="6840"/>
                  <a:pt x="9360" y="6840"/>
                </a:cubicBezTo>
                <a:cubicBezTo>
                  <a:pt x="12375" y="6840"/>
                  <a:pt x="14820" y="7538"/>
                  <a:pt x="14820" y="8400"/>
                </a:cubicBezTo>
                <a:close/>
                <a:moveTo>
                  <a:pt x="3900" y="8400"/>
                </a:moveTo>
                <a:lnTo>
                  <a:pt x="14820" y="8400"/>
                </a:lnTo>
                <a:lnTo>
                  <a:pt x="14820" y="20880"/>
                </a:lnTo>
                <a:lnTo>
                  <a:pt x="3900" y="20880"/>
                </a:lnTo>
                <a:close/>
                <a:moveTo>
                  <a:pt x="14820" y="20880"/>
                </a:moveTo>
                <a:cubicBezTo>
                  <a:pt x="14820" y="21742"/>
                  <a:pt x="12375" y="22440"/>
                  <a:pt x="9360" y="22440"/>
                </a:cubicBezTo>
                <a:cubicBezTo>
                  <a:pt x="6345" y="22440"/>
                  <a:pt x="3900" y="21742"/>
                  <a:pt x="3900" y="20880"/>
                </a:cubicBezTo>
                <a:cubicBezTo>
                  <a:pt x="3900" y="20018"/>
                  <a:pt x="6345" y="19320"/>
                  <a:pt x="9360" y="19320"/>
                </a:cubicBezTo>
                <a:cubicBezTo>
                  <a:pt x="12375" y="19320"/>
                  <a:pt x="14820" y="20018"/>
                  <a:pt x="14820" y="20880"/>
                </a:cubicBezTo>
                <a:close/>
                <a:moveTo>
                  <a:pt x="14820" y="12518"/>
                </a:moveTo>
                <a:cubicBezTo>
                  <a:pt x="14820" y="13380"/>
                  <a:pt x="12375" y="14078"/>
                  <a:pt x="9360" y="14078"/>
                </a:cubicBezTo>
                <a:cubicBezTo>
                  <a:pt x="6345" y="14078"/>
                  <a:pt x="3900" y="13380"/>
                  <a:pt x="3900" y="12518"/>
                </a:cubicBezTo>
                <a:cubicBezTo>
                  <a:pt x="3900" y="11657"/>
                  <a:pt x="6345" y="10958"/>
                  <a:pt x="9360" y="10958"/>
                </a:cubicBezTo>
                <a:cubicBezTo>
                  <a:pt x="12375" y="10958"/>
                  <a:pt x="14820" y="11657"/>
                  <a:pt x="14820" y="12518"/>
                </a:cubicBezTo>
                <a:close/>
                <a:moveTo>
                  <a:pt x="14820" y="16637"/>
                </a:moveTo>
                <a:cubicBezTo>
                  <a:pt x="14820" y="17498"/>
                  <a:pt x="12375" y="18197"/>
                  <a:pt x="9360" y="18197"/>
                </a:cubicBezTo>
                <a:cubicBezTo>
                  <a:pt x="6345" y="18197"/>
                  <a:pt x="3900" y="17498"/>
                  <a:pt x="3900" y="16637"/>
                </a:cubicBezTo>
                <a:cubicBezTo>
                  <a:pt x="3900" y="15775"/>
                  <a:pt x="6345" y="15077"/>
                  <a:pt x="9360" y="15077"/>
                </a:cubicBezTo>
                <a:cubicBezTo>
                  <a:pt x="12375" y="15077"/>
                  <a:pt x="14820" y="15775"/>
                  <a:pt x="14820" y="16637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数据集·智能</a:t>
            </a:r>
          </a:p>
        </p:txBody>
      </p:sp>
      <p:sp>
        <p:nvSpPr>
          <p:cNvPr id="88" name="AI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820" y="8400"/>
                </a:moveTo>
                <a:cubicBezTo>
                  <a:pt x="14820" y="9262"/>
                  <a:pt x="12375" y="9960"/>
                  <a:pt x="9360" y="9960"/>
                </a:cubicBezTo>
                <a:cubicBezTo>
                  <a:pt x="6345" y="9960"/>
                  <a:pt x="3900" y="9262"/>
                  <a:pt x="3900" y="8400"/>
                </a:cubicBezTo>
                <a:cubicBezTo>
                  <a:pt x="3900" y="7538"/>
                  <a:pt x="6345" y="6840"/>
                  <a:pt x="9360" y="6840"/>
                </a:cubicBezTo>
                <a:cubicBezTo>
                  <a:pt x="12375" y="6840"/>
                  <a:pt x="14820" y="7538"/>
                  <a:pt x="14820" y="8400"/>
                </a:cubicBezTo>
                <a:close/>
                <a:moveTo>
                  <a:pt x="3900" y="8400"/>
                </a:moveTo>
                <a:lnTo>
                  <a:pt x="14820" y="8400"/>
                </a:lnTo>
                <a:lnTo>
                  <a:pt x="14820" y="20880"/>
                </a:lnTo>
                <a:lnTo>
                  <a:pt x="3900" y="20880"/>
                </a:lnTo>
                <a:close/>
                <a:moveTo>
                  <a:pt x="14820" y="20880"/>
                </a:moveTo>
                <a:cubicBezTo>
                  <a:pt x="14820" y="21742"/>
                  <a:pt x="12375" y="22440"/>
                  <a:pt x="9360" y="22440"/>
                </a:cubicBezTo>
                <a:cubicBezTo>
                  <a:pt x="6345" y="22440"/>
                  <a:pt x="3900" y="21742"/>
                  <a:pt x="3900" y="20880"/>
                </a:cubicBezTo>
                <a:cubicBezTo>
                  <a:pt x="3900" y="20018"/>
                  <a:pt x="6345" y="19320"/>
                  <a:pt x="9360" y="19320"/>
                </a:cubicBezTo>
                <a:cubicBezTo>
                  <a:pt x="12375" y="19320"/>
                  <a:pt x="14820" y="20018"/>
                  <a:pt x="14820" y="20880"/>
                </a:cubicBezTo>
                <a:close/>
                <a:moveTo>
                  <a:pt x="14820" y="12518"/>
                </a:moveTo>
                <a:cubicBezTo>
                  <a:pt x="14820" y="13380"/>
                  <a:pt x="12375" y="14078"/>
                  <a:pt x="9360" y="14078"/>
                </a:cubicBezTo>
                <a:cubicBezTo>
                  <a:pt x="6345" y="14078"/>
                  <a:pt x="3900" y="13380"/>
                  <a:pt x="3900" y="12518"/>
                </a:cubicBezTo>
                <a:cubicBezTo>
                  <a:pt x="3900" y="11657"/>
                  <a:pt x="6345" y="10958"/>
                  <a:pt x="9360" y="10958"/>
                </a:cubicBezTo>
                <a:cubicBezTo>
                  <a:pt x="12375" y="10958"/>
                  <a:pt x="14820" y="11657"/>
                  <a:pt x="14820" y="12518"/>
                </a:cubicBezTo>
                <a:close/>
                <a:moveTo>
                  <a:pt x="14820" y="16637"/>
                </a:moveTo>
                <a:cubicBezTo>
                  <a:pt x="14820" y="17498"/>
                  <a:pt x="12375" y="18197"/>
                  <a:pt x="9360" y="18197"/>
                </a:cubicBezTo>
                <a:cubicBezTo>
                  <a:pt x="6345" y="18197"/>
                  <a:pt x="3900" y="17498"/>
                  <a:pt x="3900" y="16637"/>
                </a:cubicBezTo>
                <a:cubicBezTo>
                  <a:pt x="3900" y="15775"/>
                  <a:pt x="6345" y="15077"/>
                  <a:pt x="9360" y="15077"/>
                </a:cubicBezTo>
                <a:cubicBezTo>
                  <a:pt x="12375" y="15077"/>
                  <a:pt x="14820" y="15775"/>
                  <a:pt x="14820" y="16637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数据集·可配置</a:t>
            </a:r>
          </a:p>
        </p:txBody>
      </p:sp>
      <p:sp>
        <p:nvSpPr>
          <p:cNvPr id="91" name="AI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820" y="8400"/>
                </a:moveTo>
                <a:cubicBezTo>
                  <a:pt x="14820" y="9262"/>
                  <a:pt x="12375" y="9960"/>
                  <a:pt x="9360" y="9960"/>
                </a:cubicBezTo>
                <a:cubicBezTo>
                  <a:pt x="6345" y="9960"/>
                  <a:pt x="3900" y="9262"/>
                  <a:pt x="3900" y="8400"/>
                </a:cubicBezTo>
                <a:cubicBezTo>
                  <a:pt x="3900" y="7538"/>
                  <a:pt x="6345" y="6840"/>
                  <a:pt x="9360" y="6840"/>
                </a:cubicBezTo>
                <a:cubicBezTo>
                  <a:pt x="12375" y="6840"/>
                  <a:pt x="14820" y="7538"/>
                  <a:pt x="14820" y="8400"/>
                </a:cubicBezTo>
                <a:close/>
                <a:moveTo>
                  <a:pt x="3900" y="8400"/>
                </a:moveTo>
                <a:lnTo>
                  <a:pt x="14820" y="8400"/>
                </a:lnTo>
                <a:lnTo>
                  <a:pt x="14820" y="20880"/>
                </a:lnTo>
                <a:lnTo>
                  <a:pt x="3900" y="20880"/>
                </a:lnTo>
                <a:close/>
                <a:moveTo>
                  <a:pt x="14820" y="20880"/>
                </a:moveTo>
                <a:cubicBezTo>
                  <a:pt x="14820" y="21742"/>
                  <a:pt x="12375" y="22440"/>
                  <a:pt x="9360" y="22440"/>
                </a:cubicBezTo>
                <a:cubicBezTo>
                  <a:pt x="6345" y="22440"/>
                  <a:pt x="3900" y="21742"/>
                  <a:pt x="3900" y="20880"/>
                </a:cubicBezTo>
                <a:cubicBezTo>
                  <a:pt x="3900" y="20018"/>
                  <a:pt x="6345" y="19320"/>
                  <a:pt x="9360" y="19320"/>
                </a:cubicBezTo>
                <a:cubicBezTo>
                  <a:pt x="12375" y="19320"/>
                  <a:pt x="14820" y="20018"/>
                  <a:pt x="14820" y="20880"/>
                </a:cubicBezTo>
                <a:close/>
                <a:moveTo>
                  <a:pt x="14820" y="12518"/>
                </a:moveTo>
                <a:cubicBezTo>
                  <a:pt x="14820" y="13380"/>
                  <a:pt x="12375" y="14078"/>
                  <a:pt x="9360" y="14078"/>
                </a:cubicBezTo>
                <a:cubicBezTo>
                  <a:pt x="6345" y="14078"/>
                  <a:pt x="3900" y="13380"/>
                  <a:pt x="3900" y="12518"/>
                </a:cubicBezTo>
                <a:cubicBezTo>
                  <a:pt x="3900" y="11657"/>
                  <a:pt x="6345" y="10958"/>
                  <a:pt x="9360" y="10958"/>
                </a:cubicBezTo>
                <a:cubicBezTo>
                  <a:pt x="12375" y="10958"/>
                  <a:pt x="14820" y="11657"/>
                  <a:pt x="14820" y="12518"/>
                </a:cubicBezTo>
                <a:close/>
                <a:moveTo>
                  <a:pt x="14820" y="16637"/>
                </a:moveTo>
                <a:cubicBezTo>
                  <a:pt x="14820" y="17498"/>
                  <a:pt x="12375" y="18197"/>
                  <a:pt x="9360" y="18197"/>
                </a:cubicBezTo>
                <a:cubicBezTo>
                  <a:pt x="6345" y="18197"/>
                  <a:pt x="3900" y="17498"/>
                  <a:pt x="3900" y="16637"/>
                </a:cubicBezTo>
                <a:cubicBezTo>
                  <a:pt x="3900" y="15775"/>
                  <a:pt x="6345" y="15077"/>
                  <a:pt x="9360" y="15077"/>
                </a:cubicBezTo>
                <a:cubicBezTo>
                  <a:pt x="12375" y="15077"/>
                  <a:pt x="14820" y="15775"/>
                  <a:pt x="14820" y="16637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数据集·同步</a:t>
            </a:r>
          </a:p>
        </p:txBody>
      </p:sp>
      <p:sp>
        <p:nvSpPr>
          <p:cNvPr id="94" name="AI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820" y="8400"/>
                </a:moveTo>
                <a:cubicBezTo>
                  <a:pt x="14820" y="9262"/>
                  <a:pt x="12375" y="9960"/>
                  <a:pt x="9360" y="9960"/>
                </a:cubicBezTo>
                <a:cubicBezTo>
                  <a:pt x="6345" y="9960"/>
                  <a:pt x="3900" y="9262"/>
                  <a:pt x="3900" y="8400"/>
                </a:cubicBezTo>
                <a:cubicBezTo>
                  <a:pt x="3900" y="7538"/>
                  <a:pt x="6345" y="6840"/>
                  <a:pt x="9360" y="6840"/>
                </a:cubicBezTo>
                <a:cubicBezTo>
                  <a:pt x="12375" y="6840"/>
                  <a:pt x="14820" y="7538"/>
                  <a:pt x="14820" y="8400"/>
                </a:cubicBezTo>
                <a:close/>
                <a:moveTo>
                  <a:pt x="3900" y="8400"/>
                </a:moveTo>
                <a:lnTo>
                  <a:pt x="14820" y="8400"/>
                </a:lnTo>
                <a:lnTo>
                  <a:pt x="14820" y="20880"/>
                </a:lnTo>
                <a:lnTo>
                  <a:pt x="3900" y="20880"/>
                </a:lnTo>
                <a:close/>
                <a:moveTo>
                  <a:pt x="14820" y="20880"/>
                </a:moveTo>
                <a:cubicBezTo>
                  <a:pt x="14820" y="21742"/>
                  <a:pt x="12375" y="22440"/>
                  <a:pt x="9360" y="22440"/>
                </a:cubicBezTo>
                <a:cubicBezTo>
                  <a:pt x="6345" y="22440"/>
                  <a:pt x="3900" y="21742"/>
                  <a:pt x="3900" y="20880"/>
                </a:cubicBezTo>
                <a:cubicBezTo>
                  <a:pt x="3900" y="20018"/>
                  <a:pt x="6345" y="19320"/>
                  <a:pt x="9360" y="19320"/>
                </a:cubicBezTo>
                <a:cubicBezTo>
                  <a:pt x="12375" y="19320"/>
                  <a:pt x="14820" y="20018"/>
                  <a:pt x="14820" y="20880"/>
                </a:cubicBezTo>
                <a:close/>
                <a:moveTo>
                  <a:pt x="14820" y="12518"/>
                </a:moveTo>
                <a:cubicBezTo>
                  <a:pt x="14820" y="13380"/>
                  <a:pt x="12375" y="14078"/>
                  <a:pt x="9360" y="14078"/>
                </a:cubicBezTo>
                <a:cubicBezTo>
                  <a:pt x="6345" y="14078"/>
                  <a:pt x="3900" y="13380"/>
                  <a:pt x="3900" y="12518"/>
                </a:cubicBezTo>
                <a:cubicBezTo>
                  <a:pt x="3900" y="11657"/>
                  <a:pt x="6345" y="10958"/>
                  <a:pt x="9360" y="10958"/>
                </a:cubicBezTo>
                <a:cubicBezTo>
                  <a:pt x="12375" y="10958"/>
                  <a:pt x="14820" y="11657"/>
                  <a:pt x="14820" y="12518"/>
                </a:cubicBezTo>
                <a:close/>
                <a:moveTo>
                  <a:pt x="14820" y="16637"/>
                </a:moveTo>
                <a:cubicBezTo>
                  <a:pt x="14820" y="17498"/>
                  <a:pt x="12375" y="18197"/>
                  <a:pt x="9360" y="18197"/>
                </a:cubicBezTo>
                <a:cubicBezTo>
                  <a:pt x="6345" y="18197"/>
                  <a:pt x="3900" y="17498"/>
                  <a:pt x="3900" y="16637"/>
                </a:cubicBezTo>
                <a:cubicBezTo>
                  <a:pt x="3900" y="15775"/>
                  <a:pt x="6345" y="15077"/>
                  <a:pt x="9360" y="15077"/>
                </a:cubicBezTo>
                <a:cubicBezTo>
                  <a:pt x="12375" y="15077"/>
                  <a:pt x="14820" y="15775"/>
                  <a:pt x="14820" y="16637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数据集·已验证</a:t>
            </a:r>
          </a:p>
        </p:txBody>
      </p:sp>
      <p:sp>
        <p:nvSpPr>
          <p:cNvPr id="97" name="AI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820" y="8400"/>
                </a:moveTo>
                <a:cubicBezTo>
                  <a:pt x="14820" y="9262"/>
                  <a:pt x="12375" y="9960"/>
                  <a:pt x="9360" y="9960"/>
                </a:cubicBezTo>
                <a:cubicBezTo>
                  <a:pt x="6345" y="9960"/>
                  <a:pt x="3900" y="9262"/>
                  <a:pt x="3900" y="8400"/>
                </a:cubicBezTo>
                <a:cubicBezTo>
                  <a:pt x="3900" y="7538"/>
                  <a:pt x="6345" y="6840"/>
                  <a:pt x="9360" y="6840"/>
                </a:cubicBezTo>
                <a:cubicBezTo>
                  <a:pt x="12375" y="6840"/>
                  <a:pt x="14820" y="7538"/>
                  <a:pt x="14820" y="8400"/>
                </a:cubicBezTo>
                <a:close/>
                <a:moveTo>
                  <a:pt x="3900" y="8400"/>
                </a:moveTo>
                <a:lnTo>
                  <a:pt x="14820" y="8400"/>
                </a:lnTo>
                <a:lnTo>
                  <a:pt x="14820" y="20880"/>
                </a:lnTo>
                <a:lnTo>
                  <a:pt x="3900" y="20880"/>
                </a:lnTo>
                <a:close/>
                <a:moveTo>
                  <a:pt x="14820" y="20880"/>
                </a:moveTo>
                <a:cubicBezTo>
                  <a:pt x="14820" y="21742"/>
                  <a:pt x="12375" y="22440"/>
                  <a:pt x="9360" y="22440"/>
                </a:cubicBezTo>
                <a:cubicBezTo>
                  <a:pt x="6345" y="22440"/>
                  <a:pt x="3900" y="21742"/>
                  <a:pt x="3900" y="20880"/>
                </a:cubicBezTo>
                <a:cubicBezTo>
                  <a:pt x="3900" y="20018"/>
                  <a:pt x="6345" y="19320"/>
                  <a:pt x="9360" y="19320"/>
                </a:cubicBezTo>
                <a:cubicBezTo>
                  <a:pt x="12375" y="19320"/>
                  <a:pt x="14820" y="20018"/>
                  <a:pt x="14820" y="20880"/>
                </a:cubicBezTo>
                <a:close/>
                <a:moveTo>
                  <a:pt x="14820" y="12518"/>
                </a:moveTo>
                <a:cubicBezTo>
                  <a:pt x="14820" y="13380"/>
                  <a:pt x="12375" y="14078"/>
                  <a:pt x="9360" y="14078"/>
                </a:cubicBezTo>
                <a:cubicBezTo>
                  <a:pt x="6345" y="14078"/>
                  <a:pt x="3900" y="13380"/>
                  <a:pt x="3900" y="12518"/>
                </a:cubicBezTo>
                <a:cubicBezTo>
                  <a:pt x="3900" y="11657"/>
                  <a:pt x="6345" y="10958"/>
                  <a:pt x="9360" y="10958"/>
                </a:cubicBezTo>
                <a:cubicBezTo>
                  <a:pt x="12375" y="10958"/>
                  <a:pt x="14820" y="11657"/>
                  <a:pt x="14820" y="12518"/>
                </a:cubicBezTo>
                <a:close/>
                <a:moveTo>
                  <a:pt x="14820" y="16637"/>
                </a:moveTo>
                <a:cubicBezTo>
                  <a:pt x="14820" y="17498"/>
                  <a:pt x="12375" y="18197"/>
                  <a:pt x="9360" y="18197"/>
                </a:cubicBezTo>
                <a:cubicBezTo>
                  <a:pt x="6345" y="18197"/>
                  <a:pt x="3900" y="17498"/>
                  <a:pt x="3900" y="16637"/>
                </a:cubicBezTo>
                <a:cubicBezTo>
                  <a:pt x="3900" y="15775"/>
                  <a:pt x="6345" y="15077"/>
                  <a:pt x="9360" y="15077"/>
                </a:cubicBezTo>
                <a:cubicBezTo>
                  <a:pt x="12375" y="15077"/>
                  <a:pt x="14820" y="15775"/>
                  <a:pt x="14820" y="16637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数据集·洞察</a:t>
            </a:r>
          </a:p>
        </p:txBody>
      </p:sp>
      <p:sp>
        <p:nvSpPr>
          <p:cNvPr id="100" name="AI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21000"/>
                </a:moveTo>
                <a:lnTo>
                  <a:pt x="21700" y="21000"/>
                </a:lnTo>
                <a:cubicBezTo>
                  <a:pt x="21866" y="21000"/>
                  <a:pt x="22000" y="21134"/>
                  <a:pt x="22000" y="213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1300"/>
                </a:lnTo>
                <a:cubicBezTo>
                  <a:pt x="2000" y="21134"/>
                  <a:pt x="2134" y="21000"/>
                  <a:pt x="2300" y="21000"/>
                </a:cubicBezTo>
                <a:close/>
                <a:moveTo>
                  <a:pt x="2300" y="3000"/>
                </a:moveTo>
                <a:lnTo>
                  <a:pt x="2700" y="3000"/>
                </a:lnTo>
                <a:cubicBezTo>
                  <a:pt x="2866" y="3000"/>
                  <a:pt x="3000" y="3134"/>
                  <a:pt x="3000" y="3300"/>
                </a:cubicBezTo>
                <a:lnTo>
                  <a:pt x="3000" y="21700"/>
                </a:lnTo>
                <a:cubicBezTo>
                  <a:pt x="3000" y="21866"/>
                  <a:pt x="2866" y="22000"/>
                  <a:pt x="2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3300"/>
                </a:lnTo>
                <a:cubicBezTo>
                  <a:pt x="2000" y="3134"/>
                  <a:pt x="2134" y="3000"/>
                  <a:pt x="2300" y="3000"/>
                </a:cubicBezTo>
                <a:close/>
                <a:moveTo>
                  <a:pt x="8400" y="7000"/>
                </a:moveTo>
                <a:cubicBezTo>
                  <a:pt x="8400" y="7773"/>
                  <a:pt x="7773" y="8400"/>
                  <a:pt x="7000" y="8400"/>
                </a:cubicBezTo>
                <a:cubicBezTo>
                  <a:pt x="6227" y="8400"/>
                  <a:pt x="5600" y="7773"/>
                  <a:pt x="5600" y="7000"/>
                </a:cubicBezTo>
                <a:cubicBezTo>
                  <a:pt x="5600" y="6227"/>
                  <a:pt x="6227" y="5600"/>
                  <a:pt x="7000" y="5600"/>
                </a:cubicBezTo>
                <a:cubicBezTo>
                  <a:pt x="7773" y="5600"/>
                  <a:pt x="8400" y="6227"/>
                  <a:pt x="8400" y="7000"/>
                </a:cubicBezTo>
                <a:close/>
                <a:moveTo>
                  <a:pt x="12400" y="11000"/>
                </a:moveTo>
                <a:cubicBezTo>
                  <a:pt x="12400" y="11773"/>
                  <a:pt x="11773" y="12400"/>
                  <a:pt x="11000" y="12400"/>
                </a:cubicBezTo>
                <a:cubicBezTo>
                  <a:pt x="10227" y="12400"/>
                  <a:pt x="9600" y="11773"/>
                  <a:pt x="9600" y="11000"/>
                </a:cubicBezTo>
                <a:cubicBezTo>
                  <a:pt x="9600" y="10227"/>
                  <a:pt x="10227" y="9600"/>
                  <a:pt x="11000" y="9600"/>
                </a:cubicBezTo>
                <a:cubicBezTo>
                  <a:pt x="11773" y="9600"/>
                  <a:pt x="12400" y="10227"/>
                  <a:pt x="12400" y="11000"/>
                </a:cubicBezTo>
                <a:close/>
                <a:moveTo>
                  <a:pt x="16400" y="9000"/>
                </a:moveTo>
                <a:cubicBezTo>
                  <a:pt x="16400" y="9773"/>
                  <a:pt x="15773" y="10400"/>
                  <a:pt x="15000" y="10400"/>
                </a:cubicBezTo>
                <a:cubicBezTo>
                  <a:pt x="14227" y="10400"/>
                  <a:pt x="13600" y="9773"/>
                  <a:pt x="13600" y="9000"/>
                </a:cubicBezTo>
                <a:cubicBezTo>
                  <a:pt x="13600" y="8227"/>
                  <a:pt x="14227" y="7600"/>
                  <a:pt x="15000" y="7600"/>
                </a:cubicBezTo>
                <a:cubicBezTo>
                  <a:pt x="15773" y="7600"/>
                  <a:pt x="16400" y="8227"/>
                  <a:pt x="16400" y="9000"/>
                </a:cubicBezTo>
                <a:close/>
                <a:moveTo>
                  <a:pt x="10400" y="15000"/>
                </a:moveTo>
                <a:cubicBezTo>
                  <a:pt x="10400" y="15773"/>
                  <a:pt x="9773" y="16400"/>
                  <a:pt x="9000" y="16400"/>
                </a:cubicBezTo>
                <a:cubicBezTo>
                  <a:pt x="8227" y="16400"/>
                  <a:pt x="7600" y="15773"/>
                  <a:pt x="7600" y="15000"/>
                </a:cubicBezTo>
                <a:cubicBezTo>
                  <a:pt x="7600" y="14227"/>
                  <a:pt x="8227" y="13600"/>
                  <a:pt x="9000" y="13600"/>
                </a:cubicBezTo>
                <a:cubicBezTo>
                  <a:pt x="9773" y="13600"/>
                  <a:pt x="10400" y="14227"/>
                  <a:pt x="10400" y="15000"/>
                </a:cubicBezTo>
                <a:close/>
                <a:moveTo>
                  <a:pt x="18400" y="13000"/>
                </a:moveTo>
                <a:cubicBezTo>
                  <a:pt x="18400" y="13773"/>
                  <a:pt x="17773" y="14400"/>
                  <a:pt x="17000" y="14400"/>
                </a:cubicBezTo>
                <a:cubicBezTo>
                  <a:pt x="16227" y="14400"/>
                  <a:pt x="15600" y="13773"/>
                  <a:pt x="15600" y="13000"/>
                </a:cubicBezTo>
                <a:cubicBezTo>
                  <a:pt x="15600" y="12227"/>
                  <a:pt x="16227" y="11600"/>
                  <a:pt x="17000" y="11600"/>
                </a:cubicBezTo>
                <a:cubicBezTo>
                  <a:pt x="17773" y="11600"/>
                  <a:pt x="18400" y="12227"/>
                  <a:pt x="18400" y="13000"/>
                </a:cubicBezTo>
                <a:close/>
                <a:moveTo>
                  <a:pt x="14400" y="17000"/>
                </a:moveTo>
                <a:cubicBezTo>
                  <a:pt x="14400" y="17773"/>
                  <a:pt x="13773" y="18400"/>
                  <a:pt x="13000" y="18400"/>
                </a:cubicBezTo>
                <a:cubicBezTo>
                  <a:pt x="12227" y="18400"/>
                  <a:pt x="11600" y="17773"/>
                  <a:pt x="11600" y="17000"/>
                </a:cubicBezTo>
                <a:cubicBezTo>
                  <a:pt x="11600" y="16227"/>
                  <a:pt x="12227" y="15600"/>
                  <a:pt x="13000" y="15600"/>
                </a:cubicBezTo>
                <a:cubicBezTo>
                  <a:pt x="13773" y="15600"/>
                  <a:pt x="14400" y="16227"/>
                  <a:pt x="14400" y="17000"/>
                </a:cubicBezTo>
                <a:close/>
                <a:moveTo>
                  <a:pt x="6823" y="7177"/>
                </a:moveTo>
                <a:lnTo>
                  <a:pt x="10823" y="11177"/>
                </a:lnTo>
                <a:lnTo>
                  <a:pt x="11177" y="10823"/>
                </a:lnTo>
                <a:lnTo>
                  <a:pt x="7177" y="6823"/>
                </a:lnTo>
                <a:close/>
                <a:moveTo>
                  <a:pt x="10776" y="10888"/>
                </a:moveTo>
                <a:lnTo>
                  <a:pt x="8776" y="14888"/>
                </a:lnTo>
                <a:lnTo>
                  <a:pt x="9224" y="15112"/>
                </a:lnTo>
                <a:lnTo>
                  <a:pt x="11224" y="11112"/>
                </a:lnTo>
                <a:close/>
                <a:moveTo>
                  <a:pt x="11112" y="11224"/>
                </a:moveTo>
                <a:lnTo>
                  <a:pt x="15112" y="9224"/>
                </a:lnTo>
                <a:lnTo>
                  <a:pt x="14888" y="8776"/>
                </a:lnTo>
                <a:lnTo>
                  <a:pt x="10888" y="10776"/>
                </a:lnTo>
                <a:close/>
                <a:moveTo>
                  <a:pt x="14776" y="9112"/>
                </a:moveTo>
                <a:lnTo>
                  <a:pt x="16776" y="13112"/>
                </a:lnTo>
                <a:lnTo>
                  <a:pt x="17224" y="12888"/>
                </a:lnTo>
                <a:lnTo>
                  <a:pt x="15224" y="888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向量空间</a:t>
            </a:r>
          </a:p>
        </p:txBody>
      </p:sp>
      <p:sp>
        <p:nvSpPr>
          <p:cNvPr id="103" name="AI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794" y="7620"/>
                </a:moveTo>
                <a:lnTo>
                  <a:pt x="2106" y="7620"/>
                </a:lnTo>
                <a:cubicBezTo>
                  <a:pt x="2235" y="7620"/>
                  <a:pt x="2340" y="7725"/>
                  <a:pt x="2340" y="7854"/>
                </a:cubicBezTo>
                <a:lnTo>
                  <a:pt x="2340" y="22206"/>
                </a:lnTo>
                <a:cubicBezTo>
                  <a:pt x="2340" y="22335"/>
                  <a:pt x="2235" y="22440"/>
                  <a:pt x="210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7854"/>
                </a:lnTo>
                <a:cubicBezTo>
                  <a:pt x="1560" y="7725"/>
                  <a:pt x="1665" y="7620"/>
                  <a:pt x="1794" y="7620"/>
                </a:cubicBezTo>
                <a:close/>
                <a:moveTo>
                  <a:pt x="6552" y="10740"/>
                </a:moveTo>
                <a:cubicBezTo>
                  <a:pt x="6552" y="11343"/>
                  <a:pt x="6063" y="11832"/>
                  <a:pt x="5460" y="11832"/>
                </a:cubicBezTo>
                <a:cubicBezTo>
                  <a:pt x="4857" y="11832"/>
                  <a:pt x="4368" y="11343"/>
                  <a:pt x="4368" y="10740"/>
                </a:cubicBezTo>
                <a:cubicBezTo>
                  <a:pt x="4368" y="10137"/>
                  <a:pt x="4857" y="9648"/>
                  <a:pt x="5460" y="9648"/>
                </a:cubicBezTo>
                <a:cubicBezTo>
                  <a:pt x="6063" y="9648"/>
                  <a:pt x="6552" y="10137"/>
                  <a:pt x="6552" y="10740"/>
                </a:cubicBezTo>
                <a:close/>
                <a:moveTo>
                  <a:pt x="9672" y="13860"/>
                </a:moveTo>
                <a:cubicBezTo>
                  <a:pt x="9672" y="14463"/>
                  <a:pt x="9183" y="14952"/>
                  <a:pt x="8580" y="14952"/>
                </a:cubicBezTo>
                <a:cubicBezTo>
                  <a:pt x="7977" y="14952"/>
                  <a:pt x="7488" y="14463"/>
                  <a:pt x="7488" y="13860"/>
                </a:cubicBezTo>
                <a:cubicBezTo>
                  <a:pt x="7488" y="13257"/>
                  <a:pt x="7977" y="12768"/>
                  <a:pt x="8580" y="12768"/>
                </a:cubicBezTo>
                <a:cubicBezTo>
                  <a:pt x="9183" y="12768"/>
                  <a:pt x="9672" y="13257"/>
                  <a:pt x="9672" y="13860"/>
                </a:cubicBezTo>
                <a:close/>
                <a:moveTo>
                  <a:pt x="12792" y="12300"/>
                </a:moveTo>
                <a:cubicBezTo>
                  <a:pt x="12792" y="12903"/>
                  <a:pt x="12303" y="13392"/>
                  <a:pt x="11700" y="13392"/>
                </a:cubicBezTo>
                <a:cubicBezTo>
                  <a:pt x="11097" y="13392"/>
                  <a:pt x="10608" y="12903"/>
                  <a:pt x="10608" y="12300"/>
                </a:cubicBezTo>
                <a:cubicBezTo>
                  <a:pt x="10608" y="11697"/>
                  <a:pt x="11097" y="11208"/>
                  <a:pt x="11700" y="11208"/>
                </a:cubicBezTo>
                <a:cubicBezTo>
                  <a:pt x="12303" y="11208"/>
                  <a:pt x="12792" y="11697"/>
                  <a:pt x="12792" y="12300"/>
                </a:cubicBezTo>
                <a:close/>
                <a:moveTo>
                  <a:pt x="8112" y="16980"/>
                </a:moveTo>
                <a:cubicBezTo>
                  <a:pt x="8112" y="17583"/>
                  <a:pt x="7623" y="18072"/>
                  <a:pt x="7020" y="18072"/>
                </a:cubicBezTo>
                <a:cubicBezTo>
                  <a:pt x="6417" y="18072"/>
                  <a:pt x="5928" y="17583"/>
                  <a:pt x="5928" y="16980"/>
                </a:cubicBezTo>
                <a:cubicBezTo>
                  <a:pt x="5928" y="16377"/>
                  <a:pt x="6417" y="15888"/>
                  <a:pt x="7020" y="15888"/>
                </a:cubicBezTo>
                <a:cubicBezTo>
                  <a:pt x="7623" y="15888"/>
                  <a:pt x="8112" y="16377"/>
                  <a:pt x="8112" y="16980"/>
                </a:cubicBezTo>
                <a:close/>
                <a:moveTo>
                  <a:pt x="14352" y="15420"/>
                </a:moveTo>
                <a:cubicBezTo>
                  <a:pt x="14352" y="16023"/>
                  <a:pt x="13863" y="16512"/>
                  <a:pt x="13260" y="16512"/>
                </a:cubicBezTo>
                <a:cubicBezTo>
                  <a:pt x="12657" y="16512"/>
                  <a:pt x="12168" y="16023"/>
                  <a:pt x="12168" y="15420"/>
                </a:cubicBezTo>
                <a:cubicBezTo>
                  <a:pt x="12168" y="14817"/>
                  <a:pt x="12657" y="14328"/>
                  <a:pt x="13260" y="14328"/>
                </a:cubicBezTo>
                <a:cubicBezTo>
                  <a:pt x="13863" y="14328"/>
                  <a:pt x="14352" y="14817"/>
                  <a:pt x="14352" y="15420"/>
                </a:cubicBezTo>
                <a:close/>
                <a:moveTo>
                  <a:pt x="11232" y="18540"/>
                </a:moveTo>
                <a:cubicBezTo>
                  <a:pt x="11232" y="19143"/>
                  <a:pt x="10743" y="19632"/>
                  <a:pt x="10140" y="19632"/>
                </a:cubicBezTo>
                <a:cubicBezTo>
                  <a:pt x="9537" y="19632"/>
                  <a:pt x="9048" y="19143"/>
                  <a:pt x="9048" y="18540"/>
                </a:cubicBezTo>
                <a:cubicBezTo>
                  <a:pt x="9048" y="17937"/>
                  <a:pt x="9537" y="17448"/>
                  <a:pt x="10140" y="17448"/>
                </a:cubicBezTo>
                <a:cubicBezTo>
                  <a:pt x="10743" y="17448"/>
                  <a:pt x="11232" y="17937"/>
                  <a:pt x="11232" y="18540"/>
                </a:cubicBezTo>
                <a:close/>
                <a:moveTo>
                  <a:pt x="5322" y="10878"/>
                </a:moveTo>
                <a:lnTo>
                  <a:pt x="8442" y="13998"/>
                </a:lnTo>
                <a:lnTo>
                  <a:pt x="8718" y="13722"/>
                </a:lnTo>
                <a:lnTo>
                  <a:pt x="5598" y="10602"/>
                </a:lnTo>
                <a:close/>
                <a:moveTo>
                  <a:pt x="8406" y="13773"/>
                </a:moveTo>
                <a:lnTo>
                  <a:pt x="6846" y="16893"/>
                </a:lnTo>
                <a:lnTo>
                  <a:pt x="7194" y="17067"/>
                </a:lnTo>
                <a:lnTo>
                  <a:pt x="8754" y="13947"/>
                </a:lnTo>
                <a:close/>
                <a:moveTo>
                  <a:pt x="8667" y="14034"/>
                </a:moveTo>
                <a:lnTo>
                  <a:pt x="11787" y="12474"/>
                </a:lnTo>
                <a:lnTo>
                  <a:pt x="11613" y="12126"/>
                </a:lnTo>
                <a:lnTo>
                  <a:pt x="8493" y="13686"/>
                </a:lnTo>
                <a:close/>
                <a:moveTo>
                  <a:pt x="11526" y="12387"/>
                </a:moveTo>
                <a:lnTo>
                  <a:pt x="13086" y="15507"/>
                </a:lnTo>
                <a:lnTo>
                  <a:pt x="13434" y="15333"/>
                </a:lnTo>
                <a:lnTo>
                  <a:pt x="11874" y="12213"/>
                </a:ln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向量空间·智能</a:t>
            </a:r>
          </a:p>
        </p:txBody>
      </p:sp>
      <p:sp>
        <p:nvSpPr>
          <p:cNvPr id="106" name="AI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794" y="7620"/>
                </a:moveTo>
                <a:lnTo>
                  <a:pt x="2106" y="7620"/>
                </a:lnTo>
                <a:cubicBezTo>
                  <a:pt x="2235" y="7620"/>
                  <a:pt x="2340" y="7725"/>
                  <a:pt x="2340" y="7854"/>
                </a:cubicBezTo>
                <a:lnTo>
                  <a:pt x="2340" y="22206"/>
                </a:lnTo>
                <a:cubicBezTo>
                  <a:pt x="2340" y="22335"/>
                  <a:pt x="2235" y="22440"/>
                  <a:pt x="210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7854"/>
                </a:lnTo>
                <a:cubicBezTo>
                  <a:pt x="1560" y="7725"/>
                  <a:pt x="1665" y="7620"/>
                  <a:pt x="1794" y="7620"/>
                </a:cubicBezTo>
                <a:close/>
                <a:moveTo>
                  <a:pt x="6552" y="10740"/>
                </a:moveTo>
                <a:cubicBezTo>
                  <a:pt x="6552" y="11343"/>
                  <a:pt x="6063" y="11832"/>
                  <a:pt x="5460" y="11832"/>
                </a:cubicBezTo>
                <a:cubicBezTo>
                  <a:pt x="4857" y="11832"/>
                  <a:pt x="4368" y="11343"/>
                  <a:pt x="4368" y="10740"/>
                </a:cubicBezTo>
                <a:cubicBezTo>
                  <a:pt x="4368" y="10137"/>
                  <a:pt x="4857" y="9648"/>
                  <a:pt x="5460" y="9648"/>
                </a:cubicBezTo>
                <a:cubicBezTo>
                  <a:pt x="6063" y="9648"/>
                  <a:pt x="6552" y="10137"/>
                  <a:pt x="6552" y="10740"/>
                </a:cubicBezTo>
                <a:close/>
                <a:moveTo>
                  <a:pt x="9672" y="13860"/>
                </a:moveTo>
                <a:cubicBezTo>
                  <a:pt x="9672" y="14463"/>
                  <a:pt x="9183" y="14952"/>
                  <a:pt x="8580" y="14952"/>
                </a:cubicBezTo>
                <a:cubicBezTo>
                  <a:pt x="7977" y="14952"/>
                  <a:pt x="7488" y="14463"/>
                  <a:pt x="7488" y="13860"/>
                </a:cubicBezTo>
                <a:cubicBezTo>
                  <a:pt x="7488" y="13257"/>
                  <a:pt x="7977" y="12768"/>
                  <a:pt x="8580" y="12768"/>
                </a:cubicBezTo>
                <a:cubicBezTo>
                  <a:pt x="9183" y="12768"/>
                  <a:pt x="9672" y="13257"/>
                  <a:pt x="9672" y="13860"/>
                </a:cubicBezTo>
                <a:close/>
                <a:moveTo>
                  <a:pt x="12792" y="12300"/>
                </a:moveTo>
                <a:cubicBezTo>
                  <a:pt x="12792" y="12903"/>
                  <a:pt x="12303" y="13392"/>
                  <a:pt x="11700" y="13392"/>
                </a:cubicBezTo>
                <a:cubicBezTo>
                  <a:pt x="11097" y="13392"/>
                  <a:pt x="10608" y="12903"/>
                  <a:pt x="10608" y="12300"/>
                </a:cubicBezTo>
                <a:cubicBezTo>
                  <a:pt x="10608" y="11697"/>
                  <a:pt x="11097" y="11208"/>
                  <a:pt x="11700" y="11208"/>
                </a:cubicBezTo>
                <a:cubicBezTo>
                  <a:pt x="12303" y="11208"/>
                  <a:pt x="12792" y="11697"/>
                  <a:pt x="12792" y="12300"/>
                </a:cubicBezTo>
                <a:close/>
                <a:moveTo>
                  <a:pt x="8112" y="16980"/>
                </a:moveTo>
                <a:cubicBezTo>
                  <a:pt x="8112" y="17583"/>
                  <a:pt x="7623" y="18072"/>
                  <a:pt x="7020" y="18072"/>
                </a:cubicBezTo>
                <a:cubicBezTo>
                  <a:pt x="6417" y="18072"/>
                  <a:pt x="5928" y="17583"/>
                  <a:pt x="5928" y="16980"/>
                </a:cubicBezTo>
                <a:cubicBezTo>
                  <a:pt x="5928" y="16377"/>
                  <a:pt x="6417" y="15888"/>
                  <a:pt x="7020" y="15888"/>
                </a:cubicBezTo>
                <a:cubicBezTo>
                  <a:pt x="7623" y="15888"/>
                  <a:pt x="8112" y="16377"/>
                  <a:pt x="8112" y="16980"/>
                </a:cubicBezTo>
                <a:close/>
                <a:moveTo>
                  <a:pt x="14352" y="15420"/>
                </a:moveTo>
                <a:cubicBezTo>
                  <a:pt x="14352" y="16023"/>
                  <a:pt x="13863" y="16512"/>
                  <a:pt x="13260" y="16512"/>
                </a:cubicBezTo>
                <a:cubicBezTo>
                  <a:pt x="12657" y="16512"/>
                  <a:pt x="12168" y="16023"/>
                  <a:pt x="12168" y="15420"/>
                </a:cubicBezTo>
                <a:cubicBezTo>
                  <a:pt x="12168" y="14817"/>
                  <a:pt x="12657" y="14328"/>
                  <a:pt x="13260" y="14328"/>
                </a:cubicBezTo>
                <a:cubicBezTo>
                  <a:pt x="13863" y="14328"/>
                  <a:pt x="14352" y="14817"/>
                  <a:pt x="14352" y="15420"/>
                </a:cubicBezTo>
                <a:close/>
                <a:moveTo>
                  <a:pt x="11232" y="18540"/>
                </a:moveTo>
                <a:cubicBezTo>
                  <a:pt x="11232" y="19143"/>
                  <a:pt x="10743" y="19632"/>
                  <a:pt x="10140" y="19632"/>
                </a:cubicBezTo>
                <a:cubicBezTo>
                  <a:pt x="9537" y="19632"/>
                  <a:pt x="9048" y="19143"/>
                  <a:pt x="9048" y="18540"/>
                </a:cubicBezTo>
                <a:cubicBezTo>
                  <a:pt x="9048" y="17937"/>
                  <a:pt x="9537" y="17448"/>
                  <a:pt x="10140" y="17448"/>
                </a:cubicBezTo>
                <a:cubicBezTo>
                  <a:pt x="10743" y="17448"/>
                  <a:pt x="11232" y="17937"/>
                  <a:pt x="11232" y="18540"/>
                </a:cubicBezTo>
                <a:close/>
                <a:moveTo>
                  <a:pt x="5322" y="10878"/>
                </a:moveTo>
                <a:lnTo>
                  <a:pt x="8442" y="13998"/>
                </a:lnTo>
                <a:lnTo>
                  <a:pt x="8718" y="13722"/>
                </a:lnTo>
                <a:lnTo>
                  <a:pt x="5598" y="10602"/>
                </a:lnTo>
                <a:close/>
                <a:moveTo>
                  <a:pt x="8406" y="13773"/>
                </a:moveTo>
                <a:lnTo>
                  <a:pt x="6846" y="16893"/>
                </a:lnTo>
                <a:lnTo>
                  <a:pt x="7194" y="17067"/>
                </a:lnTo>
                <a:lnTo>
                  <a:pt x="8754" y="13947"/>
                </a:lnTo>
                <a:close/>
                <a:moveTo>
                  <a:pt x="8667" y="14034"/>
                </a:moveTo>
                <a:lnTo>
                  <a:pt x="11787" y="12474"/>
                </a:lnTo>
                <a:lnTo>
                  <a:pt x="11613" y="12126"/>
                </a:lnTo>
                <a:lnTo>
                  <a:pt x="8493" y="13686"/>
                </a:lnTo>
                <a:close/>
                <a:moveTo>
                  <a:pt x="11526" y="12387"/>
                </a:moveTo>
                <a:lnTo>
                  <a:pt x="13086" y="15507"/>
                </a:lnTo>
                <a:lnTo>
                  <a:pt x="13434" y="15333"/>
                </a:lnTo>
                <a:lnTo>
                  <a:pt x="11874" y="12213"/>
                </a:ln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向量空间·可配置</a:t>
            </a:r>
          </a:p>
        </p:txBody>
      </p:sp>
      <p:sp>
        <p:nvSpPr>
          <p:cNvPr id="109" name="AI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794" y="7620"/>
                </a:moveTo>
                <a:lnTo>
                  <a:pt x="2106" y="7620"/>
                </a:lnTo>
                <a:cubicBezTo>
                  <a:pt x="2235" y="7620"/>
                  <a:pt x="2340" y="7725"/>
                  <a:pt x="2340" y="7854"/>
                </a:cubicBezTo>
                <a:lnTo>
                  <a:pt x="2340" y="22206"/>
                </a:lnTo>
                <a:cubicBezTo>
                  <a:pt x="2340" y="22335"/>
                  <a:pt x="2235" y="22440"/>
                  <a:pt x="210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7854"/>
                </a:lnTo>
                <a:cubicBezTo>
                  <a:pt x="1560" y="7725"/>
                  <a:pt x="1665" y="7620"/>
                  <a:pt x="1794" y="7620"/>
                </a:cubicBezTo>
                <a:close/>
                <a:moveTo>
                  <a:pt x="6552" y="10740"/>
                </a:moveTo>
                <a:cubicBezTo>
                  <a:pt x="6552" y="11343"/>
                  <a:pt x="6063" y="11832"/>
                  <a:pt x="5460" y="11832"/>
                </a:cubicBezTo>
                <a:cubicBezTo>
                  <a:pt x="4857" y="11832"/>
                  <a:pt x="4368" y="11343"/>
                  <a:pt x="4368" y="10740"/>
                </a:cubicBezTo>
                <a:cubicBezTo>
                  <a:pt x="4368" y="10137"/>
                  <a:pt x="4857" y="9648"/>
                  <a:pt x="5460" y="9648"/>
                </a:cubicBezTo>
                <a:cubicBezTo>
                  <a:pt x="6063" y="9648"/>
                  <a:pt x="6552" y="10137"/>
                  <a:pt x="6552" y="10740"/>
                </a:cubicBezTo>
                <a:close/>
                <a:moveTo>
                  <a:pt x="9672" y="13860"/>
                </a:moveTo>
                <a:cubicBezTo>
                  <a:pt x="9672" y="14463"/>
                  <a:pt x="9183" y="14952"/>
                  <a:pt x="8580" y="14952"/>
                </a:cubicBezTo>
                <a:cubicBezTo>
                  <a:pt x="7977" y="14952"/>
                  <a:pt x="7488" y="14463"/>
                  <a:pt x="7488" y="13860"/>
                </a:cubicBezTo>
                <a:cubicBezTo>
                  <a:pt x="7488" y="13257"/>
                  <a:pt x="7977" y="12768"/>
                  <a:pt x="8580" y="12768"/>
                </a:cubicBezTo>
                <a:cubicBezTo>
                  <a:pt x="9183" y="12768"/>
                  <a:pt x="9672" y="13257"/>
                  <a:pt x="9672" y="13860"/>
                </a:cubicBezTo>
                <a:close/>
                <a:moveTo>
                  <a:pt x="12792" y="12300"/>
                </a:moveTo>
                <a:cubicBezTo>
                  <a:pt x="12792" y="12903"/>
                  <a:pt x="12303" y="13392"/>
                  <a:pt x="11700" y="13392"/>
                </a:cubicBezTo>
                <a:cubicBezTo>
                  <a:pt x="11097" y="13392"/>
                  <a:pt x="10608" y="12903"/>
                  <a:pt x="10608" y="12300"/>
                </a:cubicBezTo>
                <a:cubicBezTo>
                  <a:pt x="10608" y="11697"/>
                  <a:pt x="11097" y="11208"/>
                  <a:pt x="11700" y="11208"/>
                </a:cubicBezTo>
                <a:cubicBezTo>
                  <a:pt x="12303" y="11208"/>
                  <a:pt x="12792" y="11697"/>
                  <a:pt x="12792" y="12300"/>
                </a:cubicBezTo>
                <a:close/>
                <a:moveTo>
                  <a:pt x="8112" y="16980"/>
                </a:moveTo>
                <a:cubicBezTo>
                  <a:pt x="8112" y="17583"/>
                  <a:pt x="7623" y="18072"/>
                  <a:pt x="7020" y="18072"/>
                </a:cubicBezTo>
                <a:cubicBezTo>
                  <a:pt x="6417" y="18072"/>
                  <a:pt x="5928" y="17583"/>
                  <a:pt x="5928" y="16980"/>
                </a:cubicBezTo>
                <a:cubicBezTo>
                  <a:pt x="5928" y="16377"/>
                  <a:pt x="6417" y="15888"/>
                  <a:pt x="7020" y="15888"/>
                </a:cubicBezTo>
                <a:cubicBezTo>
                  <a:pt x="7623" y="15888"/>
                  <a:pt x="8112" y="16377"/>
                  <a:pt x="8112" y="16980"/>
                </a:cubicBezTo>
                <a:close/>
                <a:moveTo>
                  <a:pt x="14352" y="15420"/>
                </a:moveTo>
                <a:cubicBezTo>
                  <a:pt x="14352" y="16023"/>
                  <a:pt x="13863" y="16512"/>
                  <a:pt x="13260" y="16512"/>
                </a:cubicBezTo>
                <a:cubicBezTo>
                  <a:pt x="12657" y="16512"/>
                  <a:pt x="12168" y="16023"/>
                  <a:pt x="12168" y="15420"/>
                </a:cubicBezTo>
                <a:cubicBezTo>
                  <a:pt x="12168" y="14817"/>
                  <a:pt x="12657" y="14328"/>
                  <a:pt x="13260" y="14328"/>
                </a:cubicBezTo>
                <a:cubicBezTo>
                  <a:pt x="13863" y="14328"/>
                  <a:pt x="14352" y="14817"/>
                  <a:pt x="14352" y="15420"/>
                </a:cubicBezTo>
                <a:close/>
                <a:moveTo>
                  <a:pt x="11232" y="18540"/>
                </a:moveTo>
                <a:cubicBezTo>
                  <a:pt x="11232" y="19143"/>
                  <a:pt x="10743" y="19632"/>
                  <a:pt x="10140" y="19632"/>
                </a:cubicBezTo>
                <a:cubicBezTo>
                  <a:pt x="9537" y="19632"/>
                  <a:pt x="9048" y="19143"/>
                  <a:pt x="9048" y="18540"/>
                </a:cubicBezTo>
                <a:cubicBezTo>
                  <a:pt x="9048" y="17937"/>
                  <a:pt x="9537" y="17448"/>
                  <a:pt x="10140" y="17448"/>
                </a:cubicBezTo>
                <a:cubicBezTo>
                  <a:pt x="10743" y="17448"/>
                  <a:pt x="11232" y="17937"/>
                  <a:pt x="11232" y="18540"/>
                </a:cubicBezTo>
                <a:close/>
                <a:moveTo>
                  <a:pt x="5322" y="10878"/>
                </a:moveTo>
                <a:lnTo>
                  <a:pt x="8442" y="13998"/>
                </a:lnTo>
                <a:lnTo>
                  <a:pt x="8718" y="13722"/>
                </a:lnTo>
                <a:lnTo>
                  <a:pt x="5598" y="10602"/>
                </a:lnTo>
                <a:close/>
                <a:moveTo>
                  <a:pt x="8406" y="13773"/>
                </a:moveTo>
                <a:lnTo>
                  <a:pt x="6846" y="16893"/>
                </a:lnTo>
                <a:lnTo>
                  <a:pt x="7194" y="17067"/>
                </a:lnTo>
                <a:lnTo>
                  <a:pt x="8754" y="13947"/>
                </a:lnTo>
                <a:close/>
                <a:moveTo>
                  <a:pt x="8667" y="14034"/>
                </a:moveTo>
                <a:lnTo>
                  <a:pt x="11787" y="12474"/>
                </a:lnTo>
                <a:lnTo>
                  <a:pt x="11613" y="12126"/>
                </a:lnTo>
                <a:lnTo>
                  <a:pt x="8493" y="13686"/>
                </a:lnTo>
                <a:close/>
                <a:moveTo>
                  <a:pt x="11526" y="12387"/>
                </a:moveTo>
                <a:lnTo>
                  <a:pt x="13086" y="15507"/>
                </a:lnTo>
                <a:lnTo>
                  <a:pt x="13434" y="15333"/>
                </a:lnTo>
                <a:lnTo>
                  <a:pt x="11874" y="12213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向量空间·同步</a:t>
            </a:r>
          </a:p>
        </p:txBody>
      </p:sp>
      <p:sp>
        <p:nvSpPr>
          <p:cNvPr id="112" name="AI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794" y="7620"/>
                </a:moveTo>
                <a:lnTo>
                  <a:pt x="2106" y="7620"/>
                </a:lnTo>
                <a:cubicBezTo>
                  <a:pt x="2235" y="7620"/>
                  <a:pt x="2340" y="7725"/>
                  <a:pt x="2340" y="7854"/>
                </a:cubicBezTo>
                <a:lnTo>
                  <a:pt x="2340" y="22206"/>
                </a:lnTo>
                <a:cubicBezTo>
                  <a:pt x="2340" y="22335"/>
                  <a:pt x="2235" y="22440"/>
                  <a:pt x="210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7854"/>
                </a:lnTo>
                <a:cubicBezTo>
                  <a:pt x="1560" y="7725"/>
                  <a:pt x="1665" y="7620"/>
                  <a:pt x="1794" y="7620"/>
                </a:cubicBezTo>
                <a:close/>
                <a:moveTo>
                  <a:pt x="6552" y="10740"/>
                </a:moveTo>
                <a:cubicBezTo>
                  <a:pt x="6552" y="11343"/>
                  <a:pt x="6063" y="11832"/>
                  <a:pt x="5460" y="11832"/>
                </a:cubicBezTo>
                <a:cubicBezTo>
                  <a:pt x="4857" y="11832"/>
                  <a:pt x="4368" y="11343"/>
                  <a:pt x="4368" y="10740"/>
                </a:cubicBezTo>
                <a:cubicBezTo>
                  <a:pt x="4368" y="10137"/>
                  <a:pt x="4857" y="9648"/>
                  <a:pt x="5460" y="9648"/>
                </a:cubicBezTo>
                <a:cubicBezTo>
                  <a:pt x="6063" y="9648"/>
                  <a:pt x="6552" y="10137"/>
                  <a:pt x="6552" y="10740"/>
                </a:cubicBezTo>
                <a:close/>
                <a:moveTo>
                  <a:pt x="9672" y="13860"/>
                </a:moveTo>
                <a:cubicBezTo>
                  <a:pt x="9672" y="14463"/>
                  <a:pt x="9183" y="14952"/>
                  <a:pt x="8580" y="14952"/>
                </a:cubicBezTo>
                <a:cubicBezTo>
                  <a:pt x="7977" y="14952"/>
                  <a:pt x="7488" y="14463"/>
                  <a:pt x="7488" y="13860"/>
                </a:cubicBezTo>
                <a:cubicBezTo>
                  <a:pt x="7488" y="13257"/>
                  <a:pt x="7977" y="12768"/>
                  <a:pt x="8580" y="12768"/>
                </a:cubicBezTo>
                <a:cubicBezTo>
                  <a:pt x="9183" y="12768"/>
                  <a:pt x="9672" y="13257"/>
                  <a:pt x="9672" y="13860"/>
                </a:cubicBezTo>
                <a:close/>
                <a:moveTo>
                  <a:pt x="12792" y="12300"/>
                </a:moveTo>
                <a:cubicBezTo>
                  <a:pt x="12792" y="12903"/>
                  <a:pt x="12303" y="13392"/>
                  <a:pt x="11700" y="13392"/>
                </a:cubicBezTo>
                <a:cubicBezTo>
                  <a:pt x="11097" y="13392"/>
                  <a:pt x="10608" y="12903"/>
                  <a:pt x="10608" y="12300"/>
                </a:cubicBezTo>
                <a:cubicBezTo>
                  <a:pt x="10608" y="11697"/>
                  <a:pt x="11097" y="11208"/>
                  <a:pt x="11700" y="11208"/>
                </a:cubicBezTo>
                <a:cubicBezTo>
                  <a:pt x="12303" y="11208"/>
                  <a:pt x="12792" y="11697"/>
                  <a:pt x="12792" y="12300"/>
                </a:cubicBezTo>
                <a:close/>
                <a:moveTo>
                  <a:pt x="8112" y="16980"/>
                </a:moveTo>
                <a:cubicBezTo>
                  <a:pt x="8112" y="17583"/>
                  <a:pt x="7623" y="18072"/>
                  <a:pt x="7020" y="18072"/>
                </a:cubicBezTo>
                <a:cubicBezTo>
                  <a:pt x="6417" y="18072"/>
                  <a:pt x="5928" y="17583"/>
                  <a:pt x="5928" y="16980"/>
                </a:cubicBezTo>
                <a:cubicBezTo>
                  <a:pt x="5928" y="16377"/>
                  <a:pt x="6417" y="15888"/>
                  <a:pt x="7020" y="15888"/>
                </a:cubicBezTo>
                <a:cubicBezTo>
                  <a:pt x="7623" y="15888"/>
                  <a:pt x="8112" y="16377"/>
                  <a:pt x="8112" y="16980"/>
                </a:cubicBezTo>
                <a:close/>
                <a:moveTo>
                  <a:pt x="14352" y="15420"/>
                </a:moveTo>
                <a:cubicBezTo>
                  <a:pt x="14352" y="16023"/>
                  <a:pt x="13863" y="16512"/>
                  <a:pt x="13260" y="16512"/>
                </a:cubicBezTo>
                <a:cubicBezTo>
                  <a:pt x="12657" y="16512"/>
                  <a:pt x="12168" y="16023"/>
                  <a:pt x="12168" y="15420"/>
                </a:cubicBezTo>
                <a:cubicBezTo>
                  <a:pt x="12168" y="14817"/>
                  <a:pt x="12657" y="14328"/>
                  <a:pt x="13260" y="14328"/>
                </a:cubicBezTo>
                <a:cubicBezTo>
                  <a:pt x="13863" y="14328"/>
                  <a:pt x="14352" y="14817"/>
                  <a:pt x="14352" y="15420"/>
                </a:cubicBezTo>
                <a:close/>
                <a:moveTo>
                  <a:pt x="11232" y="18540"/>
                </a:moveTo>
                <a:cubicBezTo>
                  <a:pt x="11232" y="19143"/>
                  <a:pt x="10743" y="19632"/>
                  <a:pt x="10140" y="19632"/>
                </a:cubicBezTo>
                <a:cubicBezTo>
                  <a:pt x="9537" y="19632"/>
                  <a:pt x="9048" y="19143"/>
                  <a:pt x="9048" y="18540"/>
                </a:cubicBezTo>
                <a:cubicBezTo>
                  <a:pt x="9048" y="17937"/>
                  <a:pt x="9537" y="17448"/>
                  <a:pt x="10140" y="17448"/>
                </a:cubicBezTo>
                <a:cubicBezTo>
                  <a:pt x="10743" y="17448"/>
                  <a:pt x="11232" y="17937"/>
                  <a:pt x="11232" y="18540"/>
                </a:cubicBezTo>
                <a:close/>
                <a:moveTo>
                  <a:pt x="5322" y="10878"/>
                </a:moveTo>
                <a:lnTo>
                  <a:pt x="8442" y="13998"/>
                </a:lnTo>
                <a:lnTo>
                  <a:pt x="8718" y="13722"/>
                </a:lnTo>
                <a:lnTo>
                  <a:pt x="5598" y="10602"/>
                </a:lnTo>
                <a:close/>
                <a:moveTo>
                  <a:pt x="8406" y="13773"/>
                </a:moveTo>
                <a:lnTo>
                  <a:pt x="6846" y="16893"/>
                </a:lnTo>
                <a:lnTo>
                  <a:pt x="7194" y="17067"/>
                </a:lnTo>
                <a:lnTo>
                  <a:pt x="8754" y="13947"/>
                </a:lnTo>
                <a:close/>
                <a:moveTo>
                  <a:pt x="8667" y="14034"/>
                </a:moveTo>
                <a:lnTo>
                  <a:pt x="11787" y="12474"/>
                </a:lnTo>
                <a:lnTo>
                  <a:pt x="11613" y="12126"/>
                </a:lnTo>
                <a:lnTo>
                  <a:pt x="8493" y="13686"/>
                </a:lnTo>
                <a:close/>
                <a:moveTo>
                  <a:pt x="11526" y="12387"/>
                </a:moveTo>
                <a:lnTo>
                  <a:pt x="13086" y="15507"/>
                </a:lnTo>
                <a:lnTo>
                  <a:pt x="13434" y="15333"/>
                </a:lnTo>
                <a:lnTo>
                  <a:pt x="11874" y="12213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向量空间·已验证</a:t>
            </a:r>
          </a:p>
        </p:txBody>
      </p:sp>
      <p:sp>
        <p:nvSpPr>
          <p:cNvPr id="115" name="AI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794" y="7620"/>
                </a:moveTo>
                <a:lnTo>
                  <a:pt x="2106" y="7620"/>
                </a:lnTo>
                <a:cubicBezTo>
                  <a:pt x="2235" y="7620"/>
                  <a:pt x="2340" y="7725"/>
                  <a:pt x="2340" y="7854"/>
                </a:cubicBezTo>
                <a:lnTo>
                  <a:pt x="2340" y="22206"/>
                </a:lnTo>
                <a:cubicBezTo>
                  <a:pt x="2340" y="22335"/>
                  <a:pt x="2235" y="22440"/>
                  <a:pt x="210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7854"/>
                </a:lnTo>
                <a:cubicBezTo>
                  <a:pt x="1560" y="7725"/>
                  <a:pt x="1665" y="7620"/>
                  <a:pt x="1794" y="7620"/>
                </a:cubicBezTo>
                <a:close/>
                <a:moveTo>
                  <a:pt x="6552" y="10740"/>
                </a:moveTo>
                <a:cubicBezTo>
                  <a:pt x="6552" y="11343"/>
                  <a:pt x="6063" y="11832"/>
                  <a:pt x="5460" y="11832"/>
                </a:cubicBezTo>
                <a:cubicBezTo>
                  <a:pt x="4857" y="11832"/>
                  <a:pt x="4368" y="11343"/>
                  <a:pt x="4368" y="10740"/>
                </a:cubicBezTo>
                <a:cubicBezTo>
                  <a:pt x="4368" y="10137"/>
                  <a:pt x="4857" y="9648"/>
                  <a:pt x="5460" y="9648"/>
                </a:cubicBezTo>
                <a:cubicBezTo>
                  <a:pt x="6063" y="9648"/>
                  <a:pt x="6552" y="10137"/>
                  <a:pt x="6552" y="10740"/>
                </a:cubicBezTo>
                <a:close/>
                <a:moveTo>
                  <a:pt x="9672" y="13860"/>
                </a:moveTo>
                <a:cubicBezTo>
                  <a:pt x="9672" y="14463"/>
                  <a:pt x="9183" y="14952"/>
                  <a:pt x="8580" y="14952"/>
                </a:cubicBezTo>
                <a:cubicBezTo>
                  <a:pt x="7977" y="14952"/>
                  <a:pt x="7488" y="14463"/>
                  <a:pt x="7488" y="13860"/>
                </a:cubicBezTo>
                <a:cubicBezTo>
                  <a:pt x="7488" y="13257"/>
                  <a:pt x="7977" y="12768"/>
                  <a:pt x="8580" y="12768"/>
                </a:cubicBezTo>
                <a:cubicBezTo>
                  <a:pt x="9183" y="12768"/>
                  <a:pt x="9672" y="13257"/>
                  <a:pt x="9672" y="13860"/>
                </a:cubicBezTo>
                <a:close/>
                <a:moveTo>
                  <a:pt x="12792" y="12300"/>
                </a:moveTo>
                <a:cubicBezTo>
                  <a:pt x="12792" y="12903"/>
                  <a:pt x="12303" y="13392"/>
                  <a:pt x="11700" y="13392"/>
                </a:cubicBezTo>
                <a:cubicBezTo>
                  <a:pt x="11097" y="13392"/>
                  <a:pt x="10608" y="12903"/>
                  <a:pt x="10608" y="12300"/>
                </a:cubicBezTo>
                <a:cubicBezTo>
                  <a:pt x="10608" y="11697"/>
                  <a:pt x="11097" y="11208"/>
                  <a:pt x="11700" y="11208"/>
                </a:cubicBezTo>
                <a:cubicBezTo>
                  <a:pt x="12303" y="11208"/>
                  <a:pt x="12792" y="11697"/>
                  <a:pt x="12792" y="12300"/>
                </a:cubicBezTo>
                <a:close/>
                <a:moveTo>
                  <a:pt x="8112" y="16980"/>
                </a:moveTo>
                <a:cubicBezTo>
                  <a:pt x="8112" y="17583"/>
                  <a:pt x="7623" y="18072"/>
                  <a:pt x="7020" y="18072"/>
                </a:cubicBezTo>
                <a:cubicBezTo>
                  <a:pt x="6417" y="18072"/>
                  <a:pt x="5928" y="17583"/>
                  <a:pt x="5928" y="16980"/>
                </a:cubicBezTo>
                <a:cubicBezTo>
                  <a:pt x="5928" y="16377"/>
                  <a:pt x="6417" y="15888"/>
                  <a:pt x="7020" y="15888"/>
                </a:cubicBezTo>
                <a:cubicBezTo>
                  <a:pt x="7623" y="15888"/>
                  <a:pt x="8112" y="16377"/>
                  <a:pt x="8112" y="16980"/>
                </a:cubicBezTo>
                <a:close/>
                <a:moveTo>
                  <a:pt x="14352" y="15420"/>
                </a:moveTo>
                <a:cubicBezTo>
                  <a:pt x="14352" y="16023"/>
                  <a:pt x="13863" y="16512"/>
                  <a:pt x="13260" y="16512"/>
                </a:cubicBezTo>
                <a:cubicBezTo>
                  <a:pt x="12657" y="16512"/>
                  <a:pt x="12168" y="16023"/>
                  <a:pt x="12168" y="15420"/>
                </a:cubicBezTo>
                <a:cubicBezTo>
                  <a:pt x="12168" y="14817"/>
                  <a:pt x="12657" y="14328"/>
                  <a:pt x="13260" y="14328"/>
                </a:cubicBezTo>
                <a:cubicBezTo>
                  <a:pt x="13863" y="14328"/>
                  <a:pt x="14352" y="14817"/>
                  <a:pt x="14352" y="15420"/>
                </a:cubicBezTo>
                <a:close/>
                <a:moveTo>
                  <a:pt x="11232" y="18540"/>
                </a:moveTo>
                <a:cubicBezTo>
                  <a:pt x="11232" y="19143"/>
                  <a:pt x="10743" y="19632"/>
                  <a:pt x="10140" y="19632"/>
                </a:cubicBezTo>
                <a:cubicBezTo>
                  <a:pt x="9537" y="19632"/>
                  <a:pt x="9048" y="19143"/>
                  <a:pt x="9048" y="18540"/>
                </a:cubicBezTo>
                <a:cubicBezTo>
                  <a:pt x="9048" y="17937"/>
                  <a:pt x="9537" y="17448"/>
                  <a:pt x="10140" y="17448"/>
                </a:cubicBezTo>
                <a:cubicBezTo>
                  <a:pt x="10743" y="17448"/>
                  <a:pt x="11232" y="17937"/>
                  <a:pt x="11232" y="18540"/>
                </a:cubicBezTo>
                <a:close/>
                <a:moveTo>
                  <a:pt x="5322" y="10878"/>
                </a:moveTo>
                <a:lnTo>
                  <a:pt x="8442" y="13998"/>
                </a:lnTo>
                <a:lnTo>
                  <a:pt x="8718" y="13722"/>
                </a:lnTo>
                <a:lnTo>
                  <a:pt x="5598" y="10602"/>
                </a:lnTo>
                <a:close/>
                <a:moveTo>
                  <a:pt x="8406" y="13773"/>
                </a:moveTo>
                <a:lnTo>
                  <a:pt x="6846" y="16893"/>
                </a:lnTo>
                <a:lnTo>
                  <a:pt x="7194" y="17067"/>
                </a:lnTo>
                <a:lnTo>
                  <a:pt x="8754" y="13947"/>
                </a:lnTo>
                <a:close/>
                <a:moveTo>
                  <a:pt x="8667" y="14034"/>
                </a:moveTo>
                <a:lnTo>
                  <a:pt x="11787" y="12474"/>
                </a:lnTo>
                <a:lnTo>
                  <a:pt x="11613" y="12126"/>
                </a:lnTo>
                <a:lnTo>
                  <a:pt x="8493" y="13686"/>
                </a:lnTo>
                <a:close/>
                <a:moveTo>
                  <a:pt x="11526" y="12387"/>
                </a:moveTo>
                <a:lnTo>
                  <a:pt x="13086" y="15507"/>
                </a:lnTo>
                <a:lnTo>
                  <a:pt x="13434" y="15333"/>
                </a:lnTo>
                <a:lnTo>
                  <a:pt x="11874" y="12213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向量空间·洞察</a:t>
            </a:r>
          </a:p>
        </p:txBody>
      </p:sp>
      <p:sp>
        <p:nvSpPr>
          <p:cNvPr id="118" name="AI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00" y="4000"/>
                </a:moveTo>
                <a:lnTo>
                  <a:pt x="19400" y="4000"/>
                </a:lnTo>
                <a:cubicBezTo>
                  <a:pt x="20284" y="4000"/>
                  <a:pt x="21000" y="4716"/>
                  <a:pt x="21000" y="5600"/>
                </a:cubicBezTo>
                <a:lnTo>
                  <a:pt x="21000" y="18400"/>
                </a:lnTo>
                <a:cubicBezTo>
                  <a:pt x="21000" y="19284"/>
                  <a:pt x="20284" y="20000"/>
                  <a:pt x="19400" y="20000"/>
                </a:cubicBezTo>
                <a:lnTo>
                  <a:pt x="4600" y="20000"/>
                </a:lnTo>
                <a:cubicBezTo>
                  <a:pt x="3716" y="20000"/>
                  <a:pt x="3000" y="19284"/>
                  <a:pt x="3000" y="18400"/>
                </a:cubicBezTo>
                <a:lnTo>
                  <a:pt x="3000" y="5600"/>
                </a:lnTo>
                <a:cubicBezTo>
                  <a:pt x="3000" y="4716"/>
                  <a:pt x="3716" y="4000"/>
                  <a:pt x="4600" y="4000"/>
                </a:cubicBezTo>
                <a:close/>
                <a:moveTo>
                  <a:pt x="7300" y="8000"/>
                </a:moveTo>
                <a:lnTo>
                  <a:pt x="16700" y="8000"/>
                </a:lnTo>
                <a:cubicBezTo>
                  <a:pt x="16866" y="8000"/>
                  <a:pt x="17000" y="8134"/>
                  <a:pt x="17000" y="8300"/>
                </a:cubicBezTo>
                <a:lnTo>
                  <a:pt x="17000" y="8900"/>
                </a:lnTo>
                <a:cubicBezTo>
                  <a:pt x="17000" y="9066"/>
                  <a:pt x="16866" y="9200"/>
                  <a:pt x="16700" y="9200"/>
                </a:cubicBezTo>
                <a:lnTo>
                  <a:pt x="7300" y="9200"/>
                </a:lnTo>
                <a:cubicBezTo>
                  <a:pt x="7134" y="9200"/>
                  <a:pt x="7000" y="9066"/>
                  <a:pt x="7000" y="8900"/>
                </a:cubicBezTo>
                <a:lnTo>
                  <a:pt x="7000" y="8300"/>
                </a:lnTo>
                <a:cubicBezTo>
                  <a:pt x="7000" y="8134"/>
                  <a:pt x="7134" y="8000"/>
                  <a:pt x="7300" y="8000"/>
                </a:cubicBezTo>
                <a:close/>
                <a:moveTo>
                  <a:pt x="7300" y="11000"/>
                </a:moveTo>
                <a:lnTo>
                  <a:pt x="16700" y="11000"/>
                </a:lnTo>
                <a:cubicBezTo>
                  <a:pt x="16866" y="11000"/>
                  <a:pt x="17000" y="11134"/>
                  <a:pt x="17000" y="11300"/>
                </a:cubicBezTo>
                <a:lnTo>
                  <a:pt x="17000" y="11900"/>
                </a:lnTo>
                <a:cubicBezTo>
                  <a:pt x="17000" y="12066"/>
                  <a:pt x="16866" y="12200"/>
                  <a:pt x="16700" y="12200"/>
                </a:cubicBezTo>
                <a:lnTo>
                  <a:pt x="7300" y="12200"/>
                </a:lnTo>
                <a:cubicBezTo>
                  <a:pt x="7134" y="12200"/>
                  <a:pt x="7000" y="12066"/>
                  <a:pt x="7000" y="11900"/>
                </a:cubicBezTo>
                <a:lnTo>
                  <a:pt x="7000" y="11300"/>
                </a:lnTo>
                <a:cubicBezTo>
                  <a:pt x="7000" y="11134"/>
                  <a:pt x="7134" y="11000"/>
                  <a:pt x="7300" y="11000"/>
                </a:cubicBezTo>
                <a:close/>
                <a:moveTo>
                  <a:pt x="7300" y="14000"/>
                </a:moveTo>
                <a:lnTo>
                  <a:pt x="13700" y="14000"/>
                </a:lnTo>
                <a:cubicBezTo>
                  <a:pt x="13866" y="14000"/>
                  <a:pt x="14000" y="14134"/>
                  <a:pt x="14000" y="14300"/>
                </a:cubicBezTo>
                <a:lnTo>
                  <a:pt x="14000" y="14900"/>
                </a:lnTo>
                <a:cubicBezTo>
                  <a:pt x="14000" y="15066"/>
                  <a:pt x="13866" y="15200"/>
                  <a:pt x="13700" y="15200"/>
                </a:cubicBezTo>
                <a:lnTo>
                  <a:pt x="7300" y="15200"/>
                </a:lnTo>
                <a:cubicBezTo>
                  <a:pt x="7134" y="15200"/>
                  <a:pt x="7000" y="15066"/>
                  <a:pt x="7000" y="14900"/>
                </a:cubicBezTo>
                <a:lnTo>
                  <a:pt x="7000" y="14300"/>
                </a:lnTo>
                <a:cubicBezTo>
                  <a:pt x="7000" y="14134"/>
                  <a:pt x="7134" y="14000"/>
                  <a:pt x="7300" y="14000"/>
                </a:cubicBezTo>
                <a:close/>
                <a:moveTo>
                  <a:pt x="18000" y="5600"/>
                </a:moveTo>
                <a:lnTo>
                  <a:pt x="18283" y="6717"/>
                </a:lnTo>
                <a:lnTo>
                  <a:pt x="19400" y="7000"/>
                </a:lnTo>
                <a:lnTo>
                  <a:pt x="18283" y="7283"/>
                </a:lnTo>
                <a:lnTo>
                  <a:pt x="18000" y="8400"/>
                </a:lnTo>
                <a:lnTo>
                  <a:pt x="17717" y="7283"/>
                </a:lnTo>
                <a:lnTo>
                  <a:pt x="16600" y="7000"/>
                </a:lnTo>
                <a:lnTo>
                  <a:pt x="17717" y="6717"/>
                </a:lnTo>
                <a:close/>
                <a:moveTo>
                  <a:pt x="11300" y="21000"/>
                </a:moveTo>
                <a:lnTo>
                  <a:pt x="12700" y="21000"/>
                </a:lnTo>
                <a:cubicBezTo>
                  <a:pt x="12866" y="21000"/>
                  <a:pt x="13000" y="21134"/>
                  <a:pt x="13000" y="21300"/>
                </a:cubicBezTo>
                <a:lnTo>
                  <a:pt x="13000" y="22100"/>
                </a:lnTo>
                <a:cubicBezTo>
                  <a:pt x="13000" y="22266"/>
                  <a:pt x="12866" y="22400"/>
                  <a:pt x="12700" y="22400"/>
                </a:cubicBezTo>
                <a:lnTo>
                  <a:pt x="11300" y="22400"/>
                </a:lnTo>
                <a:cubicBezTo>
                  <a:pt x="11134" y="22400"/>
                  <a:pt x="11000" y="22266"/>
                  <a:pt x="11000" y="22100"/>
                </a:cubicBezTo>
                <a:lnTo>
                  <a:pt x="11000" y="21300"/>
                </a:lnTo>
                <a:cubicBezTo>
                  <a:pt x="11000" y="21134"/>
                  <a:pt x="11134" y="21000"/>
                  <a:pt x="113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大模型容器</a:t>
            </a:r>
          </a:p>
        </p:txBody>
      </p:sp>
      <p:sp>
        <p:nvSpPr>
          <p:cNvPr id="121" name="AI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821" y="8400"/>
                  <a:pt x="16380" y="8959"/>
                  <a:pt x="16380" y="9648"/>
                </a:cubicBezTo>
                <a:lnTo>
                  <a:pt x="16380" y="19632"/>
                </a:lnTo>
                <a:cubicBezTo>
                  <a:pt x="16380" y="20321"/>
                  <a:pt x="15821" y="20880"/>
                  <a:pt x="15132" y="20880"/>
                </a:cubicBezTo>
                <a:lnTo>
                  <a:pt x="3588" y="20880"/>
                </a:lnTo>
                <a:cubicBezTo>
                  <a:pt x="2899" y="20880"/>
                  <a:pt x="2340" y="20321"/>
                  <a:pt x="2340" y="19632"/>
                </a:cubicBezTo>
                <a:lnTo>
                  <a:pt x="2340" y="9648"/>
                </a:lnTo>
                <a:cubicBezTo>
                  <a:pt x="2340" y="8959"/>
                  <a:pt x="2899" y="8400"/>
                  <a:pt x="3588" y="8400"/>
                </a:cubicBezTo>
                <a:close/>
                <a:moveTo>
                  <a:pt x="5694" y="11520"/>
                </a:moveTo>
                <a:lnTo>
                  <a:pt x="13026" y="11520"/>
                </a:lnTo>
                <a:cubicBezTo>
                  <a:pt x="13155" y="11520"/>
                  <a:pt x="13260" y="11625"/>
                  <a:pt x="13260" y="11754"/>
                </a:cubicBezTo>
                <a:lnTo>
                  <a:pt x="13260" y="12222"/>
                </a:lnTo>
                <a:cubicBezTo>
                  <a:pt x="13260" y="12351"/>
                  <a:pt x="13155" y="12456"/>
                  <a:pt x="13026" y="12456"/>
                </a:cubicBezTo>
                <a:lnTo>
                  <a:pt x="5694" y="12456"/>
                </a:lnTo>
                <a:cubicBezTo>
                  <a:pt x="5565" y="12456"/>
                  <a:pt x="5460" y="12351"/>
                  <a:pt x="5460" y="12222"/>
                </a:cubicBezTo>
                <a:lnTo>
                  <a:pt x="5460" y="11754"/>
                </a:lnTo>
                <a:cubicBezTo>
                  <a:pt x="5460" y="11625"/>
                  <a:pt x="5565" y="11520"/>
                  <a:pt x="5694" y="11520"/>
                </a:cubicBezTo>
                <a:close/>
                <a:moveTo>
                  <a:pt x="569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562"/>
                </a:lnTo>
                <a:cubicBezTo>
                  <a:pt x="13260" y="14691"/>
                  <a:pt x="13155" y="14796"/>
                  <a:pt x="13026" y="14796"/>
                </a:cubicBezTo>
                <a:lnTo>
                  <a:pt x="5694" y="14796"/>
                </a:lnTo>
                <a:cubicBezTo>
                  <a:pt x="5565" y="14796"/>
                  <a:pt x="5460" y="14691"/>
                  <a:pt x="5460" y="14562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5694" y="16200"/>
                </a:moveTo>
                <a:lnTo>
                  <a:pt x="10686" y="16200"/>
                </a:lnTo>
                <a:cubicBezTo>
                  <a:pt x="10815" y="16200"/>
                  <a:pt x="10920" y="16305"/>
                  <a:pt x="10920" y="16434"/>
                </a:cubicBezTo>
                <a:lnTo>
                  <a:pt x="10920" y="16902"/>
                </a:lnTo>
                <a:cubicBezTo>
                  <a:pt x="10920" y="17031"/>
                  <a:pt x="10815" y="17136"/>
                  <a:pt x="10686" y="17136"/>
                </a:cubicBezTo>
                <a:lnTo>
                  <a:pt x="5694" y="17136"/>
                </a:lnTo>
                <a:cubicBezTo>
                  <a:pt x="5565" y="17136"/>
                  <a:pt x="5460" y="17031"/>
                  <a:pt x="5460" y="16902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14040" y="9648"/>
                </a:moveTo>
                <a:lnTo>
                  <a:pt x="14261" y="10519"/>
                </a:lnTo>
                <a:lnTo>
                  <a:pt x="15132" y="10740"/>
                </a:lnTo>
                <a:lnTo>
                  <a:pt x="14261" y="10961"/>
                </a:lnTo>
                <a:lnTo>
                  <a:pt x="14040" y="11832"/>
                </a:lnTo>
                <a:lnTo>
                  <a:pt x="13819" y="10961"/>
                </a:lnTo>
                <a:lnTo>
                  <a:pt x="12948" y="10740"/>
                </a:lnTo>
                <a:lnTo>
                  <a:pt x="13819" y="10519"/>
                </a:lnTo>
                <a:close/>
                <a:moveTo>
                  <a:pt x="8814" y="21660"/>
                </a:moveTo>
                <a:lnTo>
                  <a:pt x="9906" y="21660"/>
                </a:lnTo>
                <a:cubicBezTo>
                  <a:pt x="10035" y="21660"/>
                  <a:pt x="10140" y="21765"/>
                  <a:pt x="10140" y="21894"/>
                </a:cubicBezTo>
                <a:lnTo>
                  <a:pt x="10140" y="22518"/>
                </a:lnTo>
                <a:cubicBezTo>
                  <a:pt x="10140" y="22647"/>
                  <a:pt x="10035" y="22752"/>
                  <a:pt x="9906" y="22752"/>
                </a:cubicBezTo>
                <a:lnTo>
                  <a:pt x="8814" y="22752"/>
                </a:lnTo>
                <a:cubicBezTo>
                  <a:pt x="8685" y="22752"/>
                  <a:pt x="8580" y="22647"/>
                  <a:pt x="8580" y="22518"/>
                </a:cubicBezTo>
                <a:lnTo>
                  <a:pt x="8580" y="21894"/>
                </a:lnTo>
                <a:cubicBezTo>
                  <a:pt x="8580" y="21765"/>
                  <a:pt x="8685" y="21660"/>
                  <a:pt x="8814" y="21660"/>
                </a:cubicBezTo>
                <a:close/>
                <a:moveTo>
                  <a:pt x="19000" y="1800"/>
                </a:moveTo>
                <a:lnTo>
                  <a:pt x="19566" y="4434"/>
                </a:lnTo>
                <a:lnTo>
                  <a:pt x="22200" y="5000"/>
                </a:lnTo>
                <a:lnTo>
                  <a:pt x="19566" y="5566"/>
                </a:lnTo>
                <a:lnTo>
                  <a:pt x="19000" y="8200"/>
                </a:lnTo>
                <a:lnTo>
                  <a:pt x="18434" y="5566"/>
                </a:lnTo>
                <a:lnTo>
                  <a:pt x="15800" y="5000"/>
                </a:lnTo>
                <a:lnTo>
                  <a:pt x="18434" y="4434"/>
                </a:lnTo>
                <a:close/>
                <a:moveTo>
                  <a:pt x="23700" y="7800"/>
                </a:moveTo>
                <a:cubicBezTo>
                  <a:pt x="23700" y="8187"/>
                  <a:pt x="23387" y="8500"/>
                  <a:pt x="23000" y="8500"/>
                </a:cubicBezTo>
                <a:cubicBezTo>
                  <a:pt x="22613" y="8500"/>
                  <a:pt x="22300" y="8187"/>
                  <a:pt x="22300" y="7800"/>
                </a:cubicBezTo>
                <a:cubicBezTo>
                  <a:pt x="22300" y="7413"/>
                  <a:pt x="22613" y="7100"/>
                  <a:pt x="23000" y="7100"/>
                </a:cubicBezTo>
                <a:cubicBezTo>
                  <a:pt x="23387" y="7100"/>
                  <a:pt x="23700" y="7413"/>
                  <a:pt x="23700" y="7800"/>
                </a:cubicBezTo>
                <a:close/>
                <a:moveTo>
                  <a:pt x="15700" y="2400"/>
                </a:moveTo>
                <a:cubicBezTo>
                  <a:pt x="15700" y="2676"/>
                  <a:pt x="15476" y="2900"/>
                  <a:pt x="15200" y="2900"/>
                </a:cubicBezTo>
                <a:cubicBezTo>
                  <a:pt x="14924" y="2900"/>
                  <a:pt x="14700" y="2676"/>
                  <a:pt x="14700" y="2400"/>
                </a:cubicBezTo>
                <a:cubicBezTo>
                  <a:pt x="14700" y="2124"/>
                  <a:pt x="14924" y="1900"/>
                  <a:pt x="15200" y="1900"/>
                </a:cubicBezTo>
                <a:cubicBezTo>
                  <a:pt x="15476" y="1900"/>
                  <a:pt x="15700" y="2124"/>
                  <a:pt x="15700" y="24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大模型容器·智能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07_AI机器人自动化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AI · 第 3/3 页 · 共 83 个</a:t>
            </a:r>
          </a:p>
        </p:txBody>
      </p:sp>
      <p:sp>
        <p:nvSpPr>
          <p:cNvPr id="4" name="AI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821" y="8400"/>
                  <a:pt x="16380" y="8959"/>
                  <a:pt x="16380" y="9648"/>
                </a:cubicBezTo>
                <a:lnTo>
                  <a:pt x="16380" y="19632"/>
                </a:lnTo>
                <a:cubicBezTo>
                  <a:pt x="16380" y="20321"/>
                  <a:pt x="15821" y="20880"/>
                  <a:pt x="15132" y="20880"/>
                </a:cubicBezTo>
                <a:lnTo>
                  <a:pt x="3588" y="20880"/>
                </a:lnTo>
                <a:cubicBezTo>
                  <a:pt x="2899" y="20880"/>
                  <a:pt x="2340" y="20321"/>
                  <a:pt x="2340" y="19632"/>
                </a:cubicBezTo>
                <a:lnTo>
                  <a:pt x="2340" y="9648"/>
                </a:lnTo>
                <a:cubicBezTo>
                  <a:pt x="2340" y="8959"/>
                  <a:pt x="2899" y="8400"/>
                  <a:pt x="3588" y="8400"/>
                </a:cubicBezTo>
                <a:close/>
                <a:moveTo>
                  <a:pt x="5694" y="11520"/>
                </a:moveTo>
                <a:lnTo>
                  <a:pt x="13026" y="11520"/>
                </a:lnTo>
                <a:cubicBezTo>
                  <a:pt x="13155" y="11520"/>
                  <a:pt x="13260" y="11625"/>
                  <a:pt x="13260" y="11754"/>
                </a:cubicBezTo>
                <a:lnTo>
                  <a:pt x="13260" y="12222"/>
                </a:lnTo>
                <a:cubicBezTo>
                  <a:pt x="13260" y="12351"/>
                  <a:pt x="13155" y="12456"/>
                  <a:pt x="13026" y="12456"/>
                </a:cubicBezTo>
                <a:lnTo>
                  <a:pt x="5694" y="12456"/>
                </a:lnTo>
                <a:cubicBezTo>
                  <a:pt x="5565" y="12456"/>
                  <a:pt x="5460" y="12351"/>
                  <a:pt x="5460" y="12222"/>
                </a:cubicBezTo>
                <a:lnTo>
                  <a:pt x="5460" y="11754"/>
                </a:lnTo>
                <a:cubicBezTo>
                  <a:pt x="5460" y="11625"/>
                  <a:pt x="5565" y="11520"/>
                  <a:pt x="5694" y="11520"/>
                </a:cubicBezTo>
                <a:close/>
                <a:moveTo>
                  <a:pt x="569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562"/>
                </a:lnTo>
                <a:cubicBezTo>
                  <a:pt x="13260" y="14691"/>
                  <a:pt x="13155" y="14796"/>
                  <a:pt x="13026" y="14796"/>
                </a:cubicBezTo>
                <a:lnTo>
                  <a:pt x="5694" y="14796"/>
                </a:lnTo>
                <a:cubicBezTo>
                  <a:pt x="5565" y="14796"/>
                  <a:pt x="5460" y="14691"/>
                  <a:pt x="5460" y="14562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5694" y="16200"/>
                </a:moveTo>
                <a:lnTo>
                  <a:pt x="10686" y="16200"/>
                </a:lnTo>
                <a:cubicBezTo>
                  <a:pt x="10815" y="16200"/>
                  <a:pt x="10920" y="16305"/>
                  <a:pt x="10920" y="16434"/>
                </a:cubicBezTo>
                <a:lnTo>
                  <a:pt x="10920" y="16902"/>
                </a:lnTo>
                <a:cubicBezTo>
                  <a:pt x="10920" y="17031"/>
                  <a:pt x="10815" y="17136"/>
                  <a:pt x="10686" y="17136"/>
                </a:cubicBezTo>
                <a:lnTo>
                  <a:pt x="5694" y="17136"/>
                </a:lnTo>
                <a:cubicBezTo>
                  <a:pt x="5565" y="17136"/>
                  <a:pt x="5460" y="17031"/>
                  <a:pt x="5460" y="16902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14040" y="9648"/>
                </a:moveTo>
                <a:lnTo>
                  <a:pt x="14261" y="10519"/>
                </a:lnTo>
                <a:lnTo>
                  <a:pt x="15132" y="10740"/>
                </a:lnTo>
                <a:lnTo>
                  <a:pt x="14261" y="10961"/>
                </a:lnTo>
                <a:lnTo>
                  <a:pt x="14040" y="11832"/>
                </a:lnTo>
                <a:lnTo>
                  <a:pt x="13819" y="10961"/>
                </a:lnTo>
                <a:lnTo>
                  <a:pt x="12948" y="10740"/>
                </a:lnTo>
                <a:lnTo>
                  <a:pt x="13819" y="10519"/>
                </a:lnTo>
                <a:close/>
                <a:moveTo>
                  <a:pt x="8814" y="21660"/>
                </a:moveTo>
                <a:lnTo>
                  <a:pt x="9906" y="21660"/>
                </a:lnTo>
                <a:cubicBezTo>
                  <a:pt x="10035" y="21660"/>
                  <a:pt x="10140" y="21765"/>
                  <a:pt x="10140" y="21894"/>
                </a:cubicBezTo>
                <a:lnTo>
                  <a:pt x="10140" y="22518"/>
                </a:lnTo>
                <a:cubicBezTo>
                  <a:pt x="10140" y="22647"/>
                  <a:pt x="10035" y="22752"/>
                  <a:pt x="9906" y="22752"/>
                </a:cubicBezTo>
                <a:lnTo>
                  <a:pt x="8814" y="22752"/>
                </a:lnTo>
                <a:cubicBezTo>
                  <a:pt x="8685" y="22752"/>
                  <a:pt x="8580" y="22647"/>
                  <a:pt x="8580" y="22518"/>
                </a:cubicBezTo>
                <a:lnTo>
                  <a:pt x="8580" y="21894"/>
                </a:lnTo>
                <a:cubicBezTo>
                  <a:pt x="8580" y="21765"/>
                  <a:pt x="8685" y="21660"/>
                  <a:pt x="8814" y="21660"/>
                </a:cubicBezTo>
                <a:close/>
                <a:moveTo>
                  <a:pt x="21014" y="4404"/>
                </a:moveTo>
                <a:lnTo>
                  <a:pt x="21950" y="4453"/>
                </a:lnTo>
                <a:lnTo>
                  <a:pt x="21950" y="5547"/>
                </a:lnTo>
                <a:lnTo>
                  <a:pt x="21014" y="5596"/>
                </a:lnTo>
                <a:lnTo>
                  <a:pt x="20523" y="6446"/>
                </a:lnTo>
                <a:lnTo>
                  <a:pt x="20948" y="7281"/>
                </a:lnTo>
                <a:lnTo>
                  <a:pt x="20001" y="7828"/>
                </a:lnTo>
                <a:lnTo>
                  <a:pt x="19490" y="7042"/>
                </a:lnTo>
                <a:lnTo>
                  <a:pt x="18510" y="7042"/>
                </a:lnTo>
                <a:lnTo>
                  <a:pt x="17999" y="7828"/>
                </a:lnTo>
                <a:lnTo>
                  <a:pt x="17052" y="7281"/>
                </a:lnTo>
                <a:lnTo>
                  <a:pt x="17477" y="6446"/>
                </a:lnTo>
                <a:lnTo>
                  <a:pt x="16986" y="5596"/>
                </a:lnTo>
                <a:lnTo>
                  <a:pt x="16050" y="5547"/>
                </a:lnTo>
                <a:lnTo>
                  <a:pt x="16050" y="4453"/>
                </a:lnTo>
                <a:lnTo>
                  <a:pt x="16986" y="4404"/>
                </a:lnTo>
                <a:lnTo>
                  <a:pt x="17477" y="3554"/>
                </a:lnTo>
                <a:lnTo>
                  <a:pt x="17052" y="2719"/>
                </a:lnTo>
                <a:lnTo>
                  <a:pt x="17999" y="2172"/>
                </a:lnTo>
                <a:lnTo>
                  <a:pt x="18510" y="2958"/>
                </a:lnTo>
                <a:lnTo>
                  <a:pt x="19490" y="2958"/>
                </a:lnTo>
                <a:lnTo>
                  <a:pt x="20001" y="2172"/>
                </a:lnTo>
                <a:lnTo>
                  <a:pt x="20948" y="2719"/>
                </a:lnTo>
                <a:lnTo>
                  <a:pt x="20523" y="3554"/>
                </a:lnTo>
                <a:close/>
                <a:moveTo>
                  <a:pt x="19900" y="5000"/>
                </a:moveTo>
                <a:cubicBezTo>
                  <a:pt x="19900" y="4503"/>
                  <a:pt x="19497" y="4100"/>
                  <a:pt x="19000" y="4100"/>
                </a:cubicBezTo>
                <a:cubicBezTo>
                  <a:pt x="18503" y="4100"/>
                  <a:pt x="18100" y="4503"/>
                  <a:pt x="18100" y="5000"/>
                </a:cubicBezTo>
                <a:cubicBezTo>
                  <a:pt x="18100" y="5497"/>
                  <a:pt x="18503" y="5900"/>
                  <a:pt x="19000" y="5900"/>
                </a:cubicBezTo>
                <a:cubicBezTo>
                  <a:pt x="19497" y="5900"/>
                  <a:pt x="19900" y="5497"/>
                  <a:pt x="199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大模型容器·可配置</a:t>
            </a:r>
          </a:p>
        </p:txBody>
      </p:sp>
      <p:sp>
        <p:nvSpPr>
          <p:cNvPr id="7" name="AI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821" y="8400"/>
                  <a:pt x="16380" y="8959"/>
                  <a:pt x="16380" y="9648"/>
                </a:cubicBezTo>
                <a:lnTo>
                  <a:pt x="16380" y="19632"/>
                </a:lnTo>
                <a:cubicBezTo>
                  <a:pt x="16380" y="20321"/>
                  <a:pt x="15821" y="20880"/>
                  <a:pt x="15132" y="20880"/>
                </a:cubicBezTo>
                <a:lnTo>
                  <a:pt x="3588" y="20880"/>
                </a:lnTo>
                <a:cubicBezTo>
                  <a:pt x="2899" y="20880"/>
                  <a:pt x="2340" y="20321"/>
                  <a:pt x="2340" y="19632"/>
                </a:cubicBezTo>
                <a:lnTo>
                  <a:pt x="2340" y="9648"/>
                </a:lnTo>
                <a:cubicBezTo>
                  <a:pt x="2340" y="8959"/>
                  <a:pt x="2899" y="8400"/>
                  <a:pt x="3588" y="8400"/>
                </a:cubicBezTo>
                <a:close/>
                <a:moveTo>
                  <a:pt x="5694" y="11520"/>
                </a:moveTo>
                <a:lnTo>
                  <a:pt x="13026" y="11520"/>
                </a:lnTo>
                <a:cubicBezTo>
                  <a:pt x="13155" y="11520"/>
                  <a:pt x="13260" y="11625"/>
                  <a:pt x="13260" y="11754"/>
                </a:cubicBezTo>
                <a:lnTo>
                  <a:pt x="13260" y="12222"/>
                </a:lnTo>
                <a:cubicBezTo>
                  <a:pt x="13260" y="12351"/>
                  <a:pt x="13155" y="12456"/>
                  <a:pt x="13026" y="12456"/>
                </a:cubicBezTo>
                <a:lnTo>
                  <a:pt x="5694" y="12456"/>
                </a:lnTo>
                <a:cubicBezTo>
                  <a:pt x="5565" y="12456"/>
                  <a:pt x="5460" y="12351"/>
                  <a:pt x="5460" y="12222"/>
                </a:cubicBezTo>
                <a:lnTo>
                  <a:pt x="5460" y="11754"/>
                </a:lnTo>
                <a:cubicBezTo>
                  <a:pt x="5460" y="11625"/>
                  <a:pt x="5565" y="11520"/>
                  <a:pt x="5694" y="11520"/>
                </a:cubicBezTo>
                <a:close/>
                <a:moveTo>
                  <a:pt x="569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562"/>
                </a:lnTo>
                <a:cubicBezTo>
                  <a:pt x="13260" y="14691"/>
                  <a:pt x="13155" y="14796"/>
                  <a:pt x="13026" y="14796"/>
                </a:cubicBezTo>
                <a:lnTo>
                  <a:pt x="5694" y="14796"/>
                </a:lnTo>
                <a:cubicBezTo>
                  <a:pt x="5565" y="14796"/>
                  <a:pt x="5460" y="14691"/>
                  <a:pt x="5460" y="14562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5694" y="16200"/>
                </a:moveTo>
                <a:lnTo>
                  <a:pt x="10686" y="16200"/>
                </a:lnTo>
                <a:cubicBezTo>
                  <a:pt x="10815" y="16200"/>
                  <a:pt x="10920" y="16305"/>
                  <a:pt x="10920" y="16434"/>
                </a:cubicBezTo>
                <a:lnTo>
                  <a:pt x="10920" y="16902"/>
                </a:lnTo>
                <a:cubicBezTo>
                  <a:pt x="10920" y="17031"/>
                  <a:pt x="10815" y="17136"/>
                  <a:pt x="10686" y="17136"/>
                </a:cubicBezTo>
                <a:lnTo>
                  <a:pt x="5694" y="17136"/>
                </a:lnTo>
                <a:cubicBezTo>
                  <a:pt x="5565" y="17136"/>
                  <a:pt x="5460" y="17031"/>
                  <a:pt x="5460" y="16902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14040" y="9648"/>
                </a:moveTo>
                <a:lnTo>
                  <a:pt x="14261" y="10519"/>
                </a:lnTo>
                <a:lnTo>
                  <a:pt x="15132" y="10740"/>
                </a:lnTo>
                <a:lnTo>
                  <a:pt x="14261" y="10961"/>
                </a:lnTo>
                <a:lnTo>
                  <a:pt x="14040" y="11832"/>
                </a:lnTo>
                <a:lnTo>
                  <a:pt x="13819" y="10961"/>
                </a:lnTo>
                <a:lnTo>
                  <a:pt x="12948" y="10740"/>
                </a:lnTo>
                <a:lnTo>
                  <a:pt x="13819" y="10519"/>
                </a:lnTo>
                <a:close/>
                <a:moveTo>
                  <a:pt x="8814" y="21660"/>
                </a:moveTo>
                <a:lnTo>
                  <a:pt x="9906" y="21660"/>
                </a:lnTo>
                <a:cubicBezTo>
                  <a:pt x="10035" y="21660"/>
                  <a:pt x="10140" y="21765"/>
                  <a:pt x="10140" y="21894"/>
                </a:cubicBezTo>
                <a:lnTo>
                  <a:pt x="10140" y="22518"/>
                </a:lnTo>
                <a:cubicBezTo>
                  <a:pt x="10140" y="22647"/>
                  <a:pt x="10035" y="22752"/>
                  <a:pt x="9906" y="22752"/>
                </a:cubicBezTo>
                <a:lnTo>
                  <a:pt x="8814" y="22752"/>
                </a:lnTo>
                <a:cubicBezTo>
                  <a:pt x="8685" y="22752"/>
                  <a:pt x="8580" y="22647"/>
                  <a:pt x="8580" y="22518"/>
                </a:cubicBezTo>
                <a:lnTo>
                  <a:pt x="8580" y="21894"/>
                </a:lnTo>
                <a:cubicBezTo>
                  <a:pt x="8580" y="21765"/>
                  <a:pt x="8685" y="21660"/>
                  <a:pt x="8814" y="2166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大模型容器·同步</a:t>
            </a:r>
          </a:p>
        </p:txBody>
      </p:sp>
      <p:sp>
        <p:nvSpPr>
          <p:cNvPr id="10" name="AI-08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821" y="8400"/>
                  <a:pt x="16380" y="8959"/>
                  <a:pt x="16380" y="9648"/>
                </a:cubicBezTo>
                <a:lnTo>
                  <a:pt x="16380" y="19632"/>
                </a:lnTo>
                <a:cubicBezTo>
                  <a:pt x="16380" y="20321"/>
                  <a:pt x="15821" y="20880"/>
                  <a:pt x="15132" y="20880"/>
                </a:cubicBezTo>
                <a:lnTo>
                  <a:pt x="3588" y="20880"/>
                </a:lnTo>
                <a:cubicBezTo>
                  <a:pt x="2899" y="20880"/>
                  <a:pt x="2340" y="20321"/>
                  <a:pt x="2340" y="19632"/>
                </a:cubicBezTo>
                <a:lnTo>
                  <a:pt x="2340" y="9648"/>
                </a:lnTo>
                <a:cubicBezTo>
                  <a:pt x="2340" y="8959"/>
                  <a:pt x="2899" y="8400"/>
                  <a:pt x="3588" y="8400"/>
                </a:cubicBezTo>
                <a:close/>
                <a:moveTo>
                  <a:pt x="5694" y="11520"/>
                </a:moveTo>
                <a:lnTo>
                  <a:pt x="13026" y="11520"/>
                </a:lnTo>
                <a:cubicBezTo>
                  <a:pt x="13155" y="11520"/>
                  <a:pt x="13260" y="11625"/>
                  <a:pt x="13260" y="11754"/>
                </a:cubicBezTo>
                <a:lnTo>
                  <a:pt x="13260" y="12222"/>
                </a:lnTo>
                <a:cubicBezTo>
                  <a:pt x="13260" y="12351"/>
                  <a:pt x="13155" y="12456"/>
                  <a:pt x="13026" y="12456"/>
                </a:cubicBezTo>
                <a:lnTo>
                  <a:pt x="5694" y="12456"/>
                </a:lnTo>
                <a:cubicBezTo>
                  <a:pt x="5565" y="12456"/>
                  <a:pt x="5460" y="12351"/>
                  <a:pt x="5460" y="12222"/>
                </a:cubicBezTo>
                <a:lnTo>
                  <a:pt x="5460" y="11754"/>
                </a:lnTo>
                <a:cubicBezTo>
                  <a:pt x="5460" y="11625"/>
                  <a:pt x="5565" y="11520"/>
                  <a:pt x="5694" y="11520"/>
                </a:cubicBezTo>
                <a:close/>
                <a:moveTo>
                  <a:pt x="569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562"/>
                </a:lnTo>
                <a:cubicBezTo>
                  <a:pt x="13260" y="14691"/>
                  <a:pt x="13155" y="14796"/>
                  <a:pt x="13026" y="14796"/>
                </a:cubicBezTo>
                <a:lnTo>
                  <a:pt x="5694" y="14796"/>
                </a:lnTo>
                <a:cubicBezTo>
                  <a:pt x="5565" y="14796"/>
                  <a:pt x="5460" y="14691"/>
                  <a:pt x="5460" y="14562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5694" y="16200"/>
                </a:moveTo>
                <a:lnTo>
                  <a:pt x="10686" y="16200"/>
                </a:lnTo>
                <a:cubicBezTo>
                  <a:pt x="10815" y="16200"/>
                  <a:pt x="10920" y="16305"/>
                  <a:pt x="10920" y="16434"/>
                </a:cubicBezTo>
                <a:lnTo>
                  <a:pt x="10920" y="16902"/>
                </a:lnTo>
                <a:cubicBezTo>
                  <a:pt x="10920" y="17031"/>
                  <a:pt x="10815" y="17136"/>
                  <a:pt x="10686" y="17136"/>
                </a:cubicBezTo>
                <a:lnTo>
                  <a:pt x="5694" y="17136"/>
                </a:lnTo>
                <a:cubicBezTo>
                  <a:pt x="5565" y="17136"/>
                  <a:pt x="5460" y="17031"/>
                  <a:pt x="5460" y="16902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14040" y="9648"/>
                </a:moveTo>
                <a:lnTo>
                  <a:pt x="14261" y="10519"/>
                </a:lnTo>
                <a:lnTo>
                  <a:pt x="15132" y="10740"/>
                </a:lnTo>
                <a:lnTo>
                  <a:pt x="14261" y="10961"/>
                </a:lnTo>
                <a:lnTo>
                  <a:pt x="14040" y="11832"/>
                </a:lnTo>
                <a:lnTo>
                  <a:pt x="13819" y="10961"/>
                </a:lnTo>
                <a:lnTo>
                  <a:pt x="12948" y="10740"/>
                </a:lnTo>
                <a:lnTo>
                  <a:pt x="13819" y="10519"/>
                </a:lnTo>
                <a:close/>
                <a:moveTo>
                  <a:pt x="8814" y="21660"/>
                </a:moveTo>
                <a:lnTo>
                  <a:pt x="9906" y="21660"/>
                </a:lnTo>
                <a:cubicBezTo>
                  <a:pt x="10035" y="21660"/>
                  <a:pt x="10140" y="21765"/>
                  <a:pt x="10140" y="21894"/>
                </a:cubicBezTo>
                <a:lnTo>
                  <a:pt x="10140" y="22518"/>
                </a:lnTo>
                <a:cubicBezTo>
                  <a:pt x="10140" y="22647"/>
                  <a:pt x="10035" y="22752"/>
                  <a:pt x="9906" y="22752"/>
                </a:cubicBezTo>
                <a:lnTo>
                  <a:pt x="8814" y="22752"/>
                </a:lnTo>
                <a:cubicBezTo>
                  <a:pt x="8685" y="22752"/>
                  <a:pt x="8580" y="22647"/>
                  <a:pt x="8580" y="22518"/>
                </a:cubicBezTo>
                <a:lnTo>
                  <a:pt x="8580" y="21894"/>
                </a:lnTo>
                <a:cubicBezTo>
                  <a:pt x="8580" y="21765"/>
                  <a:pt x="8685" y="21660"/>
                  <a:pt x="8814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AI-083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大模型容器·已验证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08_知识库与文档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KNOW · 83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08_知识库与文档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KNOW · 第 1/3 页 · 共 83 个</a:t>
            </a:r>
          </a:p>
        </p:txBody>
      </p:sp>
      <p:sp>
        <p:nvSpPr>
          <p:cNvPr id="4" name="KNOW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2000"/>
                </a:moveTo>
                <a:lnTo>
                  <a:pt x="15000" y="2000"/>
                </a:lnTo>
                <a:lnTo>
                  <a:pt x="19000" y="6000"/>
                </a:lnTo>
                <a:lnTo>
                  <a:pt x="19000" y="22000"/>
                </a:lnTo>
                <a:lnTo>
                  <a:pt x="4000" y="22000"/>
                </a:lnTo>
                <a:close/>
                <a:moveTo>
                  <a:pt x="15000" y="2000"/>
                </a:moveTo>
                <a:lnTo>
                  <a:pt x="15000" y="6000"/>
                </a:lnTo>
                <a:lnTo>
                  <a:pt x="19000" y="6000"/>
                </a:lnTo>
                <a:lnTo>
                  <a:pt x="15000" y="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</a:t>
            </a:r>
          </a:p>
        </p:txBody>
      </p:sp>
      <p:sp>
        <p:nvSpPr>
          <p:cNvPr id="7" name="KNOW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文档·新增</a:t>
            </a:r>
          </a:p>
        </p:txBody>
      </p:sp>
      <p:sp>
        <p:nvSpPr>
          <p:cNvPr id="10" name="KNOW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文档·已验证</a:t>
            </a:r>
          </a:p>
        </p:txBody>
      </p:sp>
      <p:sp>
        <p:nvSpPr>
          <p:cNvPr id="13" name="KNOW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文档·加锁</a:t>
            </a:r>
          </a:p>
        </p:txBody>
      </p:sp>
      <p:sp>
        <p:nvSpPr>
          <p:cNvPr id="16" name="KNOW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文档·洞察</a:t>
            </a:r>
          </a:p>
        </p:txBody>
      </p:sp>
      <p:sp>
        <p:nvSpPr>
          <p:cNvPr id="19" name="KNOW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文档·重点</a:t>
            </a:r>
          </a:p>
        </p:txBody>
      </p:sp>
      <p:sp>
        <p:nvSpPr>
          <p:cNvPr id="22" name="KNOW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8500"/>
                </a:moveTo>
                <a:lnTo>
                  <a:pt x="2000" y="6000"/>
                </a:lnTo>
                <a:lnTo>
                  <a:pt x="10000" y="6000"/>
                </a:lnTo>
                <a:lnTo>
                  <a:pt x="11500" y="8500"/>
                </a:lnTo>
                <a:lnTo>
                  <a:pt x="22000" y="8500"/>
                </a:lnTo>
                <a:lnTo>
                  <a:pt x="22000" y="20000"/>
                </a:lnTo>
                <a:lnTo>
                  <a:pt x="2000" y="20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文件夹</a:t>
            </a:r>
          </a:p>
        </p:txBody>
      </p:sp>
      <p:sp>
        <p:nvSpPr>
          <p:cNvPr id="25" name="KNOW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910"/>
                </a:moveTo>
                <a:lnTo>
                  <a:pt x="1560" y="9960"/>
                </a:lnTo>
                <a:lnTo>
                  <a:pt x="7800" y="9960"/>
                </a:lnTo>
                <a:lnTo>
                  <a:pt x="8970" y="11910"/>
                </a:lnTo>
                <a:lnTo>
                  <a:pt x="17160" y="11910"/>
                </a:lnTo>
                <a:lnTo>
                  <a:pt x="17160" y="20880"/>
                </a:lnTo>
                <a:lnTo>
                  <a:pt x="1560" y="2088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文件夹·新增</a:t>
            </a:r>
          </a:p>
        </p:txBody>
      </p:sp>
      <p:sp>
        <p:nvSpPr>
          <p:cNvPr id="28" name="KNOW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910"/>
                </a:moveTo>
                <a:lnTo>
                  <a:pt x="1560" y="9960"/>
                </a:lnTo>
                <a:lnTo>
                  <a:pt x="7800" y="9960"/>
                </a:lnTo>
                <a:lnTo>
                  <a:pt x="8970" y="11910"/>
                </a:lnTo>
                <a:lnTo>
                  <a:pt x="17160" y="11910"/>
                </a:lnTo>
                <a:lnTo>
                  <a:pt x="17160" y="20880"/>
                </a:lnTo>
                <a:lnTo>
                  <a:pt x="1560" y="2088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文件夹·已验证</a:t>
            </a:r>
          </a:p>
        </p:txBody>
      </p:sp>
      <p:sp>
        <p:nvSpPr>
          <p:cNvPr id="31" name="KNOW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910"/>
                </a:moveTo>
                <a:lnTo>
                  <a:pt x="1560" y="9960"/>
                </a:lnTo>
                <a:lnTo>
                  <a:pt x="7800" y="9960"/>
                </a:lnTo>
                <a:lnTo>
                  <a:pt x="8970" y="11910"/>
                </a:lnTo>
                <a:lnTo>
                  <a:pt x="17160" y="11910"/>
                </a:lnTo>
                <a:lnTo>
                  <a:pt x="17160" y="20880"/>
                </a:lnTo>
                <a:lnTo>
                  <a:pt x="1560" y="2088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文件夹·加锁</a:t>
            </a:r>
          </a:p>
        </p:txBody>
      </p:sp>
      <p:sp>
        <p:nvSpPr>
          <p:cNvPr id="34" name="KNOW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910"/>
                </a:moveTo>
                <a:lnTo>
                  <a:pt x="1560" y="9960"/>
                </a:lnTo>
                <a:lnTo>
                  <a:pt x="7800" y="9960"/>
                </a:lnTo>
                <a:lnTo>
                  <a:pt x="8970" y="11910"/>
                </a:lnTo>
                <a:lnTo>
                  <a:pt x="17160" y="11910"/>
                </a:lnTo>
                <a:lnTo>
                  <a:pt x="17160" y="20880"/>
                </a:lnTo>
                <a:lnTo>
                  <a:pt x="1560" y="2088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文件夹·洞察</a:t>
            </a:r>
          </a:p>
        </p:txBody>
      </p:sp>
      <p:sp>
        <p:nvSpPr>
          <p:cNvPr id="37" name="KNOW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1910"/>
                </a:moveTo>
                <a:lnTo>
                  <a:pt x="1560" y="9960"/>
                </a:lnTo>
                <a:lnTo>
                  <a:pt x="7800" y="9960"/>
                </a:lnTo>
                <a:lnTo>
                  <a:pt x="8970" y="11910"/>
                </a:lnTo>
                <a:lnTo>
                  <a:pt x="17160" y="11910"/>
                </a:lnTo>
                <a:lnTo>
                  <a:pt x="17160" y="20880"/>
                </a:lnTo>
                <a:lnTo>
                  <a:pt x="1560" y="2088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文件夹·重点</a:t>
            </a:r>
          </a:p>
        </p:txBody>
      </p:sp>
      <p:sp>
        <p:nvSpPr>
          <p:cNvPr id="40" name="KNOW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3000"/>
                </a:moveTo>
                <a:lnTo>
                  <a:pt x="11000" y="3000"/>
                </a:lnTo>
                <a:quadBezTo>
                  <a:pt x="12000" y="3000"/>
                  <a:pt x="12000" y="4000"/>
                </a:quadBezTo>
                <a:lnTo>
                  <a:pt x="12000" y="21000"/>
                </a:lnTo>
                <a:quadBezTo>
                  <a:pt x="12000" y="20000"/>
                  <a:pt x="11000" y="20000"/>
                </a:quadBezTo>
                <a:lnTo>
                  <a:pt x="4000" y="20000"/>
                </a:lnTo>
                <a:close/>
                <a:moveTo>
                  <a:pt x="20000" y="3000"/>
                </a:moveTo>
                <a:lnTo>
                  <a:pt x="13000" y="3000"/>
                </a:lnTo>
                <a:quadBezTo>
                  <a:pt x="12000" y="3000"/>
                  <a:pt x="12000" y="4000"/>
                </a:quadBezTo>
                <a:lnTo>
                  <a:pt x="12000" y="21000"/>
                </a:lnTo>
                <a:quadBezTo>
                  <a:pt x="12000" y="20000"/>
                  <a:pt x="13000" y="20000"/>
                </a:quadBezTo>
                <a:lnTo>
                  <a:pt x="20000" y="20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书籍</a:t>
            </a:r>
          </a:p>
        </p:txBody>
      </p:sp>
      <p:sp>
        <p:nvSpPr>
          <p:cNvPr id="43" name="KNOW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7620"/>
                </a:moveTo>
                <a:lnTo>
                  <a:pt x="858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8580" y="20880"/>
                </a:quadBezTo>
                <a:lnTo>
                  <a:pt x="3120" y="20880"/>
                </a:lnTo>
                <a:close/>
                <a:moveTo>
                  <a:pt x="15600" y="7620"/>
                </a:moveTo>
                <a:lnTo>
                  <a:pt x="1014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10140" y="20880"/>
                </a:quadBezTo>
                <a:lnTo>
                  <a:pt x="15600" y="2088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书籍·新增</a:t>
            </a:r>
          </a:p>
        </p:txBody>
      </p:sp>
      <p:sp>
        <p:nvSpPr>
          <p:cNvPr id="46" name="KNOW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7620"/>
                </a:moveTo>
                <a:lnTo>
                  <a:pt x="858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8580" y="20880"/>
                </a:quadBezTo>
                <a:lnTo>
                  <a:pt x="3120" y="20880"/>
                </a:lnTo>
                <a:close/>
                <a:moveTo>
                  <a:pt x="15600" y="7620"/>
                </a:moveTo>
                <a:lnTo>
                  <a:pt x="1014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10140" y="20880"/>
                </a:quadBezTo>
                <a:lnTo>
                  <a:pt x="15600" y="2088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书籍·已验证</a:t>
            </a:r>
          </a:p>
        </p:txBody>
      </p:sp>
      <p:sp>
        <p:nvSpPr>
          <p:cNvPr id="49" name="KNOW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7620"/>
                </a:moveTo>
                <a:lnTo>
                  <a:pt x="858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8580" y="20880"/>
                </a:quadBezTo>
                <a:lnTo>
                  <a:pt x="3120" y="20880"/>
                </a:lnTo>
                <a:close/>
                <a:moveTo>
                  <a:pt x="15600" y="7620"/>
                </a:moveTo>
                <a:lnTo>
                  <a:pt x="1014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10140" y="20880"/>
                </a:quadBezTo>
                <a:lnTo>
                  <a:pt x="15600" y="2088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书籍·加锁</a:t>
            </a:r>
          </a:p>
        </p:txBody>
      </p:sp>
      <p:sp>
        <p:nvSpPr>
          <p:cNvPr id="52" name="KNOW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7620"/>
                </a:moveTo>
                <a:lnTo>
                  <a:pt x="858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8580" y="20880"/>
                </a:quadBezTo>
                <a:lnTo>
                  <a:pt x="3120" y="20880"/>
                </a:lnTo>
                <a:close/>
                <a:moveTo>
                  <a:pt x="15600" y="7620"/>
                </a:moveTo>
                <a:lnTo>
                  <a:pt x="1014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10140" y="20880"/>
                </a:quadBezTo>
                <a:lnTo>
                  <a:pt x="15600" y="2088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书籍·洞察</a:t>
            </a:r>
          </a:p>
        </p:txBody>
      </p:sp>
      <p:sp>
        <p:nvSpPr>
          <p:cNvPr id="55" name="KNOW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7620"/>
                </a:moveTo>
                <a:lnTo>
                  <a:pt x="858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8580" y="20880"/>
                </a:quadBezTo>
                <a:lnTo>
                  <a:pt x="3120" y="20880"/>
                </a:lnTo>
                <a:close/>
                <a:moveTo>
                  <a:pt x="15600" y="7620"/>
                </a:moveTo>
                <a:lnTo>
                  <a:pt x="10140" y="7620"/>
                </a:lnTo>
                <a:quadBezTo>
                  <a:pt x="9360" y="7620"/>
                  <a:pt x="9360" y="8400"/>
                </a:quadBezTo>
                <a:lnTo>
                  <a:pt x="9360" y="21660"/>
                </a:lnTo>
                <a:quadBezTo>
                  <a:pt x="9360" y="20880"/>
                  <a:pt x="10140" y="20880"/>
                </a:quadBezTo>
                <a:lnTo>
                  <a:pt x="15600" y="2088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书籍·重点</a:t>
            </a:r>
          </a:p>
        </p:txBody>
      </p:sp>
      <p:sp>
        <p:nvSpPr>
          <p:cNvPr id="58" name="KNOW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1000"/>
                </a:moveTo>
                <a:lnTo>
                  <a:pt x="11000" y="3000"/>
                </a:lnTo>
                <a:lnTo>
                  <a:pt x="21000" y="3000"/>
                </a:lnTo>
                <a:lnTo>
                  <a:pt x="21000" y="13000"/>
                </a:lnTo>
                <a:lnTo>
                  <a:pt x="13000" y="21000"/>
                </a:lnTo>
                <a:close/>
                <a:moveTo>
                  <a:pt x="18600" y="7000"/>
                </a:moveTo>
                <a:cubicBezTo>
                  <a:pt x="18600" y="7884"/>
                  <a:pt x="17884" y="8600"/>
                  <a:pt x="17000" y="8600"/>
                </a:cubicBezTo>
                <a:cubicBezTo>
                  <a:pt x="16116" y="8600"/>
                  <a:pt x="15400" y="7884"/>
                  <a:pt x="15400" y="7000"/>
                </a:cubicBezTo>
                <a:cubicBezTo>
                  <a:pt x="15400" y="6116"/>
                  <a:pt x="16116" y="5400"/>
                  <a:pt x="17000" y="5400"/>
                </a:cubicBezTo>
                <a:cubicBezTo>
                  <a:pt x="17884" y="5400"/>
                  <a:pt x="18600" y="6116"/>
                  <a:pt x="18600" y="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标签</a:t>
            </a:r>
          </a:p>
        </p:txBody>
      </p:sp>
      <p:sp>
        <p:nvSpPr>
          <p:cNvPr id="61" name="KNOW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8580" y="7620"/>
                </a:lnTo>
                <a:lnTo>
                  <a:pt x="16380" y="7620"/>
                </a:lnTo>
                <a:lnTo>
                  <a:pt x="16380" y="15420"/>
                </a:lnTo>
                <a:lnTo>
                  <a:pt x="10140" y="21660"/>
                </a:lnTo>
                <a:close/>
                <a:moveTo>
                  <a:pt x="14508" y="10740"/>
                </a:moveTo>
                <a:cubicBezTo>
                  <a:pt x="14508" y="11429"/>
                  <a:pt x="13949" y="11988"/>
                  <a:pt x="13260" y="11988"/>
                </a:cubicBezTo>
                <a:cubicBezTo>
                  <a:pt x="12571" y="11988"/>
                  <a:pt x="12012" y="11429"/>
                  <a:pt x="12012" y="10740"/>
                </a:cubicBezTo>
                <a:cubicBezTo>
                  <a:pt x="12012" y="10051"/>
                  <a:pt x="12571" y="9492"/>
                  <a:pt x="13260" y="9492"/>
                </a:cubicBezTo>
                <a:cubicBezTo>
                  <a:pt x="13949" y="9492"/>
                  <a:pt x="14508" y="10051"/>
                  <a:pt x="14508" y="1074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标签·新增</a:t>
            </a:r>
          </a:p>
        </p:txBody>
      </p:sp>
      <p:sp>
        <p:nvSpPr>
          <p:cNvPr id="64" name="KNOW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8580" y="7620"/>
                </a:lnTo>
                <a:lnTo>
                  <a:pt x="16380" y="7620"/>
                </a:lnTo>
                <a:lnTo>
                  <a:pt x="16380" y="15420"/>
                </a:lnTo>
                <a:lnTo>
                  <a:pt x="10140" y="21660"/>
                </a:lnTo>
                <a:close/>
                <a:moveTo>
                  <a:pt x="14508" y="10740"/>
                </a:moveTo>
                <a:cubicBezTo>
                  <a:pt x="14508" y="11429"/>
                  <a:pt x="13949" y="11988"/>
                  <a:pt x="13260" y="11988"/>
                </a:cubicBezTo>
                <a:cubicBezTo>
                  <a:pt x="12571" y="11988"/>
                  <a:pt x="12012" y="11429"/>
                  <a:pt x="12012" y="10740"/>
                </a:cubicBezTo>
                <a:cubicBezTo>
                  <a:pt x="12012" y="10051"/>
                  <a:pt x="12571" y="9492"/>
                  <a:pt x="13260" y="9492"/>
                </a:cubicBezTo>
                <a:cubicBezTo>
                  <a:pt x="13949" y="9492"/>
                  <a:pt x="14508" y="10051"/>
                  <a:pt x="14508" y="1074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标签·已验证</a:t>
            </a:r>
          </a:p>
        </p:txBody>
      </p:sp>
      <p:sp>
        <p:nvSpPr>
          <p:cNvPr id="67" name="KNOW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8580" y="7620"/>
                </a:lnTo>
                <a:lnTo>
                  <a:pt x="16380" y="7620"/>
                </a:lnTo>
                <a:lnTo>
                  <a:pt x="16380" y="15420"/>
                </a:lnTo>
                <a:lnTo>
                  <a:pt x="10140" y="21660"/>
                </a:lnTo>
                <a:close/>
                <a:moveTo>
                  <a:pt x="14508" y="10740"/>
                </a:moveTo>
                <a:cubicBezTo>
                  <a:pt x="14508" y="11429"/>
                  <a:pt x="13949" y="11988"/>
                  <a:pt x="13260" y="11988"/>
                </a:cubicBezTo>
                <a:cubicBezTo>
                  <a:pt x="12571" y="11988"/>
                  <a:pt x="12012" y="11429"/>
                  <a:pt x="12012" y="10740"/>
                </a:cubicBezTo>
                <a:cubicBezTo>
                  <a:pt x="12012" y="10051"/>
                  <a:pt x="12571" y="9492"/>
                  <a:pt x="13260" y="9492"/>
                </a:cubicBezTo>
                <a:cubicBezTo>
                  <a:pt x="13949" y="9492"/>
                  <a:pt x="14508" y="10051"/>
                  <a:pt x="14508" y="1074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标签·加锁</a:t>
            </a:r>
          </a:p>
        </p:txBody>
      </p:sp>
      <p:sp>
        <p:nvSpPr>
          <p:cNvPr id="70" name="KNOW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8580" y="7620"/>
                </a:lnTo>
                <a:lnTo>
                  <a:pt x="16380" y="7620"/>
                </a:lnTo>
                <a:lnTo>
                  <a:pt x="16380" y="15420"/>
                </a:lnTo>
                <a:lnTo>
                  <a:pt x="10140" y="21660"/>
                </a:lnTo>
                <a:close/>
                <a:moveTo>
                  <a:pt x="14508" y="10740"/>
                </a:moveTo>
                <a:cubicBezTo>
                  <a:pt x="14508" y="11429"/>
                  <a:pt x="13949" y="11988"/>
                  <a:pt x="13260" y="11988"/>
                </a:cubicBezTo>
                <a:cubicBezTo>
                  <a:pt x="12571" y="11988"/>
                  <a:pt x="12012" y="11429"/>
                  <a:pt x="12012" y="10740"/>
                </a:cubicBezTo>
                <a:cubicBezTo>
                  <a:pt x="12012" y="10051"/>
                  <a:pt x="12571" y="9492"/>
                  <a:pt x="13260" y="9492"/>
                </a:cubicBezTo>
                <a:cubicBezTo>
                  <a:pt x="13949" y="9492"/>
                  <a:pt x="14508" y="10051"/>
                  <a:pt x="14508" y="1074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标签·洞察</a:t>
            </a:r>
          </a:p>
        </p:txBody>
      </p:sp>
      <p:sp>
        <p:nvSpPr>
          <p:cNvPr id="73" name="KNOW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8580" y="7620"/>
                </a:lnTo>
                <a:lnTo>
                  <a:pt x="16380" y="7620"/>
                </a:lnTo>
                <a:lnTo>
                  <a:pt x="16380" y="15420"/>
                </a:lnTo>
                <a:lnTo>
                  <a:pt x="10140" y="21660"/>
                </a:lnTo>
                <a:close/>
                <a:moveTo>
                  <a:pt x="14508" y="10740"/>
                </a:moveTo>
                <a:cubicBezTo>
                  <a:pt x="14508" y="11429"/>
                  <a:pt x="13949" y="11988"/>
                  <a:pt x="13260" y="11988"/>
                </a:cubicBezTo>
                <a:cubicBezTo>
                  <a:pt x="12571" y="11988"/>
                  <a:pt x="12012" y="11429"/>
                  <a:pt x="12012" y="10740"/>
                </a:cubicBezTo>
                <a:cubicBezTo>
                  <a:pt x="12012" y="10051"/>
                  <a:pt x="12571" y="9492"/>
                  <a:pt x="13260" y="9492"/>
                </a:cubicBezTo>
                <a:cubicBezTo>
                  <a:pt x="13949" y="9492"/>
                  <a:pt x="14508" y="10051"/>
                  <a:pt x="14508" y="1074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标签·重点</a:t>
            </a:r>
          </a:p>
        </p:txBody>
      </p:sp>
      <p:sp>
        <p:nvSpPr>
          <p:cNvPr id="76" name="KNOW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000" y="3000"/>
                </a:moveTo>
                <a:lnTo>
                  <a:pt x="18000" y="3000"/>
                </a:lnTo>
                <a:lnTo>
                  <a:pt x="18000" y="21000"/>
                </a:lnTo>
                <a:lnTo>
                  <a:pt x="12000" y="16000"/>
                </a:lnTo>
                <a:lnTo>
                  <a:pt x="6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书签</a:t>
            </a:r>
          </a:p>
        </p:txBody>
      </p:sp>
      <p:sp>
        <p:nvSpPr>
          <p:cNvPr id="79" name="KNOW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7620"/>
                </a:moveTo>
                <a:lnTo>
                  <a:pt x="14040" y="7620"/>
                </a:lnTo>
                <a:lnTo>
                  <a:pt x="14040" y="21660"/>
                </a:lnTo>
                <a:lnTo>
                  <a:pt x="9360" y="17760"/>
                </a:lnTo>
                <a:lnTo>
                  <a:pt x="4680" y="2166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书签·新增</a:t>
            </a:r>
          </a:p>
        </p:txBody>
      </p:sp>
      <p:sp>
        <p:nvSpPr>
          <p:cNvPr id="82" name="KNOW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7620"/>
                </a:moveTo>
                <a:lnTo>
                  <a:pt x="14040" y="7620"/>
                </a:lnTo>
                <a:lnTo>
                  <a:pt x="14040" y="21660"/>
                </a:lnTo>
                <a:lnTo>
                  <a:pt x="9360" y="17760"/>
                </a:lnTo>
                <a:lnTo>
                  <a:pt x="4680" y="2166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书签·已验证</a:t>
            </a:r>
          </a:p>
        </p:txBody>
      </p:sp>
      <p:sp>
        <p:nvSpPr>
          <p:cNvPr id="85" name="KNOW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7620"/>
                </a:moveTo>
                <a:lnTo>
                  <a:pt x="14040" y="7620"/>
                </a:lnTo>
                <a:lnTo>
                  <a:pt x="14040" y="21660"/>
                </a:lnTo>
                <a:lnTo>
                  <a:pt x="9360" y="17760"/>
                </a:lnTo>
                <a:lnTo>
                  <a:pt x="4680" y="2166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书签·加锁</a:t>
            </a:r>
          </a:p>
        </p:txBody>
      </p:sp>
      <p:sp>
        <p:nvSpPr>
          <p:cNvPr id="88" name="KNOW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7620"/>
                </a:moveTo>
                <a:lnTo>
                  <a:pt x="14040" y="7620"/>
                </a:lnTo>
                <a:lnTo>
                  <a:pt x="14040" y="21660"/>
                </a:lnTo>
                <a:lnTo>
                  <a:pt x="9360" y="17760"/>
                </a:lnTo>
                <a:lnTo>
                  <a:pt x="4680" y="2166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书签·洞察</a:t>
            </a:r>
          </a:p>
        </p:txBody>
      </p:sp>
      <p:sp>
        <p:nvSpPr>
          <p:cNvPr id="91" name="KNOW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7620"/>
                </a:moveTo>
                <a:lnTo>
                  <a:pt x="14040" y="7620"/>
                </a:lnTo>
                <a:lnTo>
                  <a:pt x="14040" y="21660"/>
                </a:lnTo>
                <a:lnTo>
                  <a:pt x="9360" y="17760"/>
                </a:lnTo>
                <a:lnTo>
                  <a:pt x="4680" y="2166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书签·重点</a:t>
            </a:r>
          </a:p>
        </p:txBody>
      </p:sp>
      <p:sp>
        <p:nvSpPr>
          <p:cNvPr id="94" name="KNOW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800" y="5000"/>
                </a:moveTo>
                <a:lnTo>
                  <a:pt x="19200" y="5000"/>
                </a:lnTo>
                <a:cubicBezTo>
                  <a:pt x="19642" y="5000"/>
                  <a:pt x="20000" y="5358"/>
                  <a:pt x="20000" y="5800"/>
                </a:cubicBezTo>
                <a:lnTo>
                  <a:pt x="20000" y="18200"/>
                </a:lnTo>
                <a:cubicBezTo>
                  <a:pt x="20000" y="18642"/>
                  <a:pt x="19642" y="19000"/>
                  <a:pt x="19200" y="19000"/>
                </a:cubicBezTo>
                <a:lnTo>
                  <a:pt x="4800" y="19000"/>
                </a:lnTo>
                <a:cubicBezTo>
                  <a:pt x="4358" y="19000"/>
                  <a:pt x="4000" y="18642"/>
                  <a:pt x="4000" y="18200"/>
                </a:cubicBezTo>
                <a:lnTo>
                  <a:pt x="4000" y="5800"/>
                </a:lnTo>
                <a:cubicBezTo>
                  <a:pt x="4000" y="5358"/>
                  <a:pt x="4358" y="5000"/>
                  <a:pt x="4800" y="5000"/>
                </a:cubicBezTo>
                <a:close/>
                <a:moveTo>
                  <a:pt x="7300" y="8000"/>
                </a:moveTo>
                <a:lnTo>
                  <a:pt x="16700" y="8000"/>
                </a:lnTo>
                <a:cubicBezTo>
                  <a:pt x="16866" y="8000"/>
                  <a:pt x="17000" y="8134"/>
                  <a:pt x="17000" y="8300"/>
                </a:cubicBezTo>
                <a:lnTo>
                  <a:pt x="17000" y="8700"/>
                </a:lnTo>
                <a:cubicBezTo>
                  <a:pt x="17000" y="8866"/>
                  <a:pt x="16866" y="9000"/>
                  <a:pt x="16700" y="9000"/>
                </a:cubicBezTo>
                <a:lnTo>
                  <a:pt x="7300" y="9000"/>
                </a:lnTo>
                <a:cubicBezTo>
                  <a:pt x="7134" y="9000"/>
                  <a:pt x="7000" y="8866"/>
                  <a:pt x="7000" y="8700"/>
                </a:cubicBezTo>
                <a:lnTo>
                  <a:pt x="7000" y="8300"/>
                </a:lnTo>
                <a:cubicBezTo>
                  <a:pt x="7000" y="8134"/>
                  <a:pt x="7134" y="8000"/>
                  <a:pt x="7300" y="8000"/>
                </a:cubicBezTo>
                <a:close/>
                <a:moveTo>
                  <a:pt x="7300" y="11000"/>
                </a:moveTo>
                <a:lnTo>
                  <a:pt x="16700" y="11000"/>
                </a:lnTo>
                <a:cubicBezTo>
                  <a:pt x="16866" y="11000"/>
                  <a:pt x="17000" y="11134"/>
                  <a:pt x="17000" y="11300"/>
                </a:cubicBezTo>
                <a:lnTo>
                  <a:pt x="17000" y="11700"/>
                </a:lnTo>
                <a:cubicBezTo>
                  <a:pt x="17000" y="11866"/>
                  <a:pt x="16866" y="12000"/>
                  <a:pt x="16700" y="12000"/>
                </a:cubicBezTo>
                <a:lnTo>
                  <a:pt x="7300" y="12000"/>
                </a:lnTo>
                <a:cubicBezTo>
                  <a:pt x="7134" y="12000"/>
                  <a:pt x="7000" y="11866"/>
                  <a:pt x="7000" y="11700"/>
                </a:cubicBezTo>
                <a:lnTo>
                  <a:pt x="7000" y="11300"/>
                </a:lnTo>
                <a:cubicBezTo>
                  <a:pt x="7000" y="11134"/>
                  <a:pt x="7134" y="11000"/>
                  <a:pt x="7300" y="11000"/>
                </a:cubicBezTo>
                <a:close/>
                <a:moveTo>
                  <a:pt x="7300" y="14000"/>
                </a:moveTo>
                <a:lnTo>
                  <a:pt x="13700" y="14000"/>
                </a:lnTo>
                <a:cubicBezTo>
                  <a:pt x="13866" y="14000"/>
                  <a:pt x="14000" y="14134"/>
                  <a:pt x="14000" y="14300"/>
                </a:cubicBezTo>
                <a:lnTo>
                  <a:pt x="14000" y="14700"/>
                </a:lnTo>
                <a:cubicBezTo>
                  <a:pt x="14000" y="14866"/>
                  <a:pt x="13866" y="15000"/>
                  <a:pt x="13700" y="15000"/>
                </a:cubicBezTo>
                <a:lnTo>
                  <a:pt x="7300" y="15000"/>
                </a:lnTo>
                <a:cubicBezTo>
                  <a:pt x="7134" y="15000"/>
                  <a:pt x="7000" y="14866"/>
                  <a:pt x="7000" y="14700"/>
                </a:cubicBezTo>
                <a:lnTo>
                  <a:pt x="7000" y="14300"/>
                </a:lnTo>
                <a:cubicBezTo>
                  <a:pt x="7000" y="14134"/>
                  <a:pt x="7134" y="14000"/>
                  <a:pt x="7300" y="14000"/>
                </a:cubicBezTo>
                <a:close/>
                <a:moveTo>
                  <a:pt x="13600" y="4000"/>
                </a:moveTo>
                <a:cubicBezTo>
                  <a:pt x="13600" y="4884"/>
                  <a:pt x="12884" y="5600"/>
                  <a:pt x="12000" y="5600"/>
                </a:cubicBezTo>
                <a:cubicBezTo>
                  <a:pt x="11116" y="5600"/>
                  <a:pt x="10400" y="4884"/>
                  <a:pt x="10400" y="4000"/>
                </a:cubicBezTo>
                <a:cubicBezTo>
                  <a:pt x="10400" y="3116"/>
                  <a:pt x="11116" y="2400"/>
                  <a:pt x="12000" y="2400"/>
                </a:cubicBezTo>
                <a:cubicBezTo>
                  <a:pt x="12884" y="2400"/>
                  <a:pt x="13600" y="3116"/>
                  <a:pt x="13600" y="4000"/>
                </a:cubicBezTo>
                <a:close/>
                <a:moveTo>
                  <a:pt x="11400" y="4000"/>
                </a:moveTo>
                <a:lnTo>
                  <a:pt x="12600" y="4000"/>
                </a:lnTo>
                <a:lnTo>
                  <a:pt x="12600" y="8000"/>
                </a:lnTo>
                <a:lnTo>
                  <a:pt x="11400" y="8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便签</a:t>
            </a:r>
          </a:p>
        </p:txBody>
      </p:sp>
      <p:sp>
        <p:nvSpPr>
          <p:cNvPr id="97" name="KNOW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44" y="9180"/>
                </a:moveTo>
                <a:lnTo>
                  <a:pt x="14976" y="9180"/>
                </a:lnTo>
                <a:cubicBezTo>
                  <a:pt x="15321" y="9180"/>
                  <a:pt x="15600" y="9459"/>
                  <a:pt x="15600" y="9804"/>
                </a:cubicBezTo>
                <a:lnTo>
                  <a:pt x="15600" y="19476"/>
                </a:lnTo>
                <a:cubicBezTo>
                  <a:pt x="15600" y="19821"/>
                  <a:pt x="15321" y="20100"/>
                  <a:pt x="14976" y="20100"/>
                </a:cubicBezTo>
                <a:lnTo>
                  <a:pt x="3744" y="20100"/>
                </a:lnTo>
                <a:cubicBezTo>
                  <a:pt x="3399" y="20100"/>
                  <a:pt x="3120" y="19821"/>
                  <a:pt x="3120" y="19476"/>
                </a:cubicBezTo>
                <a:lnTo>
                  <a:pt x="3120" y="9804"/>
                </a:lnTo>
                <a:cubicBezTo>
                  <a:pt x="3120" y="9459"/>
                  <a:pt x="3399" y="9180"/>
                  <a:pt x="3744" y="9180"/>
                </a:cubicBezTo>
                <a:close/>
                <a:moveTo>
                  <a:pt x="5694" y="11520"/>
                </a:moveTo>
                <a:lnTo>
                  <a:pt x="13026" y="11520"/>
                </a:lnTo>
                <a:cubicBezTo>
                  <a:pt x="13155" y="11520"/>
                  <a:pt x="13260" y="11625"/>
                  <a:pt x="13260" y="11754"/>
                </a:cubicBezTo>
                <a:lnTo>
                  <a:pt x="13260" y="12066"/>
                </a:lnTo>
                <a:cubicBezTo>
                  <a:pt x="13260" y="12195"/>
                  <a:pt x="13155" y="12300"/>
                  <a:pt x="13026" y="12300"/>
                </a:cubicBezTo>
                <a:lnTo>
                  <a:pt x="5694" y="12300"/>
                </a:lnTo>
                <a:cubicBezTo>
                  <a:pt x="5565" y="12300"/>
                  <a:pt x="5460" y="12195"/>
                  <a:pt x="5460" y="12066"/>
                </a:cubicBezTo>
                <a:lnTo>
                  <a:pt x="5460" y="11754"/>
                </a:lnTo>
                <a:cubicBezTo>
                  <a:pt x="5460" y="11625"/>
                  <a:pt x="5565" y="11520"/>
                  <a:pt x="5694" y="11520"/>
                </a:cubicBezTo>
                <a:close/>
                <a:moveTo>
                  <a:pt x="569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406"/>
                </a:lnTo>
                <a:cubicBezTo>
                  <a:pt x="13260" y="14535"/>
                  <a:pt x="13155" y="14640"/>
                  <a:pt x="13026" y="14640"/>
                </a:cubicBezTo>
                <a:lnTo>
                  <a:pt x="5694" y="14640"/>
                </a:lnTo>
                <a:cubicBezTo>
                  <a:pt x="5565" y="14640"/>
                  <a:pt x="5460" y="14535"/>
                  <a:pt x="5460" y="14406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5694" y="16200"/>
                </a:moveTo>
                <a:lnTo>
                  <a:pt x="10686" y="16200"/>
                </a:lnTo>
                <a:cubicBezTo>
                  <a:pt x="10815" y="16200"/>
                  <a:pt x="10920" y="16305"/>
                  <a:pt x="10920" y="16434"/>
                </a:cubicBezTo>
                <a:lnTo>
                  <a:pt x="10920" y="16746"/>
                </a:lnTo>
                <a:cubicBezTo>
                  <a:pt x="10920" y="16875"/>
                  <a:pt x="10815" y="16980"/>
                  <a:pt x="10686" y="16980"/>
                </a:cubicBezTo>
                <a:lnTo>
                  <a:pt x="5694" y="16980"/>
                </a:lnTo>
                <a:cubicBezTo>
                  <a:pt x="5565" y="16980"/>
                  <a:pt x="5460" y="16875"/>
                  <a:pt x="5460" y="16746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10608" y="8400"/>
                </a:moveTo>
                <a:cubicBezTo>
                  <a:pt x="10608" y="9089"/>
                  <a:pt x="10049" y="9648"/>
                  <a:pt x="9360" y="9648"/>
                </a:cubicBezTo>
                <a:cubicBezTo>
                  <a:pt x="8671" y="9648"/>
                  <a:pt x="8112" y="9089"/>
                  <a:pt x="8112" y="8400"/>
                </a:cubicBezTo>
                <a:cubicBezTo>
                  <a:pt x="8112" y="7711"/>
                  <a:pt x="8671" y="7152"/>
                  <a:pt x="9360" y="7152"/>
                </a:cubicBezTo>
                <a:cubicBezTo>
                  <a:pt x="10049" y="7152"/>
                  <a:pt x="10608" y="7711"/>
                  <a:pt x="10608" y="8400"/>
                </a:cubicBezTo>
                <a:close/>
                <a:moveTo>
                  <a:pt x="8892" y="8400"/>
                </a:moveTo>
                <a:lnTo>
                  <a:pt x="9828" y="840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便签·新增</a:t>
            </a:r>
          </a:p>
        </p:txBody>
      </p:sp>
      <p:sp>
        <p:nvSpPr>
          <p:cNvPr id="100" name="KNOW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44" y="9180"/>
                </a:moveTo>
                <a:lnTo>
                  <a:pt x="14976" y="9180"/>
                </a:lnTo>
                <a:cubicBezTo>
                  <a:pt x="15321" y="9180"/>
                  <a:pt x="15600" y="9459"/>
                  <a:pt x="15600" y="9804"/>
                </a:cubicBezTo>
                <a:lnTo>
                  <a:pt x="15600" y="19476"/>
                </a:lnTo>
                <a:cubicBezTo>
                  <a:pt x="15600" y="19821"/>
                  <a:pt x="15321" y="20100"/>
                  <a:pt x="14976" y="20100"/>
                </a:cubicBezTo>
                <a:lnTo>
                  <a:pt x="3744" y="20100"/>
                </a:lnTo>
                <a:cubicBezTo>
                  <a:pt x="3399" y="20100"/>
                  <a:pt x="3120" y="19821"/>
                  <a:pt x="3120" y="19476"/>
                </a:cubicBezTo>
                <a:lnTo>
                  <a:pt x="3120" y="9804"/>
                </a:lnTo>
                <a:cubicBezTo>
                  <a:pt x="3120" y="9459"/>
                  <a:pt x="3399" y="9180"/>
                  <a:pt x="3744" y="9180"/>
                </a:cubicBezTo>
                <a:close/>
                <a:moveTo>
                  <a:pt x="5694" y="11520"/>
                </a:moveTo>
                <a:lnTo>
                  <a:pt x="13026" y="11520"/>
                </a:lnTo>
                <a:cubicBezTo>
                  <a:pt x="13155" y="11520"/>
                  <a:pt x="13260" y="11625"/>
                  <a:pt x="13260" y="11754"/>
                </a:cubicBezTo>
                <a:lnTo>
                  <a:pt x="13260" y="12066"/>
                </a:lnTo>
                <a:cubicBezTo>
                  <a:pt x="13260" y="12195"/>
                  <a:pt x="13155" y="12300"/>
                  <a:pt x="13026" y="12300"/>
                </a:cubicBezTo>
                <a:lnTo>
                  <a:pt x="5694" y="12300"/>
                </a:lnTo>
                <a:cubicBezTo>
                  <a:pt x="5565" y="12300"/>
                  <a:pt x="5460" y="12195"/>
                  <a:pt x="5460" y="12066"/>
                </a:cubicBezTo>
                <a:lnTo>
                  <a:pt x="5460" y="11754"/>
                </a:lnTo>
                <a:cubicBezTo>
                  <a:pt x="5460" y="11625"/>
                  <a:pt x="5565" y="11520"/>
                  <a:pt x="5694" y="11520"/>
                </a:cubicBezTo>
                <a:close/>
                <a:moveTo>
                  <a:pt x="569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406"/>
                </a:lnTo>
                <a:cubicBezTo>
                  <a:pt x="13260" y="14535"/>
                  <a:pt x="13155" y="14640"/>
                  <a:pt x="13026" y="14640"/>
                </a:cubicBezTo>
                <a:lnTo>
                  <a:pt x="5694" y="14640"/>
                </a:lnTo>
                <a:cubicBezTo>
                  <a:pt x="5565" y="14640"/>
                  <a:pt x="5460" y="14535"/>
                  <a:pt x="5460" y="14406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5694" y="16200"/>
                </a:moveTo>
                <a:lnTo>
                  <a:pt x="10686" y="16200"/>
                </a:lnTo>
                <a:cubicBezTo>
                  <a:pt x="10815" y="16200"/>
                  <a:pt x="10920" y="16305"/>
                  <a:pt x="10920" y="16434"/>
                </a:cubicBezTo>
                <a:lnTo>
                  <a:pt x="10920" y="16746"/>
                </a:lnTo>
                <a:cubicBezTo>
                  <a:pt x="10920" y="16875"/>
                  <a:pt x="10815" y="16980"/>
                  <a:pt x="10686" y="16980"/>
                </a:cubicBezTo>
                <a:lnTo>
                  <a:pt x="5694" y="16980"/>
                </a:lnTo>
                <a:cubicBezTo>
                  <a:pt x="5565" y="16980"/>
                  <a:pt x="5460" y="16875"/>
                  <a:pt x="5460" y="16746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10608" y="8400"/>
                </a:moveTo>
                <a:cubicBezTo>
                  <a:pt x="10608" y="9089"/>
                  <a:pt x="10049" y="9648"/>
                  <a:pt x="9360" y="9648"/>
                </a:cubicBezTo>
                <a:cubicBezTo>
                  <a:pt x="8671" y="9648"/>
                  <a:pt x="8112" y="9089"/>
                  <a:pt x="8112" y="8400"/>
                </a:cubicBezTo>
                <a:cubicBezTo>
                  <a:pt x="8112" y="7711"/>
                  <a:pt x="8671" y="7152"/>
                  <a:pt x="9360" y="7152"/>
                </a:cubicBezTo>
                <a:cubicBezTo>
                  <a:pt x="10049" y="7152"/>
                  <a:pt x="10608" y="7711"/>
                  <a:pt x="10608" y="8400"/>
                </a:cubicBezTo>
                <a:close/>
                <a:moveTo>
                  <a:pt x="8892" y="8400"/>
                </a:moveTo>
                <a:lnTo>
                  <a:pt x="9828" y="840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便签·已验证</a:t>
            </a:r>
          </a:p>
        </p:txBody>
      </p:sp>
      <p:sp>
        <p:nvSpPr>
          <p:cNvPr id="103" name="KNOW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44" y="9180"/>
                </a:moveTo>
                <a:lnTo>
                  <a:pt x="14976" y="9180"/>
                </a:lnTo>
                <a:cubicBezTo>
                  <a:pt x="15321" y="9180"/>
                  <a:pt x="15600" y="9459"/>
                  <a:pt x="15600" y="9804"/>
                </a:cubicBezTo>
                <a:lnTo>
                  <a:pt x="15600" y="19476"/>
                </a:lnTo>
                <a:cubicBezTo>
                  <a:pt x="15600" y="19821"/>
                  <a:pt x="15321" y="20100"/>
                  <a:pt x="14976" y="20100"/>
                </a:cubicBezTo>
                <a:lnTo>
                  <a:pt x="3744" y="20100"/>
                </a:lnTo>
                <a:cubicBezTo>
                  <a:pt x="3399" y="20100"/>
                  <a:pt x="3120" y="19821"/>
                  <a:pt x="3120" y="19476"/>
                </a:cubicBezTo>
                <a:lnTo>
                  <a:pt x="3120" y="9804"/>
                </a:lnTo>
                <a:cubicBezTo>
                  <a:pt x="3120" y="9459"/>
                  <a:pt x="3399" y="9180"/>
                  <a:pt x="3744" y="9180"/>
                </a:cubicBezTo>
                <a:close/>
                <a:moveTo>
                  <a:pt x="5694" y="11520"/>
                </a:moveTo>
                <a:lnTo>
                  <a:pt x="13026" y="11520"/>
                </a:lnTo>
                <a:cubicBezTo>
                  <a:pt x="13155" y="11520"/>
                  <a:pt x="13260" y="11625"/>
                  <a:pt x="13260" y="11754"/>
                </a:cubicBezTo>
                <a:lnTo>
                  <a:pt x="13260" y="12066"/>
                </a:lnTo>
                <a:cubicBezTo>
                  <a:pt x="13260" y="12195"/>
                  <a:pt x="13155" y="12300"/>
                  <a:pt x="13026" y="12300"/>
                </a:cubicBezTo>
                <a:lnTo>
                  <a:pt x="5694" y="12300"/>
                </a:lnTo>
                <a:cubicBezTo>
                  <a:pt x="5565" y="12300"/>
                  <a:pt x="5460" y="12195"/>
                  <a:pt x="5460" y="12066"/>
                </a:cubicBezTo>
                <a:lnTo>
                  <a:pt x="5460" y="11754"/>
                </a:lnTo>
                <a:cubicBezTo>
                  <a:pt x="5460" y="11625"/>
                  <a:pt x="5565" y="11520"/>
                  <a:pt x="5694" y="11520"/>
                </a:cubicBezTo>
                <a:close/>
                <a:moveTo>
                  <a:pt x="569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406"/>
                </a:lnTo>
                <a:cubicBezTo>
                  <a:pt x="13260" y="14535"/>
                  <a:pt x="13155" y="14640"/>
                  <a:pt x="13026" y="14640"/>
                </a:cubicBezTo>
                <a:lnTo>
                  <a:pt x="5694" y="14640"/>
                </a:lnTo>
                <a:cubicBezTo>
                  <a:pt x="5565" y="14640"/>
                  <a:pt x="5460" y="14535"/>
                  <a:pt x="5460" y="14406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5694" y="16200"/>
                </a:moveTo>
                <a:lnTo>
                  <a:pt x="10686" y="16200"/>
                </a:lnTo>
                <a:cubicBezTo>
                  <a:pt x="10815" y="16200"/>
                  <a:pt x="10920" y="16305"/>
                  <a:pt x="10920" y="16434"/>
                </a:cubicBezTo>
                <a:lnTo>
                  <a:pt x="10920" y="16746"/>
                </a:lnTo>
                <a:cubicBezTo>
                  <a:pt x="10920" y="16875"/>
                  <a:pt x="10815" y="16980"/>
                  <a:pt x="10686" y="16980"/>
                </a:cubicBezTo>
                <a:lnTo>
                  <a:pt x="5694" y="16980"/>
                </a:lnTo>
                <a:cubicBezTo>
                  <a:pt x="5565" y="16980"/>
                  <a:pt x="5460" y="16875"/>
                  <a:pt x="5460" y="16746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10608" y="8400"/>
                </a:moveTo>
                <a:cubicBezTo>
                  <a:pt x="10608" y="9089"/>
                  <a:pt x="10049" y="9648"/>
                  <a:pt x="9360" y="9648"/>
                </a:cubicBezTo>
                <a:cubicBezTo>
                  <a:pt x="8671" y="9648"/>
                  <a:pt x="8112" y="9089"/>
                  <a:pt x="8112" y="8400"/>
                </a:cubicBezTo>
                <a:cubicBezTo>
                  <a:pt x="8112" y="7711"/>
                  <a:pt x="8671" y="7152"/>
                  <a:pt x="9360" y="7152"/>
                </a:cubicBezTo>
                <a:cubicBezTo>
                  <a:pt x="10049" y="7152"/>
                  <a:pt x="10608" y="7711"/>
                  <a:pt x="10608" y="8400"/>
                </a:cubicBezTo>
                <a:close/>
                <a:moveTo>
                  <a:pt x="8892" y="8400"/>
                </a:moveTo>
                <a:lnTo>
                  <a:pt x="9828" y="840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便签·加锁</a:t>
            </a:r>
          </a:p>
        </p:txBody>
      </p:sp>
      <p:sp>
        <p:nvSpPr>
          <p:cNvPr id="106" name="KNOW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44" y="9180"/>
                </a:moveTo>
                <a:lnTo>
                  <a:pt x="14976" y="9180"/>
                </a:lnTo>
                <a:cubicBezTo>
                  <a:pt x="15321" y="9180"/>
                  <a:pt x="15600" y="9459"/>
                  <a:pt x="15600" y="9804"/>
                </a:cubicBezTo>
                <a:lnTo>
                  <a:pt x="15600" y="19476"/>
                </a:lnTo>
                <a:cubicBezTo>
                  <a:pt x="15600" y="19821"/>
                  <a:pt x="15321" y="20100"/>
                  <a:pt x="14976" y="20100"/>
                </a:cubicBezTo>
                <a:lnTo>
                  <a:pt x="3744" y="20100"/>
                </a:lnTo>
                <a:cubicBezTo>
                  <a:pt x="3399" y="20100"/>
                  <a:pt x="3120" y="19821"/>
                  <a:pt x="3120" y="19476"/>
                </a:cubicBezTo>
                <a:lnTo>
                  <a:pt x="3120" y="9804"/>
                </a:lnTo>
                <a:cubicBezTo>
                  <a:pt x="3120" y="9459"/>
                  <a:pt x="3399" y="9180"/>
                  <a:pt x="3744" y="9180"/>
                </a:cubicBezTo>
                <a:close/>
                <a:moveTo>
                  <a:pt x="5694" y="11520"/>
                </a:moveTo>
                <a:lnTo>
                  <a:pt x="13026" y="11520"/>
                </a:lnTo>
                <a:cubicBezTo>
                  <a:pt x="13155" y="11520"/>
                  <a:pt x="13260" y="11625"/>
                  <a:pt x="13260" y="11754"/>
                </a:cubicBezTo>
                <a:lnTo>
                  <a:pt x="13260" y="12066"/>
                </a:lnTo>
                <a:cubicBezTo>
                  <a:pt x="13260" y="12195"/>
                  <a:pt x="13155" y="12300"/>
                  <a:pt x="13026" y="12300"/>
                </a:cubicBezTo>
                <a:lnTo>
                  <a:pt x="5694" y="12300"/>
                </a:lnTo>
                <a:cubicBezTo>
                  <a:pt x="5565" y="12300"/>
                  <a:pt x="5460" y="12195"/>
                  <a:pt x="5460" y="12066"/>
                </a:cubicBezTo>
                <a:lnTo>
                  <a:pt x="5460" y="11754"/>
                </a:lnTo>
                <a:cubicBezTo>
                  <a:pt x="5460" y="11625"/>
                  <a:pt x="5565" y="11520"/>
                  <a:pt x="5694" y="11520"/>
                </a:cubicBezTo>
                <a:close/>
                <a:moveTo>
                  <a:pt x="569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406"/>
                </a:lnTo>
                <a:cubicBezTo>
                  <a:pt x="13260" y="14535"/>
                  <a:pt x="13155" y="14640"/>
                  <a:pt x="13026" y="14640"/>
                </a:cubicBezTo>
                <a:lnTo>
                  <a:pt x="5694" y="14640"/>
                </a:lnTo>
                <a:cubicBezTo>
                  <a:pt x="5565" y="14640"/>
                  <a:pt x="5460" y="14535"/>
                  <a:pt x="5460" y="14406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5694" y="16200"/>
                </a:moveTo>
                <a:lnTo>
                  <a:pt x="10686" y="16200"/>
                </a:lnTo>
                <a:cubicBezTo>
                  <a:pt x="10815" y="16200"/>
                  <a:pt x="10920" y="16305"/>
                  <a:pt x="10920" y="16434"/>
                </a:cubicBezTo>
                <a:lnTo>
                  <a:pt x="10920" y="16746"/>
                </a:lnTo>
                <a:cubicBezTo>
                  <a:pt x="10920" y="16875"/>
                  <a:pt x="10815" y="16980"/>
                  <a:pt x="10686" y="16980"/>
                </a:cubicBezTo>
                <a:lnTo>
                  <a:pt x="5694" y="16980"/>
                </a:lnTo>
                <a:cubicBezTo>
                  <a:pt x="5565" y="16980"/>
                  <a:pt x="5460" y="16875"/>
                  <a:pt x="5460" y="16746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10608" y="8400"/>
                </a:moveTo>
                <a:cubicBezTo>
                  <a:pt x="10608" y="9089"/>
                  <a:pt x="10049" y="9648"/>
                  <a:pt x="9360" y="9648"/>
                </a:cubicBezTo>
                <a:cubicBezTo>
                  <a:pt x="8671" y="9648"/>
                  <a:pt x="8112" y="9089"/>
                  <a:pt x="8112" y="8400"/>
                </a:cubicBezTo>
                <a:cubicBezTo>
                  <a:pt x="8112" y="7711"/>
                  <a:pt x="8671" y="7152"/>
                  <a:pt x="9360" y="7152"/>
                </a:cubicBezTo>
                <a:cubicBezTo>
                  <a:pt x="10049" y="7152"/>
                  <a:pt x="10608" y="7711"/>
                  <a:pt x="10608" y="8400"/>
                </a:cubicBezTo>
                <a:close/>
                <a:moveTo>
                  <a:pt x="8892" y="8400"/>
                </a:moveTo>
                <a:lnTo>
                  <a:pt x="9828" y="840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便签·洞察</a:t>
            </a:r>
          </a:p>
        </p:txBody>
      </p:sp>
      <p:sp>
        <p:nvSpPr>
          <p:cNvPr id="109" name="KNOW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44" y="9180"/>
                </a:moveTo>
                <a:lnTo>
                  <a:pt x="14976" y="9180"/>
                </a:lnTo>
                <a:cubicBezTo>
                  <a:pt x="15321" y="9180"/>
                  <a:pt x="15600" y="9459"/>
                  <a:pt x="15600" y="9804"/>
                </a:cubicBezTo>
                <a:lnTo>
                  <a:pt x="15600" y="19476"/>
                </a:lnTo>
                <a:cubicBezTo>
                  <a:pt x="15600" y="19821"/>
                  <a:pt x="15321" y="20100"/>
                  <a:pt x="14976" y="20100"/>
                </a:cubicBezTo>
                <a:lnTo>
                  <a:pt x="3744" y="20100"/>
                </a:lnTo>
                <a:cubicBezTo>
                  <a:pt x="3399" y="20100"/>
                  <a:pt x="3120" y="19821"/>
                  <a:pt x="3120" y="19476"/>
                </a:cubicBezTo>
                <a:lnTo>
                  <a:pt x="3120" y="9804"/>
                </a:lnTo>
                <a:cubicBezTo>
                  <a:pt x="3120" y="9459"/>
                  <a:pt x="3399" y="9180"/>
                  <a:pt x="3744" y="9180"/>
                </a:cubicBezTo>
                <a:close/>
                <a:moveTo>
                  <a:pt x="5694" y="11520"/>
                </a:moveTo>
                <a:lnTo>
                  <a:pt x="13026" y="11520"/>
                </a:lnTo>
                <a:cubicBezTo>
                  <a:pt x="13155" y="11520"/>
                  <a:pt x="13260" y="11625"/>
                  <a:pt x="13260" y="11754"/>
                </a:cubicBezTo>
                <a:lnTo>
                  <a:pt x="13260" y="12066"/>
                </a:lnTo>
                <a:cubicBezTo>
                  <a:pt x="13260" y="12195"/>
                  <a:pt x="13155" y="12300"/>
                  <a:pt x="13026" y="12300"/>
                </a:cubicBezTo>
                <a:lnTo>
                  <a:pt x="5694" y="12300"/>
                </a:lnTo>
                <a:cubicBezTo>
                  <a:pt x="5565" y="12300"/>
                  <a:pt x="5460" y="12195"/>
                  <a:pt x="5460" y="12066"/>
                </a:cubicBezTo>
                <a:lnTo>
                  <a:pt x="5460" y="11754"/>
                </a:lnTo>
                <a:cubicBezTo>
                  <a:pt x="5460" y="11625"/>
                  <a:pt x="5565" y="11520"/>
                  <a:pt x="5694" y="11520"/>
                </a:cubicBezTo>
                <a:close/>
                <a:moveTo>
                  <a:pt x="569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406"/>
                </a:lnTo>
                <a:cubicBezTo>
                  <a:pt x="13260" y="14535"/>
                  <a:pt x="13155" y="14640"/>
                  <a:pt x="13026" y="14640"/>
                </a:cubicBezTo>
                <a:lnTo>
                  <a:pt x="5694" y="14640"/>
                </a:lnTo>
                <a:cubicBezTo>
                  <a:pt x="5565" y="14640"/>
                  <a:pt x="5460" y="14535"/>
                  <a:pt x="5460" y="14406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5694" y="16200"/>
                </a:moveTo>
                <a:lnTo>
                  <a:pt x="10686" y="16200"/>
                </a:lnTo>
                <a:cubicBezTo>
                  <a:pt x="10815" y="16200"/>
                  <a:pt x="10920" y="16305"/>
                  <a:pt x="10920" y="16434"/>
                </a:cubicBezTo>
                <a:lnTo>
                  <a:pt x="10920" y="16746"/>
                </a:lnTo>
                <a:cubicBezTo>
                  <a:pt x="10920" y="16875"/>
                  <a:pt x="10815" y="16980"/>
                  <a:pt x="10686" y="16980"/>
                </a:cubicBezTo>
                <a:lnTo>
                  <a:pt x="5694" y="16980"/>
                </a:lnTo>
                <a:cubicBezTo>
                  <a:pt x="5565" y="16980"/>
                  <a:pt x="5460" y="16875"/>
                  <a:pt x="5460" y="16746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10608" y="8400"/>
                </a:moveTo>
                <a:cubicBezTo>
                  <a:pt x="10608" y="9089"/>
                  <a:pt x="10049" y="9648"/>
                  <a:pt x="9360" y="9648"/>
                </a:cubicBezTo>
                <a:cubicBezTo>
                  <a:pt x="8671" y="9648"/>
                  <a:pt x="8112" y="9089"/>
                  <a:pt x="8112" y="8400"/>
                </a:cubicBezTo>
                <a:cubicBezTo>
                  <a:pt x="8112" y="7711"/>
                  <a:pt x="8671" y="7152"/>
                  <a:pt x="9360" y="7152"/>
                </a:cubicBezTo>
                <a:cubicBezTo>
                  <a:pt x="10049" y="7152"/>
                  <a:pt x="10608" y="7711"/>
                  <a:pt x="10608" y="8400"/>
                </a:cubicBezTo>
                <a:close/>
                <a:moveTo>
                  <a:pt x="8892" y="8400"/>
                </a:moveTo>
                <a:lnTo>
                  <a:pt x="9828" y="840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便签·重点</a:t>
            </a:r>
          </a:p>
        </p:txBody>
      </p:sp>
      <p:sp>
        <p:nvSpPr>
          <p:cNvPr id="112" name="KNOW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2000"/>
                </a:moveTo>
                <a:lnTo>
                  <a:pt x="11000" y="2000"/>
                </a:lnTo>
                <a:lnTo>
                  <a:pt x="14000" y="5000"/>
                </a:lnTo>
                <a:lnTo>
                  <a:pt x="14000" y="18000"/>
                </a:lnTo>
                <a:lnTo>
                  <a:pt x="2000" y="18000"/>
                </a:lnTo>
                <a:close/>
                <a:moveTo>
                  <a:pt x="11000" y="2000"/>
                </a:moveTo>
                <a:lnTo>
                  <a:pt x="11000" y="5000"/>
                </a:lnTo>
                <a:lnTo>
                  <a:pt x="14000" y="5000"/>
                </a:lnTo>
                <a:lnTo>
                  <a:pt x="11000" y="2000"/>
                </a:lnTo>
                <a:close/>
                <a:moveTo>
                  <a:pt x="21000" y="14000"/>
                </a:moveTo>
                <a:cubicBezTo>
                  <a:pt x="21000" y="16209"/>
                  <a:pt x="19209" y="18000"/>
                  <a:pt x="17000" y="18000"/>
                </a:cubicBezTo>
                <a:cubicBezTo>
                  <a:pt x="14791" y="18000"/>
                  <a:pt x="13000" y="16209"/>
                  <a:pt x="13000" y="14000"/>
                </a:cubicBezTo>
                <a:cubicBezTo>
                  <a:pt x="13000" y="11791"/>
                  <a:pt x="14791" y="10000"/>
                  <a:pt x="17000" y="10000"/>
                </a:cubicBezTo>
                <a:cubicBezTo>
                  <a:pt x="19209" y="10000"/>
                  <a:pt x="21000" y="11791"/>
                  <a:pt x="21000" y="14000"/>
                </a:cubicBezTo>
                <a:close/>
                <a:moveTo>
                  <a:pt x="19434" y="17566"/>
                </a:moveTo>
                <a:lnTo>
                  <a:pt x="21434" y="19566"/>
                </a:lnTo>
                <a:lnTo>
                  <a:pt x="22566" y="18434"/>
                </a:lnTo>
                <a:lnTo>
                  <a:pt x="20566" y="164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文档搜索</a:t>
            </a:r>
          </a:p>
        </p:txBody>
      </p:sp>
      <p:sp>
        <p:nvSpPr>
          <p:cNvPr id="115" name="KNOW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6840"/>
                </a:moveTo>
                <a:lnTo>
                  <a:pt x="8580" y="6840"/>
                </a:lnTo>
                <a:lnTo>
                  <a:pt x="10920" y="9180"/>
                </a:lnTo>
                <a:lnTo>
                  <a:pt x="10920" y="19320"/>
                </a:lnTo>
                <a:lnTo>
                  <a:pt x="1560" y="19320"/>
                </a:lnTo>
                <a:close/>
                <a:moveTo>
                  <a:pt x="8580" y="6840"/>
                </a:moveTo>
                <a:lnTo>
                  <a:pt x="8580" y="9180"/>
                </a:lnTo>
                <a:lnTo>
                  <a:pt x="10920" y="9180"/>
                </a:lnTo>
                <a:lnTo>
                  <a:pt x="8580" y="6840"/>
                </a:lnTo>
                <a:close/>
                <a:moveTo>
                  <a:pt x="16380" y="16200"/>
                </a:moveTo>
                <a:cubicBezTo>
                  <a:pt x="16380" y="17923"/>
                  <a:pt x="14983" y="19320"/>
                  <a:pt x="13260" y="19320"/>
                </a:cubicBezTo>
                <a:cubicBezTo>
                  <a:pt x="11537" y="19320"/>
                  <a:pt x="10140" y="17923"/>
                  <a:pt x="10140" y="16200"/>
                </a:cubicBezTo>
                <a:cubicBezTo>
                  <a:pt x="10140" y="14477"/>
                  <a:pt x="11537" y="13080"/>
                  <a:pt x="13260" y="13080"/>
                </a:cubicBezTo>
                <a:cubicBezTo>
                  <a:pt x="14983" y="13080"/>
                  <a:pt x="16380" y="14477"/>
                  <a:pt x="16380" y="16200"/>
                </a:cubicBezTo>
                <a:close/>
                <a:moveTo>
                  <a:pt x="15159" y="18981"/>
                </a:moveTo>
                <a:lnTo>
                  <a:pt x="16719" y="20541"/>
                </a:lnTo>
                <a:lnTo>
                  <a:pt x="17601" y="19659"/>
                </a:lnTo>
                <a:lnTo>
                  <a:pt x="16041" y="18099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文档搜索·新增</a:t>
            </a:r>
          </a:p>
        </p:txBody>
      </p:sp>
      <p:sp>
        <p:nvSpPr>
          <p:cNvPr id="118" name="KNOW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6840"/>
                </a:moveTo>
                <a:lnTo>
                  <a:pt x="8580" y="6840"/>
                </a:lnTo>
                <a:lnTo>
                  <a:pt x="10920" y="9180"/>
                </a:lnTo>
                <a:lnTo>
                  <a:pt x="10920" y="19320"/>
                </a:lnTo>
                <a:lnTo>
                  <a:pt x="1560" y="19320"/>
                </a:lnTo>
                <a:close/>
                <a:moveTo>
                  <a:pt x="8580" y="6840"/>
                </a:moveTo>
                <a:lnTo>
                  <a:pt x="8580" y="9180"/>
                </a:lnTo>
                <a:lnTo>
                  <a:pt x="10920" y="9180"/>
                </a:lnTo>
                <a:lnTo>
                  <a:pt x="8580" y="6840"/>
                </a:lnTo>
                <a:close/>
                <a:moveTo>
                  <a:pt x="16380" y="16200"/>
                </a:moveTo>
                <a:cubicBezTo>
                  <a:pt x="16380" y="17923"/>
                  <a:pt x="14983" y="19320"/>
                  <a:pt x="13260" y="19320"/>
                </a:cubicBezTo>
                <a:cubicBezTo>
                  <a:pt x="11537" y="19320"/>
                  <a:pt x="10140" y="17923"/>
                  <a:pt x="10140" y="16200"/>
                </a:cubicBezTo>
                <a:cubicBezTo>
                  <a:pt x="10140" y="14477"/>
                  <a:pt x="11537" y="13080"/>
                  <a:pt x="13260" y="13080"/>
                </a:cubicBezTo>
                <a:cubicBezTo>
                  <a:pt x="14983" y="13080"/>
                  <a:pt x="16380" y="14477"/>
                  <a:pt x="16380" y="16200"/>
                </a:cubicBezTo>
                <a:close/>
                <a:moveTo>
                  <a:pt x="15159" y="18981"/>
                </a:moveTo>
                <a:lnTo>
                  <a:pt x="16719" y="20541"/>
                </a:lnTo>
                <a:lnTo>
                  <a:pt x="17601" y="19659"/>
                </a:lnTo>
                <a:lnTo>
                  <a:pt x="16041" y="18099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文档搜索·已验证</a:t>
            </a:r>
          </a:p>
        </p:txBody>
      </p:sp>
      <p:sp>
        <p:nvSpPr>
          <p:cNvPr id="121" name="KNOW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6840"/>
                </a:moveTo>
                <a:lnTo>
                  <a:pt x="8580" y="6840"/>
                </a:lnTo>
                <a:lnTo>
                  <a:pt x="10920" y="9180"/>
                </a:lnTo>
                <a:lnTo>
                  <a:pt x="10920" y="19320"/>
                </a:lnTo>
                <a:lnTo>
                  <a:pt x="1560" y="19320"/>
                </a:lnTo>
                <a:close/>
                <a:moveTo>
                  <a:pt x="8580" y="6840"/>
                </a:moveTo>
                <a:lnTo>
                  <a:pt x="8580" y="9180"/>
                </a:lnTo>
                <a:lnTo>
                  <a:pt x="10920" y="9180"/>
                </a:lnTo>
                <a:lnTo>
                  <a:pt x="8580" y="6840"/>
                </a:lnTo>
                <a:close/>
                <a:moveTo>
                  <a:pt x="16380" y="16200"/>
                </a:moveTo>
                <a:cubicBezTo>
                  <a:pt x="16380" y="17923"/>
                  <a:pt x="14983" y="19320"/>
                  <a:pt x="13260" y="19320"/>
                </a:cubicBezTo>
                <a:cubicBezTo>
                  <a:pt x="11537" y="19320"/>
                  <a:pt x="10140" y="17923"/>
                  <a:pt x="10140" y="16200"/>
                </a:cubicBezTo>
                <a:cubicBezTo>
                  <a:pt x="10140" y="14477"/>
                  <a:pt x="11537" y="13080"/>
                  <a:pt x="13260" y="13080"/>
                </a:cubicBezTo>
                <a:cubicBezTo>
                  <a:pt x="14983" y="13080"/>
                  <a:pt x="16380" y="14477"/>
                  <a:pt x="16380" y="16200"/>
                </a:cubicBezTo>
                <a:close/>
                <a:moveTo>
                  <a:pt x="15159" y="18981"/>
                </a:moveTo>
                <a:lnTo>
                  <a:pt x="16719" y="20541"/>
                </a:lnTo>
                <a:lnTo>
                  <a:pt x="17601" y="19659"/>
                </a:lnTo>
                <a:lnTo>
                  <a:pt x="16041" y="18099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文档搜索·加锁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08_知识库与文档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KNOW · 第 2/3 页 · 共 83 个</a:t>
            </a:r>
          </a:p>
        </p:txBody>
      </p:sp>
      <p:sp>
        <p:nvSpPr>
          <p:cNvPr id="4" name="KNOW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6840"/>
                </a:moveTo>
                <a:lnTo>
                  <a:pt x="8580" y="6840"/>
                </a:lnTo>
                <a:lnTo>
                  <a:pt x="10920" y="9180"/>
                </a:lnTo>
                <a:lnTo>
                  <a:pt x="10920" y="19320"/>
                </a:lnTo>
                <a:lnTo>
                  <a:pt x="1560" y="19320"/>
                </a:lnTo>
                <a:close/>
                <a:moveTo>
                  <a:pt x="8580" y="6840"/>
                </a:moveTo>
                <a:lnTo>
                  <a:pt x="8580" y="9180"/>
                </a:lnTo>
                <a:lnTo>
                  <a:pt x="10920" y="9180"/>
                </a:lnTo>
                <a:lnTo>
                  <a:pt x="8580" y="6840"/>
                </a:lnTo>
                <a:close/>
                <a:moveTo>
                  <a:pt x="16380" y="16200"/>
                </a:moveTo>
                <a:cubicBezTo>
                  <a:pt x="16380" y="17923"/>
                  <a:pt x="14983" y="19320"/>
                  <a:pt x="13260" y="19320"/>
                </a:cubicBezTo>
                <a:cubicBezTo>
                  <a:pt x="11537" y="19320"/>
                  <a:pt x="10140" y="17923"/>
                  <a:pt x="10140" y="16200"/>
                </a:cubicBezTo>
                <a:cubicBezTo>
                  <a:pt x="10140" y="14477"/>
                  <a:pt x="11537" y="13080"/>
                  <a:pt x="13260" y="13080"/>
                </a:cubicBezTo>
                <a:cubicBezTo>
                  <a:pt x="14983" y="13080"/>
                  <a:pt x="16380" y="14477"/>
                  <a:pt x="16380" y="16200"/>
                </a:cubicBezTo>
                <a:close/>
                <a:moveTo>
                  <a:pt x="15159" y="18981"/>
                </a:moveTo>
                <a:lnTo>
                  <a:pt x="16719" y="20541"/>
                </a:lnTo>
                <a:lnTo>
                  <a:pt x="17601" y="19659"/>
                </a:lnTo>
                <a:lnTo>
                  <a:pt x="16041" y="18099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文档搜索·洞察</a:t>
            </a:r>
          </a:p>
        </p:txBody>
      </p:sp>
      <p:sp>
        <p:nvSpPr>
          <p:cNvPr id="7" name="KNOW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6840"/>
                </a:moveTo>
                <a:lnTo>
                  <a:pt x="8580" y="6840"/>
                </a:lnTo>
                <a:lnTo>
                  <a:pt x="10920" y="9180"/>
                </a:lnTo>
                <a:lnTo>
                  <a:pt x="10920" y="19320"/>
                </a:lnTo>
                <a:lnTo>
                  <a:pt x="1560" y="19320"/>
                </a:lnTo>
                <a:close/>
                <a:moveTo>
                  <a:pt x="8580" y="6840"/>
                </a:moveTo>
                <a:lnTo>
                  <a:pt x="8580" y="9180"/>
                </a:lnTo>
                <a:lnTo>
                  <a:pt x="10920" y="9180"/>
                </a:lnTo>
                <a:lnTo>
                  <a:pt x="8580" y="6840"/>
                </a:lnTo>
                <a:close/>
                <a:moveTo>
                  <a:pt x="16380" y="16200"/>
                </a:moveTo>
                <a:cubicBezTo>
                  <a:pt x="16380" y="17923"/>
                  <a:pt x="14983" y="19320"/>
                  <a:pt x="13260" y="19320"/>
                </a:cubicBezTo>
                <a:cubicBezTo>
                  <a:pt x="11537" y="19320"/>
                  <a:pt x="10140" y="17923"/>
                  <a:pt x="10140" y="16200"/>
                </a:cubicBezTo>
                <a:cubicBezTo>
                  <a:pt x="10140" y="14477"/>
                  <a:pt x="11537" y="13080"/>
                  <a:pt x="13260" y="13080"/>
                </a:cubicBezTo>
                <a:cubicBezTo>
                  <a:pt x="14983" y="13080"/>
                  <a:pt x="16380" y="14477"/>
                  <a:pt x="16380" y="16200"/>
                </a:cubicBezTo>
                <a:close/>
                <a:moveTo>
                  <a:pt x="15159" y="18981"/>
                </a:moveTo>
                <a:lnTo>
                  <a:pt x="16719" y="20541"/>
                </a:lnTo>
                <a:lnTo>
                  <a:pt x="17601" y="19659"/>
                </a:lnTo>
                <a:lnTo>
                  <a:pt x="16041" y="18099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文档搜索·重点</a:t>
            </a:r>
          </a:p>
        </p:txBody>
      </p:sp>
      <p:sp>
        <p:nvSpPr>
          <p:cNvPr id="10" name="KNOW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300" y="5000"/>
                </a:moveTo>
                <a:lnTo>
                  <a:pt x="5700" y="5000"/>
                </a:lnTo>
                <a:cubicBezTo>
                  <a:pt x="5866" y="5000"/>
                  <a:pt x="6000" y="5134"/>
                  <a:pt x="6000" y="5300"/>
                </a:cubicBezTo>
                <a:lnTo>
                  <a:pt x="6000" y="20700"/>
                </a:lnTo>
                <a:cubicBezTo>
                  <a:pt x="6000" y="20866"/>
                  <a:pt x="5866" y="21000"/>
                  <a:pt x="5700" y="21000"/>
                </a:cubicBezTo>
                <a:lnTo>
                  <a:pt x="3300" y="21000"/>
                </a:lnTo>
                <a:cubicBezTo>
                  <a:pt x="3134" y="21000"/>
                  <a:pt x="3000" y="20866"/>
                  <a:pt x="3000" y="20700"/>
                </a:cubicBezTo>
                <a:lnTo>
                  <a:pt x="3000" y="5300"/>
                </a:lnTo>
                <a:cubicBezTo>
                  <a:pt x="3000" y="5134"/>
                  <a:pt x="3134" y="5000"/>
                  <a:pt x="3300" y="5000"/>
                </a:cubicBezTo>
                <a:close/>
                <a:moveTo>
                  <a:pt x="7300" y="7000"/>
                </a:moveTo>
                <a:lnTo>
                  <a:pt x="9700" y="7000"/>
                </a:lnTo>
                <a:cubicBezTo>
                  <a:pt x="9866" y="7000"/>
                  <a:pt x="10000" y="7134"/>
                  <a:pt x="10000" y="7300"/>
                </a:cubicBezTo>
                <a:lnTo>
                  <a:pt x="10000" y="20700"/>
                </a:lnTo>
                <a:cubicBezTo>
                  <a:pt x="10000" y="20866"/>
                  <a:pt x="9866" y="21000"/>
                  <a:pt x="9700" y="21000"/>
                </a:cubicBezTo>
                <a:lnTo>
                  <a:pt x="7300" y="21000"/>
                </a:lnTo>
                <a:cubicBezTo>
                  <a:pt x="7134" y="21000"/>
                  <a:pt x="7000" y="20866"/>
                  <a:pt x="7000" y="20700"/>
                </a:cubicBezTo>
                <a:lnTo>
                  <a:pt x="7000" y="7300"/>
                </a:lnTo>
                <a:cubicBezTo>
                  <a:pt x="7000" y="7134"/>
                  <a:pt x="7134" y="7000"/>
                  <a:pt x="7300" y="7000"/>
                </a:cubicBezTo>
                <a:close/>
                <a:moveTo>
                  <a:pt x="11300" y="4000"/>
                </a:moveTo>
                <a:lnTo>
                  <a:pt x="13700" y="4000"/>
                </a:lnTo>
                <a:cubicBezTo>
                  <a:pt x="13866" y="4000"/>
                  <a:pt x="14000" y="4134"/>
                  <a:pt x="14000" y="4300"/>
                </a:cubicBezTo>
                <a:lnTo>
                  <a:pt x="14000" y="20700"/>
                </a:lnTo>
                <a:cubicBezTo>
                  <a:pt x="14000" y="20866"/>
                  <a:pt x="13866" y="21000"/>
                  <a:pt x="13700" y="21000"/>
                </a:cubicBezTo>
                <a:lnTo>
                  <a:pt x="11300" y="21000"/>
                </a:lnTo>
                <a:cubicBezTo>
                  <a:pt x="11134" y="21000"/>
                  <a:pt x="11000" y="20866"/>
                  <a:pt x="11000" y="20700"/>
                </a:cubicBezTo>
                <a:lnTo>
                  <a:pt x="11000" y="4300"/>
                </a:lnTo>
                <a:cubicBezTo>
                  <a:pt x="11000" y="4134"/>
                  <a:pt x="11134" y="4000"/>
                  <a:pt x="11300" y="4000"/>
                </a:cubicBezTo>
                <a:close/>
                <a:moveTo>
                  <a:pt x="15300" y="6000"/>
                </a:moveTo>
                <a:lnTo>
                  <a:pt x="17700" y="6000"/>
                </a:lnTo>
                <a:cubicBezTo>
                  <a:pt x="17866" y="6000"/>
                  <a:pt x="18000" y="6134"/>
                  <a:pt x="18000" y="6300"/>
                </a:cubicBezTo>
                <a:lnTo>
                  <a:pt x="18000" y="20700"/>
                </a:lnTo>
                <a:cubicBezTo>
                  <a:pt x="18000" y="20866"/>
                  <a:pt x="17866" y="21000"/>
                  <a:pt x="17700" y="21000"/>
                </a:cubicBezTo>
                <a:lnTo>
                  <a:pt x="15300" y="21000"/>
                </a:lnTo>
                <a:cubicBezTo>
                  <a:pt x="15134" y="21000"/>
                  <a:pt x="15000" y="20866"/>
                  <a:pt x="15000" y="20700"/>
                </a:cubicBezTo>
                <a:lnTo>
                  <a:pt x="15000" y="6300"/>
                </a:lnTo>
                <a:cubicBezTo>
                  <a:pt x="15000" y="6134"/>
                  <a:pt x="15134" y="6000"/>
                  <a:pt x="15300" y="6000"/>
                </a:cubicBezTo>
                <a:close/>
                <a:moveTo>
                  <a:pt x="19300" y="8000"/>
                </a:moveTo>
                <a:lnTo>
                  <a:pt x="20700" y="8000"/>
                </a:lnTo>
                <a:cubicBezTo>
                  <a:pt x="20866" y="8000"/>
                  <a:pt x="21000" y="8134"/>
                  <a:pt x="21000" y="8300"/>
                </a:cubicBezTo>
                <a:lnTo>
                  <a:pt x="21000" y="20700"/>
                </a:lnTo>
                <a:cubicBezTo>
                  <a:pt x="21000" y="20866"/>
                  <a:pt x="20866" y="21000"/>
                  <a:pt x="20700" y="21000"/>
                </a:cubicBezTo>
                <a:lnTo>
                  <a:pt x="19300" y="21000"/>
                </a:lnTo>
                <a:cubicBezTo>
                  <a:pt x="19134" y="21000"/>
                  <a:pt x="19000" y="20866"/>
                  <a:pt x="19000" y="20700"/>
                </a:cubicBezTo>
                <a:lnTo>
                  <a:pt x="19000" y="8300"/>
                </a:lnTo>
                <a:cubicBezTo>
                  <a:pt x="19000" y="8134"/>
                  <a:pt x="19134" y="8000"/>
                  <a:pt x="19300" y="8000"/>
                </a:cubicBezTo>
                <a:close/>
                <a:moveTo>
                  <a:pt x="2300" y="21000"/>
                </a:moveTo>
                <a:lnTo>
                  <a:pt x="21700" y="21000"/>
                </a:lnTo>
                <a:cubicBezTo>
                  <a:pt x="21866" y="21000"/>
                  <a:pt x="22000" y="21134"/>
                  <a:pt x="22000" y="213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1300"/>
                </a:lnTo>
                <a:cubicBezTo>
                  <a:pt x="2000" y="21134"/>
                  <a:pt x="2134" y="21000"/>
                  <a:pt x="23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图书馆</a:t>
            </a:r>
          </a:p>
        </p:txBody>
      </p:sp>
      <p:sp>
        <p:nvSpPr>
          <p:cNvPr id="13" name="KNOW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574" y="9180"/>
                </a:moveTo>
                <a:lnTo>
                  <a:pt x="4446" y="9180"/>
                </a:lnTo>
                <a:cubicBezTo>
                  <a:pt x="4575" y="9180"/>
                  <a:pt x="4680" y="9285"/>
                  <a:pt x="4680" y="9414"/>
                </a:cubicBezTo>
                <a:lnTo>
                  <a:pt x="4680" y="21426"/>
                </a:lnTo>
                <a:cubicBezTo>
                  <a:pt x="4680" y="21555"/>
                  <a:pt x="4575" y="21660"/>
                  <a:pt x="4446" y="21660"/>
                </a:cubicBezTo>
                <a:lnTo>
                  <a:pt x="2574" y="21660"/>
                </a:lnTo>
                <a:cubicBezTo>
                  <a:pt x="2445" y="21660"/>
                  <a:pt x="2340" y="21555"/>
                  <a:pt x="2340" y="21426"/>
                </a:cubicBezTo>
                <a:lnTo>
                  <a:pt x="2340" y="9414"/>
                </a:lnTo>
                <a:cubicBezTo>
                  <a:pt x="2340" y="9285"/>
                  <a:pt x="2445" y="9180"/>
                  <a:pt x="2574" y="9180"/>
                </a:cubicBezTo>
                <a:close/>
                <a:moveTo>
                  <a:pt x="5694" y="10740"/>
                </a:moveTo>
                <a:lnTo>
                  <a:pt x="7566" y="10740"/>
                </a:lnTo>
                <a:cubicBezTo>
                  <a:pt x="7695" y="10740"/>
                  <a:pt x="7800" y="10845"/>
                  <a:pt x="7800" y="10974"/>
                </a:cubicBezTo>
                <a:lnTo>
                  <a:pt x="7800" y="21426"/>
                </a:lnTo>
                <a:cubicBezTo>
                  <a:pt x="7800" y="21555"/>
                  <a:pt x="7695" y="21660"/>
                  <a:pt x="7566" y="21660"/>
                </a:cubicBezTo>
                <a:lnTo>
                  <a:pt x="5694" y="21660"/>
                </a:lnTo>
                <a:cubicBezTo>
                  <a:pt x="5565" y="21660"/>
                  <a:pt x="5460" y="21555"/>
                  <a:pt x="5460" y="2142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814" y="8400"/>
                </a:moveTo>
                <a:lnTo>
                  <a:pt x="10686" y="8400"/>
                </a:lnTo>
                <a:cubicBezTo>
                  <a:pt x="10815" y="8400"/>
                  <a:pt x="10920" y="8505"/>
                  <a:pt x="10920" y="8634"/>
                </a:cubicBezTo>
                <a:lnTo>
                  <a:pt x="10920" y="21426"/>
                </a:lnTo>
                <a:cubicBezTo>
                  <a:pt x="10920" y="21555"/>
                  <a:pt x="10815" y="21660"/>
                  <a:pt x="1068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8634"/>
                </a:lnTo>
                <a:cubicBezTo>
                  <a:pt x="8580" y="8505"/>
                  <a:pt x="8685" y="8400"/>
                  <a:pt x="8814" y="8400"/>
                </a:cubicBezTo>
                <a:close/>
                <a:moveTo>
                  <a:pt x="11934" y="9960"/>
                </a:moveTo>
                <a:lnTo>
                  <a:pt x="13806" y="9960"/>
                </a:lnTo>
                <a:cubicBezTo>
                  <a:pt x="13935" y="9960"/>
                  <a:pt x="14040" y="10065"/>
                  <a:pt x="14040" y="10194"/>
                </a:cubicBezTo>
                <a:lnTo>
                  <a:pt x="14040" y="21426"/>
                </a:lnTo>
                <a:cubicBezTo>
                  <a:pt x="14040" y="21555"/>
                  <a:pt x="13935" y="21660"/>
                  <a:pt x="13806" y="21660"/>
                </a:cubicBezTo>
                <a:lnTo>
                  <a:pt x="11934" y="21660"/>
                </a:lnTo>
                <a:cubicBezTo>
                  <a:pt x="11805" y="21660"/>
                  <a:pt x="11700" y="21555"/>
                  <a:pt x="11700" y="21426"/>
                </a:cubicBezTo>
                <a:lnTo>
                  <a:pt x="11700" y="10194"/>
                </a:lnTo>
                <a:cubicBezTo>
                  <a:pt x="11700" y="10065"/>
                  <a:pt x="11805" y="9960"/>
                  <a:pt x="11934" y="9960"/>
                </a:cubicBezTo>
                <a:close/>
                <a:moveTo>
                  <a:pt x="15054" y="11520"/>
                </a:moveTo>
                <a:lnTo>
                  <a:pt x="16146" y="11520"/>
                </a:lnTo>
                <a:cubicBezTo>
                  <a:pt x="16275" y="11520"/>
                  <a:pt x="16380" y="11625"/>
                  <a:pt x="16380" y="11754"/>
                </a:cubicBezTo>
                <a:lnTo>
                  <a:pt x="16380" y="21426"/>
                </a:lnTo>
                <a:cubicBezTo>
                  <a:pt x="16380" y="21555"/>
                  <a:pt x="16275" y="21660"/>
                  <a:pt x="16146" y="21660"/>
                </a:cubicBezTo>
                <a:lnTo>
                  <a:pt x="15054" y="21660"/>
                </a:lnTo>
                <a:cubicBezTo>
                  <a:pt x="14925" y="21660"/>
                  <a:pt x="14820" y="21555"/>
                  <a:pt x="14820" y="21426"/>
                </a:cubicBezTo>
                <a:lnTo>
                  <a:pt x="14820" y="11754"/>
                </a:lnTo>
                <a:cubicBezTo>
                  <a:pt x="14820" y="11625"/>
                  <a:pt x="14925" y="11520"/>
                  <a:pt x="15054" y="115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图书馆·新增</a:t>
            </a:r>
          </a:p>
        </p:txBody>
      </p:sp>
      <p:sp>
        <p:nvSpPr>
          <p:cNvPr id="16" name="KNOW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574" y="9180"/>
                </a:moveTo>
                <a:lnTo>
                  <a:pt x="4446" y="9180"/>
                </a:lnTo>
                <a:cubicBezTo>
                  <a:pt x="4575" y="9180"/>
                  <a:pt x="4680" y="9285"/>
                  <a:pt x="4680" y="9414"/>
                </a:cubicBezTo>
                <a:lnTo>
                  <a:pt x="4680" y="21426"/>
                </a:lnTo>
                <a:cubicBezTo>
                  <a:pt x="4680" y="21555"/>
                  <a:pt x="4575" y="21660"/>
                  <a:pt x="4446" y="21660"/>
                </a:cubicBezTo>
                <a:lnTo>
                  <a:pt x="2574" y="21660"/>
                </a:lnTo>
                <a:cubicBezTo>
                  <a:pt x="2445" y="21660"/>
                  <a:pt x="2340" y="21555"/>
                  <a:pt x="2340" y="21426"/>
                </a:cubicBezTo>
                <a:lnTo>
                  <a:pt x="2340" y="9414"/>
                </a:lnTo>
                <a:cubicBezTo>
                  <a:pt x="2340" y="9285"/>
                  <a:pt x="2445" y="9180"/>
                  <a:pt x="2574" y="9180"/>
                </a:cubicBezTo>
                <a:close/>
                <a:moveTo>
                  <a:pt x="5694" y="10740"/>
                </a:moveTo>
                <a:lnTo>
                  <a:pt x="7566" y="10740"/>
                </a:lnTo>
                <a:cubicBezTo>
                  <a:pt x="7695" y="10740"/>
                  <a:pt x="7800" y="10845"/>
                  <a:pt x="7800" y="10974"/>
                </a:cubicBezTo>
                <a:lnTo>
                  <a:pt x="7800" y="21426"/>
                </a:lnTo>
                <a:cubicBezTo>
                  <a:pt x="7800" y="21555"/>
                  <a:pt x="7695" y="21660"/>
                  <a:pt x="7566" y="21660"/>
                </a:cubicBezTo>
                <a:lnTo>
                  <a:pt x="5694" y="21660"/>
                </a:lnTo>
                <a:cubicBezTo>
                  <a:pt x="5565" y="21660"/>
                  <a:pt x="5460" y="21555"/>
                  <a:pt x="5460" y="2142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814" y="8400"/>
                </a:moveTo>
                <a:lnTo>
                  <a:pt x="10686" y="8400"/>
                </a:lnTo>
                <a:cubicBezTo>
                  <a:pt x="10815" y="8400"/>
                  <a:pt x="10920" y="8505"/>
                  <a:pt x="10920" y="8634"/>
                </a:cubicBezTo>
                <a:lnTo>
                  <a:pt x="10920" y="21426"/>
                </a:lnTo>
                <a:cubicBezTo>
                  <a:pt x="10920" y="21555"/>
                  <a:pt x="10815" y="21660"/>
                  <a:pt x="1068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8634"/>
                </a:lnTo>
                <a:cubicBezTo>
                  <a:pt x="8580" y="8505"/>
                  <a:pt x="8685" y="8400"/>
                  <a:pt x="8814" y="8400"/>
                </a:cubicBezTo>
                <a:close/>
                <a:moveTo>
                  <a:pt x="11934" y="9960"/>
                </a:moveTo>
                <a:lnTo>
                  <a:pt x="13806" y="9960"/>
                </a:lnTo>
                <a:cubicBezTo>
                  <a:pt x="13935" y="9960"/>
                  <a:pt x="14040" y="10065"/>
                  <a:pt x="14040" y="10194"/>
                </a:cubicBezTo>
                <a:lnTo>
                  <a:pt x="14040" y="21426"/>
                </a:lnTo>
                <a:cubicBezTo>
                  <a:pt x="14040" y="21555"/>
                  <a:pt x="13935" y="21660"/>
                  <a:pt x="13806" y="21660"/>
                </a:cubicBezTo>
                <a:lnTo>
                  <a:pt x="11934" y="21660"/>
                </a:lnTo>
                <a:cubicBezTo>
                  <a:pt x="11805" y="21660"/>
                  <a:pt x="11700" y="21555"/>
                  <a:pt x="11700" y="21426"/>
                </a:cubicBezTo>
                <a:lnTo>
                  <a:pt x="11700" y="10194"/>
                </a:lnTo>
                <a:cubicBezTo>
                  <a:pt x="11700" y="10065"/>
                  <a:pt x="11805" y="9960"/>
                  <a:pt x="11934" y="9960"/>
                </a:cubicBezTo>
                <a:close/>
                <a:moveTo>
                  <a:pt x="15054" y="11520"/>
                </a:moveTo>
                <a:lnTo>
                  <a:pt x="16146" y="11520"/>
                </a:lnTo>
                <a:cubicBezTo>
                  <a:pt x="16275" y="11520"/>
                  <a:pt x="16380" y="11625"/>
                  <a:pt x="16380" y="11754"/>
                </a:cubicBezTo>
                <a:lnTo>
                  <a:pt x="16380" y="21426"/>
                </a:lnTo>
                <a:cubicBezTo>
                  <a:pt x="16380" y="21555"/>
                  <a:pt x="16275" y="21660"/>
                  <a:pt x="16146" y="21660"/>
                </a:cubicBezTo>
                <a:lnTo>
                  <a:pt x="15054" y="21660"/>
                </a:lnTo>
                <a:cubicBezTo>
                  <a:pt x="14925" y="21660"/>
                  <a:pt x="14820" y="21555"/>
                  <a:pt x="14820" y="21426"/>
                </a:cubicBezTo>
                <a:lnTo>
                  <a:pt x="14820" y="11754"/>
                </a:lnTo>
                <a:cubicBezTo>
                  <a:pt x="14820" y="11625"/>
                  <a:pt x="14925" y="11520"/>
                  <a:pt x="15054" y="115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图书馆·已验证</a:t>
            </a:r>
          </a:p>
        </p:txBody>
      </p:sp>
      <p:sp>
        <p:nvSpPr>
          <p:cNvPr id="19" name="KNOW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574" y="9180"/>
                </a:moveTo>
                <a:lnTo>
                  <a:pt x="4446" y="9180"/>
                </a:lnTo>
                <a:cubicBezTo>
                  <a:pt x="4575" y="9180"/>
                  <a:pt x="4680" y="9285"/>
                  <a:pt x="4680" y="9414"/>
                </a:cubicBezTo>
                <a:lnTo>
                  <a:pt x="4680" y="21426"/>
                </a:lnTo>
                <a:cubicBezTo>
                  <a:pt x="4680" y="21555"/>
                  <a:pt x="4575" y="21660"/>
                  <a:pt x="4446" y="21660"/>
                </a:cubicBezTo>
                <a:lnTo>
                  <a:pt x="2574" y="21660"/>
                </a:lnTo>
                <a:cubicBezTo>
                  <a:pt x="2445" y="21660"/>
                  <a:pt x="2340" y="21555"/>
                  <a:pt x="2340" y="21426"/>
                </a:cubicBezTo>
                <a:lnTo>
                  <a:pt x="2340" y="9414"/>
                </a:lnTo>
                <a:cubicBezTo>
                  <a:pt x="2340" y="9285"/>
                  <a:pt x="2445" y="9180"/>
                  <a:pt x="2574" y="9180"/>
                </a:cubicBezTo>
                <a:close/>
                <a:moveTo>
                  <a:pt x="5694" y="10740"/>
                </a:moveTo>
                <a:lnTo>
                  <a:pt x="7566" y="10740"/>
                </a:lnTo>
                <a:cubicBezTo>
                  <a:pt x="7695" y="10740"/>
                  <a:pt x="7800" y="10845"/>
                  <a:pt x="7800" y="10974"/>
                </a:cubicBezTo>
                <a:lnTo>
                  <a:pt x="7800" y="21426"/>
                </a:lnTo>
                <a:cubicBezTo>
                  <a:pt x="7800" y="21555"/>
                  <a:pt x="7695" y="21660"/>
                  <a:pt x="7566" y="21660"/>
                </a:cubicBezTo>
                <a:lnTo>
                  <a:pt x="5694" y="21660"/>
                </a:lnTo>
                <a:cubicBezTo>
                  <a:pt x="5565" y="21660"/>
                  <a:pt x="5460" y="21555"/>
                  <a:pt x="5460" y="2142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814" y="8400"/>
                </a:moveTo>
                <a:lnTo>
                  <a:pt x="10686" y="8400"/>
                </a:lnTo>
                <a:cubicBezTo>
                  <a:pt x="10815" y="8400"/>
                  <a:pt x="10920" y="8505"/>
                  <a:pt x="10920" y="8634"/>
                </a:cubicBezTo>
                <a:lnTo>
                  <a:pt x="10920" y="21426"/>
                </a:lnTo>
                <a:cubicBezTo>
                  <a:pt x="10920" y="21555"/>
                  <a:pt x="10815" y="21660"/>
                  <a:pt x="1068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8634"/>
                </a:lnTo>
                <a:cubicBezTo>
                  <a:pt x="8580" y="8505"/>
                  <a:pt x="8685" y="8400"/>
                  <a:pt x="8814" y="8400"/>
                </a:cubicBezTo>
                <a:close/>
                <a:moveTo>
                  <a:pt x="11934" y="9960"/>
                </a:moveTo>
                <a:lnTo>
                  <a:pt x="13806" y="9960"/>
                </a:lnTo>
                <a:cubicBezTo>
                  <a:pt x="13935" y="9960"/>
                  <a:pt x="14040" y="10065"/>
                  <a:pt x="14040" y="10194"/>
                </a:cubicBezTo>
                <a:lnTo>
                  <a:pt x="14040" y="21426"/>
                </a:lnTo>
                <a:cubicBezTo>
                  <a:pt x="14040" y="21555"/>
                  <a:pt x="13935" y="21660"/>
                  <a:pt x="13806" y="21660"/>
                </a:cubicBezTo>
                <a:lnTo>
                  <a:pt x="11934" y="21660"/>
                </a:lnTo>
                <a:cubicBezTo>
                  <a:pt x="11805" y="21660"/>
                  <a:pt x="11700" y="21555"/>
                  <a:pt x="11700" y="21426"/>
                </a:cubicBezTo>
                <a:lnTo>
                  <a:pt x="11700" y="10194"/>
                </a:lnTo>
                <a:cubicBezTo>
                  <a:pt x="11700" y="10065"/>
                  <a:pt x="11805" y="9960"/>
                  <a:pt x="11934" y="9960"/>
                </a:cubicBezTo>
                <a:close/>
                <a:moveTo>
                  <a:pt x="15054" y="11520"/>
                </a:moveTo>
                <a:lnTo>
                  <a:pt x="16146" y="11520"/>
                </a:lnTo>
                <a:cubicBezTo>
                  <a:pt x="16275" y="11520"/>
                  <a:pt x="16380" y="11625"/>
                  <a:pt x="16380" y="11754"/>
                </a:cubicBezTo>
                <a:lnTo>
                  <a:pt x="16380" y="21426"/>
                </a:lnTo>
                <a:cubicBezTo>
                  <a:pt x="16380" y="21555"/>
                  <a:pt x="16275" y="21660"/>
                  <a:pt x="16146" y="21660"/>
                </a:cubicBezTo>
                <a:lnTo>
                  <a:pt x="15054" y="21660"/>
                </a:lnTo>
                <a:cubicBezTo>
                  <a:pt x="14925" y="21660"/>
                  <a:pt x="14820" y="21555"/>
                  <a:pt x="14820" y="21426"/>
                </a:cubicBezTo>
                <a:lnTo>
                  <a:pt x="14820" y="11754"/>
                </a:lnTo>
                <a:cubicBezTo>
                  <a:pt x="14820" y="11625"/>
                  <a:pt x="14925" y="11520"/>
                  <a:pt x="15054" y="115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图书馆·加锁</a:t>
            </a:r>
          </a:p>
        </p:txBody>
      </p:sp>
      <p:sp>
        <p:nvSpPr>
          <p:cNvPr id="22" name="KNOW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574" y="9180"/>
                </a:moveTo>
                <a:lnTo>
                  <a:pt x="4446" y="9180"/>
                </a:lnTo>
                <a:cubicBezTo>
                  <a:pt x="4575" y="9180"/>
                  <a:pt x="4680" y="9285"/>
                  <a:pt x="4680" y="9414"/>
                </a:cubicBezTo>
                <a:lnTo>
                  <a:pt x="4680" y="21426"/>
                </a:lnTo>
                <a:cubicBezTo>
                  <a:pt x="4680" y="21555"/>
                  <a:pt x="4575" y="21660"/>
                  <a:pt x="4446" y="21660"/>
                </a:cubicBezTo>
                <a:lnTo>
                  <a:pt x="2574" y="21660"/>
                </a:lnTo>
                <a:cubicBezTo>
                  <a:pt x="2445" y="21660"/>
                  <a:pt x="2340" y="21555"/>
                  <a:pt x="2340" y="21426"/>
                </a:cubicBezTo>
                <a:lnTo>
                  <a:pt x="2340" y="9414"/>
                </a:lnTo>
                <a:cubicBezTo>
                  <a:pt x="2340" y="9285"/>
                  <a:pt x="2445" y="9180"/>
                  <a:pt x="2574" y="9180"/>
                </a:cubicBezTo>
                <a:close/>
                <a:moveTo>
                  <a:pt x="5694" y="10740"/>
                </a:moveTo>
                <a:lnTo>
                  <a:pt x="7566" y="10740"/>
                </a:lnTo>
                <a:cubicBezTo>
                  <a:pt x="7695" y="10740"/>
                  <a:pt x="7800" y="10845"/>
                  <a:pt x="7800" y="10974"/>
                </a:cubicBezTo>
                <a:lnTo>
                  <a:pt x="7800" y="21426"/>
                </a:lnTo>
                <a:cubicBezTo>
                  <a:pt x="7800" y="21555"/>
                  <a:pt x="7695" y="21660"/>
                  <a:pt x="7566" y="21660"/>
                </a:cubicBezTo>
                <a:lnTo>
                  <a:pt x="5694" y="21660"/>
                </a:lnTo>
                <a:cubicBezTo>
                  <a:pt x="5565" y="21660"/>
                  <a:pt x="5460" y="21555"/>
                  <a:pt x="5460" y="2142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814" y="8400"/>
                </a:moveTo>
                <a:lnTo>
                  <a:pt x="10686" y="8400"/>
                </a:lnTo>
                <a:cubicBezTo>
                  <a:pt x="10815" y="8400"/>
                  <a:pt x="10920" y="8505"/>
                  <a:pt x="10920" y="8634"/>
                </a:cubicBezTo>
                <a:lnTo>
                  <a:pt x="10920" y="21426"/>
                </a:lnTo>
                <a:cubicBezTo>
                  <a:pt x="10920" y="21555"/>
                  <a:pt x="10815" y="21660"/>
                  <a:pt x="1068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8634"/>
                </a:lnTo>
                <a:cubicBezTo>
                  <a:pt x="8580" y="8505"/>
                  <a:pt x="8685" y="8400"/>
                  <a:pt x="8814" y="8400"/>
                </a:cubicBezTo>
                <a:close/>
                <a:moveTo>
                  <a:pt x="11934" y="9960"/>
                </a:moveTo>
                <a:lnTo>
                  <a:pt x="13806" y="9960"/>
                </a:lnTo>
                <a:cubicBezTo>
                  <a:pt x="13935" y="9960"/>
                  <a:pt x="14040" y="10065"/>
                  <a:pt x="14040" y="10194"/>
                </a:cubicBezTo>
                <a:lnTo>
                  <a:pt x="14040" y="21426"/>
                </a:lnTo>
                <a:cubicBezTo>
                  <a:pt x="14040" y="21555"/>
                  <a:pt x="13935" y="21660"/>
                  <a:pt x="13806" y="21660"/>
                </a:cubicBezTo>
                <a:lnTo>
                  <a:pt x="11934" y="21660"/>
                </a:lnTo>
                <a:cubicBezTo>
                  <a:pt x="11805" y="21660"/>
                  <a:pt x="11700" y="21555"/>
                  <a:pt x="11700" y="21426"/>
                </a:cubicBezTo>
                <a:lnTo>
                  <a:pt x="11700" y="10194"/>
                </a:lnTo>
                <a:cubicBezTo>
                  <a:pt x="11700" y="10065"/>
                  <a:pt x="11805" y="9960"/>
                  <a:pt x="11934" y="9960"/>
                </a:cubicBezTo>
                <a:close/>
                <a:moveTo>
                  <a:pt x="15054" y="11520"/>
                </a:moveTo>
                <a:lnTo>
                  <a:pt x="16146" y="11520"/>
                </a:lnTo>
                <a:cubicBezTo>
                  <a:pt x="16275" y="11520"/>
                  <a:pt x="16380" y="11625"/>
                  <a:pt x="16380" y="11754"/>
                </a:cubicBezTo>
                <a:lnTo>
                  <a:pt x="16380" y="21426"/>
                </a:lnTo>
                <a:cubicBezTo>
                  <a:pt x="16380" y="21555"/>
                  <a:pt x="16275" y="21660"/>
                  <a:pt x="16146" y="21660"/>
                </a:cubicBezTo>
                <a:lnTo>
                  <a:pt x="15054" y="21660"/>
                </a:lnTo>
                <a:cubicBezTo>
                  <a:pt x="14925" y="21660"/>
                  <a:pt x="14820" y="21555"/>
                  <a:pt x="14820" y="21426"/>
                </a:cubicBezTo>
                <a:lnTo>
                  <a:pt x="14820" y="11754"/>
                </a:lnTo>
                <a:cubicBezTo>
                  <a:pt x="14820" y="11625"/>
                  <a:pt x="14925" y="11520"/>
                  <a:pt x="15054" y="115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图书馆·洞察</a:t>
            </a:r>
          </a:p>
        </p:txBody>
      </p:sp>
      <p:sp>
        <p:nvSpPr>
          <p:cNvPr id="25" name="KNOW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574" y="9180"/>
                </a:moveTo>
                <a:lnTo>
                  <a:pt x="4446" y="9180"/>
                </a:lnTo>
                <a:cubicBezTo>
                  <a:pt x="4575" y="9180"/>
                  <a:pt x="4680" y="9285"/>
                  <a:pt x="4680" y="9414"/>
                </a:cubicBezTo>
                <a:lnTo>
                  <a:pt x="4680" y="21426"/>
                </a:lnTo>
                <a:cubicBezTo>
                  <a:pt x="4680" y="21555"/>
                  <a:pt x="4575" y="21660"/>
                  <a:pt x="4446" y="21660"/>
                </a:cubicBezTo>
                <a:lnTo>
                  <a:pt x="2574" y="21660"/>
                </a:lnTo>
                <a:cubicBezTo>
                  <a:pt x="2445" y="21660"/>
                  <a:pt x="2340" y="21555"/>
                  <a:pt x="2340" y="21426"/>
                </a:cubicBezTo>
                <a:lnTo>
                  <a:pt x="2340" y="9414"/>
                </a:lnTo>
                <a:cubicBezTo>
                  <a:pt x="2340" y="9285"/>
                  <a:pt x="2445" y="9180"/>
                  <a:pt x="2574" y="9180"/>
                </a:cubicBezTo>
                <a:close/>
                <a:moveTo>
                  <a:pt x="5694" y="10740"/>
                </a:moveTo>
                <a:lnTo>
                  <a:pt x="7566" y="10740"/>
                </a:lnTo>
                <a:cubicBezTo>
                  <a:pt x="7695" y="10740"/>
                  <a:pt x="7800" y="10845"/>
                  <a:pt x="7800" y="10974"/>
                </a:cubicBezTo>
                <a:lnTo>
                  <a:pt x="7800" y="21426"/>
                </a:lnTo>
                <a:cubicBezTo>
                  <a:pt x="7800" y="21555"/>
                  <a:pt x="7695" y="21660"/>
                  <a:pt x="7566" y="21660"/>
                </a:cubicBezTo>
                <a:lnTo>
                  <a:pt x="5694" y="21660"/>
                </a:lnTo>
                <a:cubicBezTo>
                  <a:pt x="5565" y="21660"/>
                  <a:pt x="5460" y="21555"/>
                  <a:pt x="5460" y="2142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814" y="8400"/>
                </a:moveTo>
                <a:lnTo>
                  <a:pt x="10686" y="8400"/>
                </a:lnTo>
                <a:cubicBezTo>
                  <a:pt x="10815" y="8400"/>
                  <a:pt x="10920" y="8505"/>
                  <a:pt x="10920" y="8634"/>
                </a:cubicBezTo>
                <a:lnTo>
                  <a:pt x="10920" y="21426"/>
                </a:lnTo>
                <a:cubicBezTo>
                  <a:pt x="10920" y="21555"/>
                  <a:pt x="10815" y="21660"/>
                  <a:pt x="1068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8634"/>
                </a:lnTo>
                <a:cubicBezTo>
                  <a:pt x="8580" y="8505"/>
                  <a:pt x="8685" y="8400"/>
                  <a:pt x="8814" y="8400"/>
                </a:cubicBezTo>
                <a:close/>
                <a:moveTo>
                  <a:pt x="11934" y="9960"/>
                </a:moveTo>
                <a:lnTo>
                  <a:pt x="13806" y="9960"/>
                </a:lnTo>
                <a:cubicBezTo>
                  <a:pt x="13935" y="9960"/>
                  <a:pt x="14040" y="10065"/>
                  <a:pt x="14040" y="10194"/>
                </a:cubicBezTo>
                <a:lnTo>
                  <a:pt x="14040" y="21426"/>
                </a:lnTo>
                <a:cubicBezTo>
                  <a:pt x="14040" y="21555"/>
                  <a:pt x="13935" y="21660"/>
                  <a:pt x="13806" y="21660"/>
                </a:cubicBezTo>
                <a:lnTo>
                  <a:pt x="11934" y="21660"/>
                </a:lnTo>
                <a:cubicBezTo>
                  <a:pt x="11805" y="21660"/>
                  <a:pt x="11700" y="21555"/>
                  <a:pt x="11700" y="21426"/>
                </a:cubicBezTo>
                <a:lnTo>
                  <a:pt x="11700" y="10194"/>
                </a:lnTo>
                <a:cubicBezTo>
                  <a:pt x="11700" y="10065"/>
                  <a:pt x="11805" y="9960"/>
                  <a:pt x="11934" y="9960"/>
                </a:cubicBezTo>
                <a:close/>
                <a:moveTo>
                  <a:pt x="15054" y="11520"/>
                </a:moveTo>
                <a:lnTo>
                  <a:pt x="16146" y="11520"/>
                </a:lnTo>
                <a:cubicBezTo>
                  <a:pt x="16275" y="11520"/>
                  <a:pt x="16380" y="11625"/>
                  <a:pt x="16380" y="11754"/>
                </a:cubicBezTo>
                <a:lnTo>
                  <a:pt x="16380" y="21426"/>
                </a:lnTo>
                <a:cubicBezTo>
                  <a:pt x="16380" y="21555"/>
                  <a:pt x="16275" y="21660"/>
                  <a:pt x="16146" y="21660"/>
                </a:cubicBezTo>
                <a:lnTo>
                  <a:pt x="15054" y="21660"/>
                </a:lnTo>
                <a:cubicBezTo>
                  <a:pt x="14925" y="21660"/>
                  <a:pt x="14820" y="21555"/>
                  <a:pt x="14820" y="21426"/>
                </a:cubicBezTo>
                <a:lnTo>
                  <a:pt x="14820" y="11754"/>
                </a:lnTo>
                <a:cubicBezTo>
                  <a:pt x="14820" y="11625"/>
                  <a:pt x="14925" y="11520"/>
                  <a:pt x="15054" y="115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图书馆·重点</a:t>
            </a:r>
          </a:p>
        </p:txBody>
      </p:sp>
      <p:sp>
        <p:nvSpPr>
          <p:cNvPr id="28" name="KNOW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00" y="4000"/>
                </a:moveTo>
                <a:lnTo>
                  <a:pt x="19400" y="4000"/>
                </a:lnTo>
                <a:cubicBezTo>
                  <a:pt x="19731" y="4000"/>
                  <a:pt x="20000" y="4269"/>
                  <a:pt x="20000" y="4600"/>
                </a:cubicBezTo>
                <a:lnTo>
                  <a:pt x="20000" y="20400"/>
                </a:lnTo>
                <a:cubicBezTo>
                  <a:pt x="20000" y="20731"/>
                  <a:pt x="19731" y="21000"/>
                  <a:pt x="19400" y="21000"/>
                </a:cubicBezTo>
                <a:lnTo>
                  <a:pt x="4600" y="21000"/>
                </a:lnTo>
                <a:cubicBezTo>
                  <a:pt x="4269" y="21000"/>
                  <a:pt x="4000" y="20731"/>
                  <a:pt x="4000" y="20400"/>
                </a:cubicBezTo>
                <a:lnTo>
                  <a:pt x="4000" y="4600"/>
                </a:lnTo>
                <a:cubicBezTo>
                  <a:pt x="4000" y="4269"/>
                  <a:pt x="4269" y="4000"/>
                  <a:pt x="4600" y="4000"/>
                </a:cubicBezTo>
                <a:close/>
                <a:moveTo>
                  <a:pt x="11000" y="4000"/>
                </a:moveTo>
                <a:lnTo>
                  <a:pt x="13000" y="4000"/>
                </a:lnTo>
                <a:lnTo>
                  <a:pt x="13000" y="21000"/>
                </a:lnTo>
                <a:lnTo>
                  <a:pt x="11000" y="21000"/>
                </a:lnTo>
                <a:close/>
                <a:moveTo>
                  <a:pt x="4300" y="4000"/>
                </a:moveTo>
                <a:lnTo>
                  <a:pt x="19700" y="4000"/>
                </a:lnTo>
                <a:cubicBezTo>
                  <a:pt x="19866" y="4000"/>
                  <a:pt x="20000" y="4134"/>
                  <a:pt x="20000" y="4300"/>
                </a:cubicBezTo>
                <a:lnTo>
                  <a:pt x="20000" y="4900"/>
                </a:lnTo>
                <a:cubicBezTo>
                  <a:pt x="20000" y="5066"/>
                  <a:pt x="19866" y="5200"/>
                  <a:pt x="19700" y="5200"/>
                </a:cubicBezTo>
                <a:lnTo>
                  <a:pt x="4300" y="5200"/>
                </a:lnTo>
                <a:cubicBezTo>
                  <a:pt x="4134" y="5200"/>
                  <a:pt x="4000" y="5066"/>
                  <a:pt x="4000" y="4900"/>
                </a:cubicBezTo>
                <a:lnTo>
                  <a:pt x="4000" y="4300"/>
                </a:lnTo>
                <a:cubicBezTo>
                  <a:pt x="4000" y="4134"/>
                  <a:pt x="4134" y="4000"/>
                  <a:pt x="4300" y="4000"/>
                </a:cubicBezTo>
                <a:close/>
                <a:moveTo>
                  <a:pt x="11500" y="8000"/>
                </a:moveTo>
                <a:lnTo>
                  <a:pt x="12500" y="8000"/>
                </a:lnTo>
                <a:lnTo>
                  <a:pt x="12500" y="20000"/>
                </a:lnTo>
                <a:lnTo>
                  <a:pt x="11500" y="20000"/>
                </a:lnTo>
                <a:close/>
                <a:moveTo>
                  <a:pt x="7300" y="9000"/>
                </a:moveTo>
                <a:lnTo>
                  <a:pt x="9700" y="9000"/>
                </a:lnTo>
                <a:cubicBezTo>
                  <a:pt x="9866" y="9000"/>
                  <a:pt x="10000" y="9134"/>
                  <a:pt x="10000" y="9300"/>
                </a:cubicBezTo>
                <a:lnTo>
                  <a:pt x="10000" y="9500"/>
                </a:lnTo>
                <a:cubicBezTo>
                  <a:pt x="10000" y="9666"/>
                  <a:pt x="9866" y="9800"/>
                  <a:pt x="9700" y="9800"/>
                </a:cubicBezTo>
                <a:lnTo>
                  <a:pt x="7300" y="9800"/>
                </a:lnTo>
                <a:cubicBezTo>
                  <a:pt x="7134" y="9800"/>
                  <a:pt x="7000" y="9666"/>
                  <a:pt x="7000" y="9500"/>
                </a:cubicBezTo>
                <a:lnTo>
                  <a:pt x="7000" y="9300"/>
                </a:lnTo>
                <a:cubicBezTo>
                  <a:pt x="7000" y="9134"/>
                  <a:pt x="7134" y="9000"/>
                  <a:pt x="7300" y="9000"/>
                </a:cubicBezTo>
                <a:close/>
                <a:moveTo>
                  <a:pt x="7300" y="11000"/>
                </a:moveTo>
                <a:lnTo>
                  <a:pt x="9700" y="11000"/>
                </a:lnTo>
                <a:cubicBezTo>
                  <a:pt x="9866" y="11000"/>
                  <a:pt x="10000" y="11134"/>
                  <a:pt x="10000" y="11300"/>
                </a:cubicBezTo>
                <a:lnTo>
                  <a:pt x="10000" y="11500"/>
                </a:lnTo>
                <a:cubicBezTo>
                  <a:pt x="10000" y="11666"/>
                  <a:pt x="9866" y="11800"/>
                  <a:pt x="9700" y="11800"/>
                </a:cubicBezTo>
                <a:lnTo>
                  <a:pt x="7300" y="11800"/>
                </a:lnTo>
                <a:cubicBezTo>
                  <a:pt x="7134" y="11800"/>
                  <a:pt x="7000" y="11666"/>
                  <a:pt x="7000" y="11500"/>
                </a:cubicBezTo>
                <a:lnTo>
                  <a:pt x="7000" y="11300"/>
                </a:lnTo>
                <a:cubicBezTo>
                  <a:pt x="7000" y="11134"/>
                  <a:pt x="7134" y="11000"/>
                  <a:pt x="7300" y="11000"/>
                </a:cubicBezTo>
                <a:close/>
                <a:moveTo>
                  <a:pt x="14300" y="9000"/>
                </a:moveTo>
                <a:lnTo>
                  <a:pt x="16700" y="9000"/>
                </a:lnTo>
                <a:cubicBezTo>
                  <a:pt x="16866" y="9000"/>
                  <a:pt x="17000" y="9134"/>
                  <a:pt x="17000" y="9300"/>
                </a:cubicBezTo>
                <a:lnTo>
                  <a:pt x="17000" y="9500"/>
                </a:lnTo>
                <a:cubicBezTo>
                  <a:pt x="17000" y="9666"/>
                  <a:pt x="16866" y="9800"/>
                  <a:pt x="16700" y="9800"/>
                </a:cubicBezTo>
                <a:lnTo>
                  <a:pt x="14300" y="9800"/>
                </a:lnTo>
                <a:cubicBezTo>
                  <a:pt x="14134" y="9800"/>
                  <a:pt x="14000" y="9666"/>
                  <a:pt x="14000" y="9500"/>
                </a:cubicBezTo>
                <a:lnTo>
                  <a:pt x="14000" y="9300"/>
                </a:lnTo>
                <a:cubicBezTo>
                  <a:pt x="14000" y="9134"/>
                  <a:pt x="14134" y="9000"/>
                  <a:pt x="14300" y="9000"/>
                </a:cubicBezTo>
                <a:close/>
                <a:moveTo>
                  <a:pt x="14300" y="11000"/>
                </a:moveTo>
                <a:lnTo>
                  <a:pt x="16700" y="11000"/>
                </a:lnTo>
                <a:cubicBezTo>
                  <a:pt x="16866" y="11000"/>
                  <a:pt x="17000" y="11134"/>
                  <a:pt x="17000" y="11300"/>
                </a:cubicBezTo>
                <a:lnTo>
                  <a:pt x="17000" y="11500"/>
                </a:lnTo>
                <a:cubicBezTo>
                  <a:pt x="17000" y="11666"/>
                  <a:pt x="16866" y="11800"/>
                  <a:pt x="16700" y="11800"/>
                </a:cubicBezTo>
                <a:lnTo>
                  <a:pt x="14300" y="11800"/>
                </a:lnTo>
                <a:cubicBezTo>
                  <a:pt x="14134" y="11800"/>
                  <a:pt x="14000" y="11666"/>
                  <a:pt x="14000" y="11500"/>
                </a:cubicBezTo>
                <a:lnTo>
                  <a:pt x="14000" y="11300"/>
                </a:lnTo>
                <a:cubicBezTo>
                  <a:pt x="14000" y="11134"/>
                  <a:pt x="14134" y="11000"/>
                  <a:pt x="14300" y="1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百科</a:t>
            </a:r>
          </a:p>
        </p:txBody>
      </p:sp>
      <p:sp>
        <p:nvSpPr>
          <p:cNvPr id="31" name="KNOW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390" y="8400"/>
                  <a:pt x="15600" y="8610"/>
                  <a:pt x="15600" y="8868"/>
                </a:cubicBezTo>
                <a:lnTo>
                  <a:pt x="15600" y="21192"/>
                </a:lnTo>
                <a:cubicBezTo>
                  <a:pt x="15600" y="21450"/>
                  <a:pt x="15390" y="21660"/>
                  <a:pt x="15132" y="21660"/>
                </a:cubicBezTo>
                <a:lnTo>
                  <a:pt x="3588" y="21660"/>
                </a:lnTo>
                <a:cubicBezTo>
                  <a:pt x="3330" y="21660"/>
                  <a:pt x="3120" y="21450"/>
                  <a:pt x="3120" y="21192"/>
                </a:cubicBezTo>
                <a:lnTo>
                  <a:pt x="3120" y="8868"/>
                </a:lnTo>
                <a:cubicBezTo>
                  <a:pt x="3120" y="8610"/>
                  <a:pt x="3330" y="8400"/>
                  <a:pt x="3588" y="8400"/>
                </a:cubicBezTo>
                <a:close/>
                <a:moveTo>
                  <a:pt x="8580" y="8400"/>
                </a:moveTo>
                <a:lnTo>
                  <a:pt x="10140" y="840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3354" y="8400"/>
                </a:moveTo>
                <a:lnTo>
                  <a:pt x="15366" y="8400"/>
                </a:lnTo>
                <a:cubicBezTo>
                  <a:pt x="15495" y="8400"/>
                  <a:pt x="15600" y="8505"/>
                  <a:pt x="15600" y="8634"/>
                </a:cubicBezTo>
                <a:lnTo>
                  <a:pt x="15600" y="9102"/>
                </a:lnTo>
                <a:cubicBezTo>
                  <a:pt x="15600" y="9231"/>
                  <a:pt x="15495" y="9336"/>
                  <a:pt x="15366" y="9336"/>
                </a:cubicBezTo>
                <a:lnTo>
                  <a:pt x="3354" y="9336"/>
                </a:lnTo>
                <a:cubicBezTo>
                  <a:pt x="3225" y="9336"/>
                  <a:pt x="3120" y="9231"/>
                  <a:pt x="3120" y="9102"/>
                </a:cubicBezTo>
                <a:lnTo>
                  <a:pt x="3120" y="8634"/>
                </a:lnTo>
                <a:cubicBezTo>
                  <a:pt x="3120" y="8505"/>
                  <a:pt x="3225" y="8400"/>
                  <a:pt x="3354" y="8400"/>
                </a:cubicBezTo>
                <a:close/>
                <a:moveTo>
                  <a:pt x="8970" y="11520"/>
                </a:moveTo>
                <a:lnTo>
                  <a:pt x="9750" y="11520"/>
                </a:lnTo>
                <a:lnTo>
                  <a:pt x="9750" y="20880"/>
                </a:lnTo>
                <a:lnTo>
                  <a:pt x="8970" y="20880"/>
                </a:lnTo>
                <a:close/>
                <a:moveTo>
                  <a:pt x="5694" y="12300"/>
                </a:moveTo>
                <a:lnTo>
                  <a:pt x="7566" y="12300"/>
                </a:lnTo>
                <a:cubicBezTo>
                  <a:pt x="7695" y="12300"/>
                  <a:pt x="7800" y="12405"/>
                  <a:pt x="7800" y="12534"/>
                </a:cubicBezTo>
                <a:lnTo>
                  <a:pt x="7800" y="12690"/>
                </a:lnTo>
                <a:cubicBezTo>
                  <a:pt x="7800" y="12819"/>
                  <a:pt x="7695" y="12924"/>
                  <a:pt x="7566" y="12924"/>
                </a:cubicBezTo>
                <a:lnTo>
                  <a:pt x="5694" y="12924"/>
                </a:lnTo>
                <a:cubicBezTo>
                  <a:pt x="5565" y="12924"/>
                  <a:pt x="5460" y="12819"/>
                  <a:pt x="5460" y="12690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3860"/>
                </a:moveTo>
                <a:lnTo>
                  <a:pt x="7566" y="13860"/>
                </a:lnTo>
                <a:cubicBezTo>
                  <a:pt x="7695" y="13860"/>
                  <a:pt x="7800" y="13965"/>
                  <a:pt x="7800" y="14094"/>
                </a:cubicBezTo>
                <a:lnTo>
                  <a:pt x="7800" y="14250"/>
                </a:lnTo>
                <a:cubicBezTo>
                  <a:pt x="7800" y="14379"/>
                  <a:pt x="7695" y="14484"/>
                  <a:pt x="7566" y="14484"/>
                </a:cubicBezTo>
                <a:lnTo>
                  <a:pt x="5694" y="14484"/>
                </a:lnTo>
                <a:cubicBezTo>
                  <a:pt x="5565" y="14484"/>
                  <a:pt x="5460" y="14379"/>
                  <a:pt x="5460" y="14250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1115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2690"/>
                </a:lnTo>
                <a:cubicBezTo>
                  <a:pt x="13260" y="12819"/>
                  <a:pt x="13155" y="12924"/>
                  <a:pt x="13026" y="12924"/>
                </a:cubicBezTo>
                <a:lnTo>
                  <a:pt x="11154" y="12924"/>
                </a:lnTo>
                <a:cubicBezTo>
                  <a:pt x="11025" y="12924"/>
                  <a:pt x="10920" y="12819"/>
                  <a:pt x="10920" y="12690"/>
                </a:cubicBezTo>
                <a:lnTo>
                  <a:pt x="10920" y="12534"/>
                </a:lnTo>
                <a:cubicBezTo>
                  <a:pt x="10920" y="12405"/>
                  <a:pt x="11025" y="12300"/>
                  <a:pt x="11154" y="12300"/>
                </a:cubicBezTo>
                <a:close/>
                <a:moveTo>
                  <a:pt x="1115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250"/>
                </a:lnTo>
                <a:cubicBezTo>
                  <a:pt x="13260" y="14379"/>
                  <a:pt x="13155" y="14484"/>
                  <a:pt x="13026" y="14484"/>
                </a:cubicBezTo>
                <a:lnTo>
                  <a:pt x="11154" y="14484"/>
                </a:lnTo>
                <a:cubicBezTo>
                  <a:pt x="11025" y="14484"/>
                  <a:pt x="10920" y="14379"/>
                  <a:pt x="10920" y="14250"/>
                </a:cubicBezTo>
                <a:lnTo>
                  <a:pt x="10920" y="14094"/>
                </a:lnTo>
                <a:cubicBezTo>
                  <a:pt x="10920" y="13965"/>
                  <a:pt x="11025" y="13860"/>
                  <a:pt x="11154" y="138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百科·新增</a:t>
            </a:r>
          </a:p>
        </p:txBody>
      </p:sp>
      <p:sp>
        <p:nvSpPr>
          <p:cNvPr id="34" name="KNOW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390" y="8400"/>
                  <a:pt x="15600" y="8610"/>
                  <a:pt x="15600" y="8868"/>
                </a:cubicBezTo>
                <a:lnTo>
                  <a:pt x="15600" y="21192"/>
                </a:lnTo>
                <a:cubicBezTo>
                  <a:pt x="15600" y="21450"/>
                  <a:pt x="15390" y="21660"/>
                  <a:pt x="15132" y="21660"/>
                </a:cubicBezTo>
                <a:lnTo>
                  <a:pt x="3588" y="21660"/>
                </a:lnTo>
                <a:cubicBezTo>
                  <a:pt x="3330" y="21660"/>
                  <a:pt x="3120" y="21450"/>
                  <a:pt x="3120" y="21192"/>
                </a:cubicBezTo>
                <a:lnTo>
                  <a:pt x="3120" y="8868"/>
                </a:lnTo>
                <a:cubicBezTo>
                  <a:pt x="3120" y="8610"/>
                  <a:pt x="3330" y="8400"/>
                  <a:pt x="3588" y="8400"/>
                </a:cubicBezTo>
                <a:close/>
                <a:moveTo>
                  <a:pt x="8580" y="8400"/>
                </a:moveTo>
                <a:lnTo>
                  <a:pt x="10140" y="840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3354" y="8400"/>
                </a:moveTo>
                <a:lnTo>
                  <a:pt x="15366" y="8400"/>
                </a:lnTo>
                <a:cubicBezTo>
                  <a:pt x="15495" y="8400"/>
                  <a:pt x="15600" y="8505"/>
                  <a:pt x="15600" y="8634"/>
                </a:cubicBezTo>
                <a:lnTo>
                  <a:pt x="15600" y="9102"/>
                </a:lnTo>
                <a:cubicBezTo>
                  <a:pt x="15600" y="9231"/>
                  <a:pt x="15495" y="9336"/>
                  <a:pt x="15366" y="9336"/>
                </a:cubicBezTo>
                <a:lnTo>
                  <a:pt x="3354" y="9336"/>
                </a:lnTo>
                <a:cubicBezTo>
                  <a:pt x="3225" y="9336"/>
                  <a:pt x="3120" y="9231"/>
                  <a:pt x="3120" y="9102"/>
                </a:cubicBezTo>
                <a:lnTo>
                  <a:pt x="3120" y="8634"/>
                </a:lnTo>
                <a:cubicBezTo>
                  <a:pt x="3120" y="8505"/>
                  <a:pt x="3225" y="8400"/>
                  <a:pt x="3354" y="8400"/>
                </a:cubicBezTo>
                <a:close/>
                <a:moveTo>
                  <a:pt x="8970" y="11520"/>
                </a:moveTo>
                <a:lnTo>
                  <a:pt x="9750" y="11520"/>
                </a:lnTo>
                <a:lnTo>
                  <a:pt x="9750" y="20880"/>
                </a:lnTo>
                <a:lnTo>
                  <a:pt x="8970" y="20880"/>
                </a:lnTo>
                <a:close/>
                <a:moveTo>
                  <a:pt x="5694" y="12300"/>
                </a:moveTo>
                <a:lnTo>
                  <a:pt x="7566" y="12300"/>
                </a:lnTo>
                <a:cubicBezTo>
                  <a:pt x="7695" y="12300"/>
                  <a:pt x="7800" y="12405"/>
                  <a:pt x="7800" y="12534"/>
                </a:cubicBezTo>
                <a:lnTo>
                  <a:pt x="7800" y="12690"/>
                </a:lnTo>
                <a:cubicBezTo>
                  <a:pt x="7800" y="12819"/>
                  <a:pt x="7695" y="12924"/>
                  <a:pt x="7566" y="12924"/>
                </a:cubicBezTo>
                <a:lnTo>
                  <a:pt x="5694" y="12924"/>
                </a:lnTo>
                <a:cubicBezTo>
                  <a:pt x="5565" y="12924"/>
                  <a:pt x="5460" y="12819"/>
                  <a:pt x="5460" y="12690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3860"/>
                </a:moveTo>
                <a:lnTo>
                  <a:pt x="7566" y="13860"/>
                </a:lnTo>
                <a:cubicBezTo>
                  <a:pt x="7695" y="13860"/>
                  <a:pt x="7800" y="13965"/>
                  <a:pt x="7800" y="14094"/>
                </a:cubicBezTo>
                <a:lnTo>
                  <a:pt x="7800" y="14250"/>
                </a:lnTo>
                <a:cubicBezTo>
                  <a:pt x="7800" y="14379"/>
                  <a:pt x="7695" y="14484"/>
                  <a:pt x="7566" y="14484"/>
                </a:cubicBezTo>
                <a:lnTo>
                  <a:pt x="5694" y="14484"/>
                </a:lnTo>
                <a:cubicBezTo>
                  <a:pt x="5565" y="14484"/>
                  <a:pt x="5460" y="14379"/>
                  <a:pt x="5460" y="14250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1115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2690"/>
                </a:lnTo>
                <a:cubicBezTo>
                  <a:pt x="13260" y="12819"/>
                  <a:pt x="13155" y="12924"/>
                  <a:pt x="13026" y="12924"/>
                </a:cubicBezTo>
                <a:lnTo>
                  <a:pt x="11154" y="12924"/>
                </a:lnTo>
                <a:cubicBezTo>
                  <a:pt x="11025" y="12924"/>
                  <a:pt x="10920" y="12819"/>
                  <a:pt x="10920" y="12690"/>
                </a:cubicBezTo>
                <a:lnTo>
                  <a:pt x="10920" y="12534"/>
                </a:lnTo>
                <a:cubicBezTo>
                  <a:pt x="10920" y="12405"/>
                  <a:pt x="11025" y="12300"/>
                  <a:pt x="11154" y="12300"/>
                </a:cubicBezTo>
                <a:close/>
                <a:moveTo>
                  <a:pt x="1115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250"/>
                </a:lnTo>
                <a:cubicBezTo>
                  <a:pt x="13260" y="14379"/>
                  <a:pt x="13155" y="14484"/>
                  <a:pt x="13026" y="14484"/>
                </a:cubicBezTo>
                <a:lnTo>
                  <a:pt x="11154" y="14484"/>
                </a:lnTo>
                <a:cubicBezTo>
                  <a:pt x="11025" y="14484"/>
                  <a:pt x="10920" y="14379"/>
                  <a:pt x="10920" y="14250"/>
                </a:cubicBezTo>
                <a:lnTo>
                  <a:pt x="10920" y="14094"/>
                </a:lnTo>
                <a:cubicBezTo>
                  <a:pt x="10920" y="13965"/>
                  <a:pt x="11025" y="13860"/>
                  <a:pt x="11154" y="138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百科·已验证</a:t>
            </a:r>
          </a:p>
        </p:txBody>
      </p:sp>
      <p:sp>
        <p:nvSpPr>
          <p:cNvPr id="37" name="KNOW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390" y="8400"/>
                  <a:pt x="15600" y="8610"/>
                  <a:pt x="15600" y="8868"/>
                </a:cubicBezTo>
                <a:lnTo>
                  <a:pt x="15600" y="21192"/>
                </a:lnTo>
                <a:cubicBezTo>
                  <a:pt x="15600" y="21450"/>
                  <a:pt x="15390" y="21660"/>
                  <a:pt x="15132" y="21660"/>
                </a:cubicBezTo>
                <a:lnTo>
                  <a:pt x="3588" y="21660"/>
                </a:lnTo>
                <a:cubicBezTo>
                  <a:pt x="3330" y="21660"/>
                  <a:pt x="3120" y="21450"/>
                  <a:pt x="3120" y="21192"/>
                </a:cubicBezTo>
                <a:lnTo>
                  <a:pt x="3120" y="8868"/>
                </a:lnTo>
                <a:cubicBezTo>
                  <a:pt x="3120" y="8610"/>
                  <a:pt x="3330" y="8400"/>
                  <a:pt x="3588" y="8400"/>
                </a:cubicBezTo>
                <a:close/>
                <a:moveTo>
                  <a:pt x="8580" y="8400"/>
                </a:moveTo>
                <a:lnTo>
                  <a:pt x="10140" y="840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3354" y="8400"/>
                </a:moveTo>
                <a:lnTo>
                  <a:pt x="15366" y="8400"/>
                </a:lnTo>
                <a:cubicBezTo>
                  <a:pt x="15495" y="8400"/>
                  <a:pt x="15600" y="8505"/>
                  <a:pt x="15600" y="8634"/>
                </a:cubicBezTo>
                <a:lnTo>
                  <a:pt x="15600" y="9102"/>
                </a:lnTo>
                <a:cubicBezTo>
                  <a:pt x="15600" y="9231"/>
                  <a:pt x="15495" y="9336"/>
                  <a:pt x="15366" y="9336"/>
                </a:cubicBezTo>
                <a:lnTo>
                  <a:pt x="3354" y="9336"/>
                </a:lnTo>
                <a:cubicBezTo>
                  <a:pt x="3225" y="9336"/>
                  <a:pt x="3120" y="9231"/>
                  <a:pt x="3120" y="9102"/>
                </a:cubicBezTo>
                <a:lnTo>
                  <a:pt x="3120" y="8634"/>
                </a:lnTo>
                <a:cubicBezTo>
                  <a:pt x="3120" y="8505"/>
                  <a:pt x="3225" y="8400"/>
                  <a:pt x="3354" y="8400"/>
                </a:cubicBezTo>
                <a:close/>
                <a:moveTo>
                  <a:pt x="8970" y="11520"/>
                </a:moveTo>
                <a:lnTo>
                  <a:pt x="9750" y="11520"/>
                </a:lnTo>
                <a:lnTo>
                  <a:pt x="9750" y="20880"/>
                </a:lnTo>
                <a:lnTo>
                  <a:pt x="8970" y="20880"/>
                </a:lnTo>
                <a:close/>
                <a:moveTo>
                  <a:pt x="5694" y="12300"/>
                </a:moveTo>
                <a:lnTo>
                  <a:pt x="7566" y="12300"/>
                </a:lnTo>
                <a:cubicBezTo>
                  <a:pt x="7695" y="12300"/>
                  <a:pt x="7800" y="12405"/>
                  <a:pt x="7800" y="12534"/>
                </a:cubicBezTo>
                <a:lnTo>
                  <a:pt x="7800" y="12690"/>
                </a:lnTo>
                <a:cubicBezTo>
                  <a:pt x="7800" y="12819"/>
                  <a:pt x="7695" y="12924"/>
                  <a:pt x="7566" y="12924"/>
                </a:cubicBezTo>
                <a:lnTo>
                  <a:pt x="5694" y="12924"/>
                </a:lnTo>
                <a:cubicBezTo>
                  <a:pt x="5565" y="12924"/>
                  <a:pt x="5460" y="12819"/>
                  <a:pt x="5460" y="12690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3860"/>
                </a:moveTo>
                <a:lnTo>
                  <a:pt x="7566" y="13860"/>
                </a:lnTo>
                <a:cubicBezTo>
                  <a:pt x="7695" y="13860"/>
                  <a:pt x="7800" y="13965"/>
                  <a:pt x="7800" y="14094"/>
                </a:cubicBezTo>
                <a:lnTo>
                  <a:pt x="7800" y="14250"/>
                </a:lnTo>
                <a:cubicBezTo>
                  <a:pt x="7800" y="14379"/>
                  <a:pt x="7695" y="14484"/>
                  <a:pt x="7566" y="14484"/>
                </a:cubicBezTo>
                <a:lnTo>
                  <a:pt x="5694" y="14484"/>
                </a:lnTo>
                <a:cubicBezTo>
                  <a:pt x="5565" y="14484"/>
                  <a:pt x="5460" y="14379"/>
                  <a:pt x="5460" y="14250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1115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2690"/>
                </a:lnTo>
                <a:cubicBezTo>
                  <a:pt x="13260" y="12819"/>
                  <a:pt x="13155" y="12924"/>
                  <a:pt x="13026" y="12924"/>
                </a:cubicBezTo>
                <a:lnTo>
                  <a:pt x="11154" y="12924"/>
                </a:lnTo>
                <a:cubicBezTo>
                  <a:pt x="11025" y="12924"/>
                  <a:pt x="10920" y="12819"/>
                  <a:pt x="10920" y="12690"/>
                </a:cubicBezTo>
                <a:lnTo>
                  <a:pt x="10920" y="12534"/>
                </a:lnTo>
                <a:cubicBezTo>
                  <a:pt x="10920" y="12405"/>
                  <a:pt x="11025" y="12300"/>
                  <a:pt x="11154" y="12300"/>
                </a:cubicBezTo>
                <a:close/>
                <a:moveTo>
                  <a:pt x="1115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250"/>
                </a:lnTo>
                <a:cubicBezTo>
                  <a:pt x="13260" y="14379"/>
                  <a:pt x="13155" y="14484"/>
                  <a:pt x="13026" y="14484"/>
                </a:cubicBezTo>
                <a:lnTo>
                  <a:pt x="11154" y="14484"/>
                </a:lnTo>
                <a:cubicBezTo>
                  <a:pt x="11025" y="14484"/>
                  <a:pt x="10920" y="14379"/>
                  <a:pt x="10920" y="14250"/>
                </a:cubicBezTo>
                <a:lnTo>
                  <a:pt x="10920" y="14094"/>
                </a:lnTo>
                <a:cubicBezTo>
                  <a:pt x="10920" y="13965"/>
                  <a:pt x="11025" y="13860"/>
                  <a:pt x="11154" y="1386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百科·加锁</a:t>
            </a:r>
          </a:p>
        </p:txBody>
      </p:sp>
      <p:sp>
        <p:nvSpPr>
          <p:cNvPr id="40" name="KNOW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390" y="8400"/>
                  <a:pt x="15600" y="8610"/>
                  <a:pt x="15600" y="8868"/>
                </a:cubicBezTo>
                <a:lnTo>
                  <a:pt x="15600" y="21192"/>
                </a:lnTo>
                <a:cubicBezTo>
                  <a:pt x="15600" y="21450"/>
                  <a:pt x="15390" y="21660"/>
                  <a:pt x="15132" y="21660"/>
                </a:cubicBezTo>
                <a:lnTo>
                  <a:pt x="3588" y="21660"/>
                </a:lnTo>
                <a:cubicBezTo>
                  <a:pt x="3330" y="21660"/>
                  <a:pt x="3120" y="21450"/>
                  <a:pt x="3120" y="21192"/>
                </a:cubicBezTo>
                <a:lnTo>
                  <a:pt x="3120" y="8868"/>
                </a:lnTo>
                <a:cubicBezTo>
                  <a:pt x="3120" y="8610"/>
                  <a:pt x="3330" y="8400"/>
                  <a:pt x="3588" y="8400"/>
                </a:cubicBezTo>
                <a:close/>
                <a:moveTo>
                  <a:pt x="8580" y="8400"/>
                </a:moveTo>
                <a:lnTo>
                  <a:pt x="10140" y="840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3354" y="8400"/>
                </a:moveTo>
                <a:lnTo>
                  <a:pt x="15366" y="8400"/>
                </a:lnTo>
                <a:cubicBezTo>
                  <a:pt x="15495" y="8400"/>
                  <a:pt x="15600" y="8505"/>
                  <a:pt x="15600" y="8634"/>
                </a:cubicBezTo>
                <a:lnTo>
                  <a:pt x="15600" y="9102"/>
                </a:lnTo>
                <a:cubicBezTo>
                  <a:pt x="15600" y="9231"/>
                  <a:pt x="15495" y="9336"/>
                  <a:pt x="15366" y="9336"/>
                </a:cubicBezTo>
                <a:lnTo>
                  <a:pt x="3354" y="9336"/>
                </a:lnTo>
                <a:cubicBezTo>
                  <a:pt x="3225" y="9336"/>
                  <a:pt x="3120" y="9231"/>
                  <a:pt x="3120" y="9102"/>
                </a:cubicBezTo>
                <a:lnTo>
                  <a:pt x="3120" y="8634"/>
                </a:lnTo>
                <a:cubicBezTo>
                  <a:pt x="3120" y="8505"/>
                  <a:pt x="3225" y="8400"/>
                  <a:pt x="3354" y="8400"/>
                </a:cubicBezTo>
                <a:close/>
                <a:moveTo>
                  <a:pt x="8970" y="11520"/>
                </a:moveTo>
                <a:lnTo>
                  <a:pt x="9750" y="11520"/>
                </a:lnTo>
                <a:lnTo>
                  <a:pt x="9750" y="20880"/>
                </a:lnTo>
                <a:lnTo>
                  <a:pt x="8970" y="20880"/>
                </a:lnTo>
                <a:close/>
                <a:moveTo>
                  <a:pt x="5694" y="12300"/>
                </a:moveTo>
                <a:lnTo>
                  <a:pt x="7566" y="12300"/>
                </a:lnTo>
                <a:cubicBezTo>
                  <a:pt x="7695" y="12300"/>
                  <a:pt x="7800" y="12405"/>
                  <a:pt x="7800" y="12534"/>
                </a:cubicBezTo>
                <a:lnTo>
                  <a:pt x="7800" y="12690"/>
                </a:lnTo>
                <a:cubicBezTo>
                  <a:pt x="7800" y="12819"/>
                  <a:pt x="7695" y="12924"/>
                  <a:pt x="7566" y="12924"/>
                </a:cubicBezTo>
                <a:lnTo>
                  <a:pt x="5694" y="12924"/>
                </a:lnTo>
                <a:cubicBezTo>
                  <a:pt x="5565" y="12924"/>
                  <a:pt x="5460" y="12819"/>
                  <a:pt x="5460" y="12690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3860"/>
                </a:moveTo>
                <a:lnTo>
                  <a:pt x="7566" y="13860"/>
                </a:lnTo>
                <a:cubicBezTo>
                  <a:pt x="7695" y="13860"/>
                  <a:pt x="7800" y="13965"/>
                  <a:pt x="7800" y="14094"/>
                </a:cubicBezTo>
                <a:lnTo>
                  <a:pt x="7800" y="14250"/>
                </a:lnTo>
                <a:cubicBezTo>
                  <a:pt x="7800" y="14379"/>
                  <a:pt x="7695" y="14484"/>
                  <a:pt x="7566" y="14484"/>
                </a:cubicBezTo>
                <a:lnTo>
                  <a:pt x="5694" y="14484"/>
                </a:lnTo>
                <a:cubicBezTo>
                  <a:pt x="5565" y="14484"/>
                  <a:pt x="5460" y="14379"/>
                  <a:pt x="5460" y="14250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1115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2690"/>
                </a:lnTo>
                <a:cubicBezTo>
                  <a:pt x="13260" y="12819"/>
                  <a:pt x="13155" y="12924"/>
                  <a:pt x="13026" y="12924"/>
                </a:cubicBezTo>
                <a:lnTo>
                  <a:pt x="11154" y="12924"/>
                </a:lnTo>
                <a:cubicBezTo>
                  <a:pt x="11025" y="12924"/>
                  <a:pt x="10920" y="12819"/>
                  <a:pt x="10920" y="12690"/>
                </a:cubicBezTo>
                <a:lnTo>
                  <a:pt x="10920" y="12534"/>
                </a:lnTo>
                <a:cubicBezTo>
                  <a:pt x="10920" y="12405"/>
                  <a:pt x="11025" y="12300"/>
                  <a:pt x="11154" y="12300"/>
                </a:cubicBezTo>
                <a:close/>
                <a:moveTo>
                  <a:pt x="1115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250"/>
                </a:lnTo>
                <a:cubicBezTo>
                  <a:pt x="13260" y="14379"/>
                  <a:pt x="13155" y="14484"/>
                  <a:pt x="13026" y="14484"/>
                </a:cubicBezTo>
                <a:lnTo>
                  <a:pt x="11154" y="14484"/>
                </a:lnTo>
                <a:cubicBezTo>
                  <a:pt x="11025" y="14484"/>
                  <a:pt x="10920" y="14379"/>
                  <a:pt x="10920" y="14250"/>
                </a:cubicBezTo>
                <a:lnTo>
                  <a:pt x="10920" y="14094"/>
                </a:lnTo>
                <a:cubicBezTo>
                  <a:pt x="10920" y="13965"/>
                  <a:pt x="11025" y="13860"/>
                  <a:pt x="11154" y="138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百科·洞察</a:t>
            </a:r>
          </a:p>
        </p:txBody>
      </p:sp>
      <p:sp>
        <p:nvSpPr>
          <p:cNvPr id="43" name="KNOW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88" y="8400"/>
                </a:moveTo>
                <a:lnTo>
                  <a:pt x="15132" y="8400"/>
                </a:lnTo>
                <a:cubicBezTo>
                  <a:pt x="15390" y="8400"/>
                  <a:pt x="15600" y="8610"/>
                  <a:pt x="15600" y="8868"/>
                </a:cubicBezTo>
                <a:lnTo>
                  <a:pt x="15600" y="21192"/>
                </a:lnTo>
                <a:cubicBezTo>
                  <a:pt x="15600" y="21450"/>
                  <a:pt x="15390" y="21660"/>
                  <a:pt x="15132" y="21660"/>
                </a:cubicBezTo>
                <a:lnTo>
                  <a:pt x="3588" y="21660"/>
                </a:lnTo>
                <a:cubicBezTo>
                  <a:pt x="3330" y="21660"/>
                  <a:pt x="3120" y="21450"/>
                  <a:pt x="3120" y="21192"/>
                </a:cubicBezTo>
                <a:lnTo>
                  <a:pt x="3120" y="8868"/>
                </a:lnTo>
                <a:cubicBezTo>
                  <a:pt x="3120" y="8610"/>
                  <a:pt x="3330" y="8400"/>
                  <a:pt x="3588" y="8400"/>
                </a:cubicBezTo>
                <a:close/>
                <a:moveTo>
                  <a:pt x="8580" y="8400"/>
                </a:moveTo>
                <a:lnTo>
                  <a:pt x="10140" y="840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3354" y="8400"/>
                </a:moveTo>
                <a:lnTo>
                  <a:pt x="15366" y="8400"/>
                </a:lnTo>
                <a:cubicBezTo>
                  <a:pt x="15495" y="8400"/>
                  <a:pt x="15600" y="8505"/>
                  <a:pt x="15600" y="8634"/>
                </a:cubicBezTo>
                <a:lnTo>
                  <a:pt x="15600" y="9102"/>
                </a:lnTo>
                <a:cubicBezTo>
                  <a:pt x="15600" y="9231"/>
                  <a:pt x="15495" y="9336"/>
                  <a:pt x="15366" y="9336"/>
                </a:cubicBezTo>
                <a:lnTo>
                  <a:pt x="3354" y="9336"/>
                </a:lnTo>
                <a:cubicBezTo>
                  <a:pt x="3225" y="9336"/>
                  <a:pt x="3120" y="9231"/>
                  <a:pt x="3120" y="9102"/>
                </a:cubicBezTo>
                <a:lnTo>
                  <a:pt x="3120" y="8634"/>
                </a:lnTo>
                <a:cubicBezTo>
                  <a:pt x="3120" y="8505"/>
                  <a:pt x="3225" y="8400"/>
                  <a:pt x="3354" y="8400"/>
                </a:cubicBezTo>
                <a:close/>
                <a:moveTo>
                  <a:pt x="8970" y="11520"/>
                </a:moveTo>
                <a:lnTo>
                  <a:pt x="9750" y="11520"/>
                </a:lnTo>
                <a:lnTo>
                  <a:pt x="9750" y="20880"/>
                </a:lnTo>
                <a:lnTo>
                  <a:pt x="8970" y="20880"/>
                </a:lnTo>
                <a:close/>
                <a:moveTo>
                  <a:pt x="5694" y="12300"/>
                </a:moveTo>
                <a:lnTo>
                  <a:pt x="7566" y="12300"/>
                </a:lnTo>
                <a:cubicBezTo>
                  <a:pt x="7695" y="12300"/>
                  <a:pt x="7800" y="12405"/>
                  <a:pt x="7800" y="12534"/>
                </a:cubicBezTo>
                <a:lnTo>
                  <a:pt x="7800" y="12690"/>
                </a:lnTo>
                <a:cubicBezTo>
                  <a:pt x="7800" y="12819"/>
                  <a:pt x="7695" y="12924"/>
                  <a:pt x="7566" y="12924"/>
                </a:cubicBezTo>
                <a:lnTo>
                  <a:pt x="5694" y="12924"/>
                </a:lnTo>
                <a:cubicBezTo>
                  <a:pt x="5565" y="12924"/>
                  <a:pt x="5460" y="12819"/>
                  <a:pt x="5460" y="12690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3860"/>
                </a:moveTo>
                <a:lnTo>
                  <a:pt x="7566" y="13860"/>
                </a:lnTo>
                <a:cubicBezTo>
                  <a:pt x="7695" y="13860"/>
                  <a:pt x="7800" y="13965"/>
                  <a:pt x="7800" y="14094"/>
                </a:cubicBezTo>
                <a:lnTo>
                  <a:pt x="7800" y="14250"/>
                </a:lnTo>
                <a:cubicBezTo>
                  <a:pt x="7800" y="14379"/>
                  <a:pt x="7695" y="14484"/>
                  <a:pt x="7566" y="14484"/>
                </a:cubicBezTo>
                <a:lnTo>
                  <a:pt x="5694" y="14484"/>
                </a:lnTo>
                <a:cubicBezTo>
                  <a:pt x="5565" y="14484"/>
                  <a:pt x="5460" y="14379"/>
                  <a:pt x="5460" y="14250"/>
                </a:cubicBezTo>
                <a:lnTo>
                  <a:pt x="5460" y="14094"/>
                </a:lnTo>
                <a:cubicBezTo>
                  <a:pt x="5460" y="13965"/>
                  <a:pt x="5565" y="13860"/>
                  <a:pt x="5694" y="13860"/>
                </a:cubicBezTo>
                <a:close/>
                <a:moveTo>
                  <a:pt x="11154" y="12300"/>
                </a:moveTo>
                <a:lnTo>
                  <a:pt x="13026" y="12300"/>
                </a:lnTo>
                <a:cubicBezTo>
                  <a:pt x="13155" y="12300"/>
                  <a:pt x="13260" y="12405"/>
                  <a:pt x="13260" y="12534"/>
                </a:cubicBezTo>
                <a:lnTo>
                  <a:pt x="13260" y="12690"/>
                </a:lnTo>
                <a:cubicBezTo>
                  <a:pt x="13260" y="12819"/>
                  <a:pt x="13155" y="12924"/>
                  <a:pt x="13026" y="12924"/>
                </a:cubicBezTo>
                <a:lnTo>
                  <a:pt x="11154" y="12924"/>
                </a:lnTo>
                <a:cubicBezTo>
                  <a:pt x="11025" y="12924"/>
                  <a:pt x="10920" y="12819"/>
                  <a:pt x="10920" y="12690"/>
                </a:cubicBezTo>
                <a:lnTo>
                  <a:pt x="10920" y="12534"/>
                </a:lnTo>
                <a:cubicBezTo>
                  <a:pt x="10920" y="12405"/>
                  <a:pt x="11025" y="12300"/>
                  <a:pt x="11154" y="12300"/>
                </a:cubicBezTo>
                <a:close/>
                <a:moveTo>
                  <a:pt x="11154" y="13860"/>
                </a:moveTo>
                <a:lnTo>
                  <a:pt x="13026" y="13860"/>
                </a:lnTo>
                <a:cubicBezTo>
                  <a:pt x="13155" y="13860"/>
                  <a:pt x="13260" y="13965"/>
                  <a:pt x="13260" y="14094"/>
                </a:cubicBezTo>
                <a:lnTo>
                  <a:pt x="13260" y="14250"/>
                </a:lnTo>
                <a:cubicBezTo>
                  <a:pt x="13260" y="14379"/>
                  <a:pt x="13155" y="14484"/>
                  <a:pt x="13026" y="14484"/>
                </a:cubicBezTo>
                <a:lnTo>
                  <a:pt x="11154" y="14484"/>
                </a:lnTo>
                <a:cubicBezTo>
                  <a:pt x="11025" y="14484"/>
                  <a:pt x="10920" y="14379"/>
                  <a:pt x="10920" y="14250"/>
                </a:cubicBezTo>
                <a:lnTo>
                  <a:pt x="10920" y="14094"/>
                </a:lnTo>
                <a:cubicBezTo>
                  <a:pt x="10920" y="13965"/>
                  <a:pt x="11025" y="13860"/>
                  <a:pt x="11154" y="1386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百科·重点</a:t>
            </a:r>
          </a:p>
        </p:txBody>
      </p:sp>
      <p:sp>
        <p:nvSpPr>
          <p:cNvPr id="46" name="KNOW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4000"/>
                </a:moveTo>
                <a:lnTo>
                  <a:pt x="20000" y="4000"/>
                </a:lnTo>
                <a:cubicBezTo>
                  <a:pt x="20552" y="4000"/>
                  <a:pt x="21000" y="4448"/>
                  <a:pt x="21000" y="5000"/>
                </a:cubicBezTo>
                <a:lnTo>
                  <a:pt x="21000" y="17000"/>
                </a:lnTo>
                <a:cubicBezTo>
                  <a:pt x="21000" y="17552"/>
                  <a:pt x="20552" y="18000"/>
                  <a:pt x="20000" y="18000"/>
                </a:cubicBezTo>
                <a:lnTo>
                  <a:pt x="4000" y="18000"/>
                </a:lnTo>
                <a:cubicBezTo>
                  <a:pt x="3448" y="18000"/>
                  <a:pt x="3000" y="17552"/>
                  <a:pt x="3000" y="17000"/>
                </a:cubicBezTo>
                <a:lnTo>
                  <a:pt x="3000" y="5000"/>
                </a:lnTo>
                <a:cubicBezTo>
                  <a:pt x="3000" y="4448"/>
                  <a:pt x="3448" y="4000"/>
                  <a:pt x="4000" y="4000"/>
                </a:cubicBezTo>
                <a:close/>
                <a:moveTo>
                  <a:pt x="6000" y="7000"/>
                </a:moveTo>
                <a:lnTo>
                  <a:pt x="11000" y="7000"/>
                </a:lnTo>
                <a:lnTo>
                  <a:pt x="11000" y="8400"/>
                </a:lnTo>
                <a:lnTo>
                  <a:pt x="6000" y="8400"/>
                </a:lnTo>
                <a:close/>
                <a:moveTo>
                  <a:pt x="6000" y="11000"/>
                </a:moveTo>
                <a:lnTo>
                  <a:pt x="14000" y="11000"/>
                </a:lnTo>
                <a:lnTo>
                  <a:pt x="14000" y="12400"/>
                </a:lnTo>
                <a:lnTo>
                  <a:pt x="6000" y="12400"/>
                </a:lnTo>
                <a:close/>
                <a:moveTo>
                  <a:pt x="6000" y="14000"/>
                </a:moveTo>
                <a:lnTo>
                  <a:pt x="12000" y="14000"/>
                </a:lnTo>
                <a:lnTo>
                  <a:pt x="12000" y="15400"/>
                </a:lnTo>
                <a:lnTo>
                  <a:pt x="6000" y="15400"/>
                </a:lnTo>
                <a:close/>
                <a:moveTo>
                  <a:pt x="11600" y="18000"/>
                </a:moveTo>
                <a:lnTo>
                  <a:pt x="14400" y="18000"/>
                </a:lnTo>
                <a:cubicBezTo>
                  <a:pt x="14731" y="18000"/>
                  <a:pt x="15000" y="18269"/>
                  <a:pt x="15000" y="18600"/>
                </a:cubicBezTo>
                <a:lnTo>
                  <a:pt x="15000" y="21400"/>
                </a:lnTo>
                <a:cubicBezTo>
                  <a:pt x="15000" y="21731"/>
                  <a:pt x="14731" y="22000"/>
                  <a:pt x="14400" y="22000"/>
                </a:cubicBezTo>
                <a:lnTo>
                  <a:pt x="11600" y="22000"/>
                </a:lnTo>
                <a:cubicBezTo>
                  <a:pt x="11269" y="22000"/>
                  <a:pt x="11000" y="21731"/>
                  <a:pt x="11000" y="21400"/>
                </a:cubicBezTo>
                <a:lnTo>
                  <a:pt x="11000" y="18600"/>
                </a:lnTo>
                <a:cubicBezTo>
                  <a:pt x="11000" y="18269"/>
                  <a:pt x="11269" y="18000"/>
                  <a:pt x="11600" y="18000"/>
                </a:cubicBezTo>
                <a:close/>
                <a:moveTo>
                  <a:pt x="2300" y="21000"/>
                </a:moveTo>
                <a:lnTo>
                  <a:pt x="21700" y="21000"/>
                </a:lnTo>
                <a:cubicBezTo>
                  <a:pt x="21866" y="21000"/>
                  <a:pt x="22000" y="21134"/>
                  <a:pt x="22000" y="213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1300"/>
                </a:lnTo>
                <a:cubicBezTo>
                  <a:pt x="2000" y="21134"/>
                  <a:pt x="2134" y="21000"/>
                  <a:pt x="2300" y="21000"/>
                </a:cubicBezTo>
                <a:close/>
                <a:moveTo>
                  <a:pt x="18000" y="7000"/>
                </a:moveTo>
                <a:lnTo>
                  <a:pt x="18000" y="11000"/>
                </a:lnTo>
                <a:moveTo>
                  <a:pt x="17600" y="7000"/>
                </a:moveTo>
                <a:lnTo>
                  <a:pt x="17600" y="11000"/>
                </a:lnTo>
                <a:lnTo>
                  <a:pt x="18400" y="11000"/>
                </a:lnTo>
                <a:lnTo>
                  <a:pt x="18400" y="7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常见问答</a:t>
            </a:r>
          </a:p>
        </p:txBody>
      </p:sp>
      <p:sp>
        <p:nvSpPr>
          <p:cNvPr id="49" name="KNOW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680" y="10740"/>
                </a:moveTo>
                <a:lnTo>
                  <a:pt x="8580" y="10740"/>
                </a:lnTo>
                <a:lnTo>
                  <a:pt x="8580" y="11832"/>
                </a:lnTo>
                <a:lnTo>
                  <a:pt x="4680" y="11832"/>
                </a:lnTo>
                <a:close/>
                <a:moveTo>
                  <a:pt x="4680" y="13860"/>
                </a:moveTo>
                <a:lnTo>
                  <a:pt x="10920" y="13860"/>
                </a:lnTo>
                <a:lnTo>
                  <a:pt x="10920" y="14952"/>
                </a:lnTo>
                <a:lnTo>
                  <a:pt x="4680" y="14952"/>
                </a:lnTo>
                <a:close/>
                <a:moveTo>
                  <a:pt x="4680" y="16200"/>
                </a:moveTo>
                <a:lnTo>
                  <a:pt x="9360" y="16200"/>
                </a:lnTo>
                <a:lnTo>
                  <a:pt x="9360" y="17292"/>
                </a:lnTo>
                <a:lnTo>
                  <a:pt x="4680" y="17292"/>
                </a:lnTo>
                <a:close/>
                <a:moveTo>
                  <a:pt x="9048" y="19320"/>
                </a:moveTo>
                <a:lnTo>
                  <a:pt x="11232" y="19320"/>
                </a:lnTo>
                <a:cubicBezTo>
                  <a:pt x="11490" y="19320"/>
                  <a:pt x="11700" y="19530"/>
                  <a:pt x="11700" y="19788"/>
                </a:cubicBezTo>
                <a:lnTo>
                  <a:pt x="11700" y="21972"/>
                </a:lnTo>
                <a:cubicBezTo>
                  <a:pt x="11700" y="22230"/>
                  <a:pt x="11490" y="22440"/>
                  <a:pt x="11232" y="22440"/>
                </a:cubicBezTo>
                <a:lnTo>
                  <a:pt x="9048" y="22440"/>
                </a:lnTo>
                <a:cubicBezTo>
                  <a:pt x="8790" y="22440"/>
                  <a:pt x="8580" y="22230"/>
                  <a:pt x="8580" y="21972"/>
                </a:cubicBezTo>
                <a:lnTo>
                  <a:pt x="8580" y="19788"/>
                </a:lnTo>
                <a:cubicBezTo>
                  <a:pt x="8580" y="19530"/>
                  <a:pt x="8790" y="19320"/>
                  <a:pt x="9048" y="193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4040" y="10740"/>
                </a:moveTo>
                <a:lnTo>
                  <a:pt x="14040" y="13860"/>
                </a:lnTo>
                <a:moveTo>
                  <a:pt x="13728" y="10740"/>
                </a:moveTo>
                <a:lnTo>
                  <a:pt x="13728" y="13860"/>
                </a:lnTo>
                <a:lnTo>
                  <a:pt x="14352" y="13860"/>
                </a:lnTo>
                <a:lnTo>
                  <a:pt x="14352" y="1074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常见问答·新增</a:t>
            </a:r>
          </a:p>
        </p:txBody>
      </p:sp>
      <p:sp>
        <p:nvSpPr>
          <p:cNvPr id="52" name="KNOW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680" y="10740"/>
                </a:moveTo>
                <a:lnTo>
                  <a:pt x="8580" y="10740"/>
                </a:lnTo>
                <a:lnTo>
                  <a:pt x="8580" y="11832"/>
                </a:lnTo>
                <a:lnTo>
                  <a:pt x="4680" y="11832"/>
                </a:lnTo>
                <a:close/>
                <a:moveTo>
                  <a:pt x="4680" y="13860"/>
                </a:moveTo>
                <a:lnTo>
                  <a:pt x="10920" y="13860"/>
                </a:lnTo>
                <a:lnTo>
                  <a:pt x="10920" y="14952"/>
                </a:lnTo>
                <a:lnTo>
                  <a:pt x="4680" y="14952"/>
                </a:lnTo>
                <a:close/>
                <a:moveTo>
                  <a:pt x="4680" y="16200"/>
                </a:moveTo>
                <a:lnTo>
                  <a:pt x="9360" y="16200"/>
                </a:lnTo>
                <a:lnTo>
                  <a:pt x="9360" y="17292"/>
                </a:lnTo>
                <a:lnTo>
                  <a:pt x="4680" y="17292"/>
                </a:lnTo>
                <a:close/>
                <a:moveTo>
                  <a:pt x="9048" y="19320"/>
                </a:moveTo>
                <a:lnTo>
                  <a:pt x="11232" y="19320"/>
                </a:lnTo>
                <a:cubicBezTo>
                  <a:pt x="11490" y="19320"/>
                  <a:pt x="11700" y="19530"/>
                  <a:pt x="11700" y="19788"/>
                </a:cubicBezTo>
                <a:lnTo>
                  <a:pt x="11700" y="21972"/>
                </a:lnTo>
                <a:cubicBezTo>
                  <a:pt x="11700" y="22230"/>
                  <a:pt x="11490" y="22440"/>
                  <a:pt x="11232" y="22440"/>
                </a:cubicBezTo>
                <a:lnTo>
                  <a:pt x="9048" y="22440"/>
                </a:lnTo>
                <a:cubicBezTo>
                  <a:pt x="8790" y="22440"/>
                  <a:pt x="8580" y="22230"/>
                  <a:pt x="8580" y="21972"/>
                </a:cubicBezTo>
                <a:lnTo>
                  <a:pt x="8580" y="19788"/>
                </a:lnTo>
                <a:cubicBezTo>
                  <a:pt x="8580" y="19530"/>
                  <a:pt x="8790" y="19320"/>
                  <a:pt x="9048" y="193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4040" y="10740"/>
                </a:moveTo>
                <a:lnTo>
                  <a:pt x="14040" y="13860"/>
                </a:lnTo>
                <a:moveTo>
                  <a:pt x="13728" y="10740"/>
                </a:moveTo>
                <a:lnTo>
                  <a:pt x="13728" y="13860"/>
                </a:lnTo>
                <a:lnTo>
                  <a:pt x="14352" y="13860"/>
                </a:lnTo>
                <a:lnTo>
                  <a:pt x="14352" y="1074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常见问答·已验证</a:t>
            </a:r>
          </a:p>
        </p:txBody>
      </p:sp>
      <p:sp>
        <p:nvSpPr>
          <p:cNvPr id="55" name="KNOW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680" y="10740"/>
                </a:moveTo>
                <a:lnTo>
                  <a:pt x="8580" y="10740"/>
                </a:lnTo>
                <a:lnTo>
                  <a:pt x="8580" y="11832"/>
                </a:lnTo>
                <a:lnTo>
                  <a:pt x="4680" y="11832"/>
                </a:lnTo>
                <a:close/>
                <a:moveTo>
                  <a:pt x="4680" y="13860"/>
                </a:moveTo>
                <a:lnTo>
                  <a:pt x="10920" y="13860"/>
                </a:lnTo>
                <a:lnTo>
                  <a:pt x="10920" y="14952"/>
                </a:lnTo>
                <a:lnTo>
                  <a:pt x="4680" y="14952"/>
                </a:lnTo>
                <a:close/>
                <a:moveTo>
                  <a:pt x="4680" y="16200"/>
                </a:moveTo>
                <a:lnTo>
                  <a:pt x="9360" y="16200"/>
                </a:lnTo>
                <a:lnTo>
                  <a:pt x="9360" y="17292"/>
                </a:lnTo>
                <a:lnTo>
                  <a:pt x="4680" y="17292"/>
                </a:lnTo>
                <a:close/>
                <a:moveTo>
                  <a:pt x="9048" y="19320"/>
                </a:moveTo>
                <a:lnTo>
                  <a:pt x="11232" y="19320"/>
                </a:lnTo>
                <a:cubicBezTo>
                  <a:pt x="11490" y="19320"/>
                  <a:pt x="11700" y="19530"/>
                  <a:pt x="11700" y="19788"/>
                </a:cubicBezTo>
                <a:lnTo>
                  <a:pt x="11700" y="21972"/>
                </a:lnTo>
                <a:cubicBezTo>
                  <a:pt x="11700" y="22230"/>
                  <a:pt x="11490" y="22440"/>
                  <a:pt x="11232" y="22440"/>
                </a:cubicBezTo>
                <a:lnTo>
                  <a:pt x="9048" y="22440"/>
                </a:lnTo>
                <a:cubicBezTo>
                  <a:pt x="8790" y="22440"/>
                  <a:pt x="8580" y="22230"/>
                  <a:pt x="8580" y="21972"/>
                </a:cubicBezTo>
                <a:lnTo>
                  <a:pt x="8580" y="19788"/>
                </a:lnTo>
                <a:cubicBezTo>
                  <a:pt x="8580" y="19530"/>
                  <a:pt x="8790" y="19320"/>
                  <a:pt x="9048" y="193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4040" y="10740"/>
                </a:moveTo>
                <a:lnTo>
                  <a:pt x="14040" y="13860"/>
                </a:lnTo>
                <a:moveTo>
                  <a:pt x="13728" y="10740"/>
                </a:moveTo>
                <a:lnTo>
                  <a:pt x="13728" y="13860"/>
                </a:lnTo>
                <a:lnTo>
                  <a:pt x="14352" y="13860"/>
                </a:lnTo>
                <a:lnTo>
                  <a:pt x="14352" y="1074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常见问答·加锁</a:t>
            </a:r>
          </a:p>
        </p:txBody>
      </p:sp>
      <p:sp>
        <p:nvSpPr>
          <p:cNvPr id="58" name="KNOW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680" y="10740"/>
                </a:moveTo>
                <a:lnTo>
                  <a:pt x="8580" y="10740"/>
                </a:lnTo>
                <a:lnTo>
                  <a:pt x="8580" y="11832"/>
                </a:lnTo>
                <a:lnTo>
                  <a:pt x="4680" y="11832"/>
                </a:lnTo>
                <a:close/>
                <a:moveTo>
                  <a:pt x="4680" y="13860"/>
                </a:moveTo>
                <a:lnTo>
                  <a:pt x="10920" y="13860"/>
                </a:lnTo>
                <a:lnTo>
                  <a:pt x="10920" y="14952"/>
                </a:lnTo>
                <a:lnTo>
                  <a:pt x="4680" y="14952"/>
                </a:lnTo>
                <a:close/>
                <a:moveTo>
                  <a:pt x="4680" y="16200"/>
                </a:moveTo>
                <a:lnTo>
                  <a:pt x="9360" y="16200"/>
                </a:lnTo>
                <a:lnTo>
                  <a:pt x="9360" y="17292"/>
                </a:lnTo>
                <a:lnTo>
                  <a:pt x="4680" y="17292"/>
                </a:lnTo>
                <a:close/>
                <a:moveTo>
                  <a:pt x="9048" y="19320"/>
                </a:moveTo>
                <a:lnTo>
                  <a:pt x="11232" y="19320"/>
                </a:lnTo>
                <a:cubicBezTo>
                  <a:pt x="11490" y="19320"/>
                  <a:pt x="11700" y="19530"/>
                  <a:pt x="11700" y="19788"/>
                </a:cubicBezTo>
                <a:lnTo>
                  <a:pt x="11700" y="21972"/>
                </a:lnTo>
                <a:cubicBezTo>
                  <a:pt x="11700" y="22230"/>
                  <a:pt x="11490" y="22440"/>
                  <a:pt x="11232" y="22440"/>
                </a:cubicBezTo>
                <a:lnTo>
                  <a:pt x="9048" y="22440"/>
                </a:lnTo>
                <a:cubicBezTo>
                  <a:pt x="8790" y="22440"/>
                  <a:pt x="8580" y="22230"/>
                  <a:pt x="8580" y="21972"/>
                </a:cubicBezTo>
                <a:lnTo>
                  <a:pt x="8580" y="19788"/>
                </a:lnTo>
                <a:cubicBezTo>
                  <a:pt x="8580" y="19530"/>
                  <a:pt x="8790" y="19320"/>
                  <a:pt x="9048" y="193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4040" y="10740"/>
                </a:moveTo>
                <a:lnTo>
                  <a:pt x="14040" y="13860"/>
                </a:lnTo>
                <a:moveTo>
                  <a:pt x="13728" y="10740"/>
                </a:moveTo>
                <a:lnTo>
                  <a:pt x="13728" y="13860"/>
                </a:lnTo>
                <a:lnTo>
                  <a:pt x="14352" y="13860"/>
                </a:lnTo>
                <a:lnTo>
                  <a:pt x="14352" y="1074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常见问答·洞察</a:t>
            </a:r>
          </a:p>
        </p:txBody>
      </p:sp>
      <p:sp>
        <p:nvSpPr>
          <p:cNvPr id="61" name="KNOW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680" y="10740"/>
                </a:moveTo>
                <a:lnTo>
                  <a:pt x="8580" y="10740"/>
                </a:lnTo>
                <a:lnTo>
                  <a:pt x="8580" y="11832"/>
                </a:lnTo>
                <a:lnTo>
                  <a:pt x="4680" y="11832"/>
                </a:lnTo>
                <a:close/>
                <a:moveTo>
                  <a:pt x="4680" y="13860"/>
                </a:moveTo>
                <a:lnTo>
                  <a:pt x="10920" y="13860"/>
                </a:lnTo>
                <a:lnTo>
                  <a:pt x="10920" y="14952"/>
                </a:lnTo>
                <a:lnTo>
                  <a:pt x="4680" y="14952"/>
                </a:lnTo>
                <a:close/>
                <a:moveTo>
                  <a:pt x="4680" y="16200"/>
                </a:moveTo>
                <a:lnTo>
                  <a:pt x="9360" y="16200"/>
                </a:lnTo>
                <a:lnTo>
                  <a:pt x="9360" y="17292"/>
                </a:lnTo>
                <a:lnTo>
                  <a:pt x="4680" y="17292"/>
                </a:lnTo>
                <a:close/>
                <a:moveTo>
                  <a:pt x="9048" y="19320"/>
                </a:moveTo>
                <a:lnTo>
                  <a:pt x="11232" y="19320"/>
                </a:lnTo>
                <a:cubicBezTo>
                  <a:pt x="11490" y="19320"/>
                  <a:pt x="11700" y="19530"/>
                  <a:pt x="11700" y="19788"/>
                </a:cubicBezTo>
                <a:lnTo>
                  <a:pt x="11700" y="21972"/>
                </a:lnTo>
                <a:cubicBezTo>
                  <a:pt x="11700" y="22230"/>
                  <a:pt x="11490" y="22440"/>
                  <a:pt x="11232" y="22440"/>
                </a:cubicBezTo>
                <a:lnTo>
                  <a:pt x="9048" y="22440"/>
                </a:lnTo>
                <a:cubicBezTo>
                  <a:pt x="8790" y="22440"/>
                  <a:pt x="8580" y="22230"/>
                  <a:pt x="8580" y="21972"/>
                </a:cubicBezTo>
                <a:lnTo>
                  <a:pt x="8580" y="19788"/>
                </a:lnTo>
                <a:cubicBezTo>
                  <a:pt x="8580" y="19530"/>
                  <a:pt x="8790" y="19320"/>
                  <a:pt x="9048" y="19320"/>
                </a:cubicBez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4040" y="10740"/>
                </a:moveTo>
                <a:lnTo>
                  <a:pt x="14040" y="13860"/>
                </a:lnTo>
                <a:moveTo>
                  <a:pt x="13728" y="10740"/>
                </a:moveTo>
                <a:lnTo>
                  <a:pt x="13728" y="13860"/>
                </a:lnTo>
                <a:lnTo>
                  <a:pt x="14352" y="13860"/>
                </a:lnTo>
                <a:lnTo>
                  <a:pt x="14352" y="1074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常见问答·重点</a:t>
            </a:r>
          </a:p>
        </p:txBody>
      </p:sp>
      <p:sp>
        <p:nvSpPr>
          <p:cNvPr id="64" name="KNOW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2000"/>
                </a:moveTo>
                <a:lnTo>
                  <a:pt x="15000" y="2000"/>
                </a:lnTo>
                <a:lnTo>
                  <a:pt x="19000" y="6000"/>
                </a:lnTo>
                <a:lnTo>
                  <a:pt x="19000" y="22000"/>
                </a:lnTo>
                <a:lnTo>
                  <a:pt x="4000" y="22000"/>
                </a:lnTo>
                <a:close/>
                <a:moveTo>
                  <a:pt x="15000" y="2000"/>
                </a:moveTo>
                <a:lnTo>
                  <a:pt x="15000" y="6000"/>
                </a:lnTo>
                <a:lnTo>
                  <a:pt x="19000" y="6000"/>
                </a:lnTo>
                <a:lnTo>
                  <a:pt x="15000" y="2000"/>
                </a:lnTo>
                <a:close/>
                <a:moveTo>
                  <a:pt x="7300" y="7000"/>
                </a:moveTo>
                <a:lnTo>
                  <a:pt x="9700" y="7000"/>
                </a:lnTo>
                <a:cubicBezTo>
                  <a:pt x="9866" y="7000"/>
                  <a:pt x="10000" y="7134"/>
                  <a:pt x="10000" y="7300"/>
                </a:cubicBezTo>
                <a:lnTo>
                  <a:pt x="10000" y="7700"/>
                </a:lnTo>
                <a:cubicBezTo>
                  <a:pt x="10000" y="7866"/>
                  <a:pt x="9866" y="8000"/>
                  <a:pt x="9700" y="8000"/>
                </a:cubicBezTo>
                <a:lnTo>
                  <a:pt x="7300" y="8000"/>
                </a:lnTo>
                <a:cubicBezTo>
                  <a:pt x="7134" y="8000"/>
                  <a:pt x="7000" y="7866"/>
                  <a:pt x="7000" y="7700"/>
                </a:cubicBezTo>
                <a:lnTo>
                  <a:pt x="7000" y="7300"/>
                </a:lnTo>
                <a:cubicBezTo>
                  <a:pt x="7000" y="7134"/>
                  <a:pt x="7134" y="7000"/>
                  <a:pt x="7300" y="7000"/>
                </a:cubicBezTo>
                <a:close/>
                <a:moveTo>
                  <a:pt x="11300" y="7000"/>
                </a:moveTo>
                <a:lnTo>
                  <a:pt x="15700" y="7000"/>
                </a:lnTo>
                <a:cubicBezTo>
                  <a:pt x="15866" y="7000"/>
                  <a:pt x="16000" y="7134"/>
                  <a:pt x="16000" y="7300"/>
                </a:cubicBezTo>
                <a:lnTo>
                  <a:pt x="16000" y="7700"/>
                </a:lnTo>
                <a:cubicBezTo>
                  <a:pt x="16000" y="7866"/>
                  <a:pt x="15866" y="8000"/>
                  <a:pt x="15700" y="8000"/>
                </a:cubicBezTo>
                <a:lnTo>
                  <a:pt x="11300" y="8000"/>
                </a:lnTo>
                <a:cubicBezTo>
                  <a:pt x="11134" y="8000"/>
                  <a:pt x="11000" y="7866"/>
                  <a:pt x="11000" y="7700"/>
                </a:cubicBezTo>
                <a:lnTo>
                  <a:pt x="11000" y="7300"/>
                </a:lnTo>
                <a:cubicBezTo>
                  <a:pt x="11000" y="7134"/>
                  <a:pt x="11134" y="7000"/>
                  <a:pt x="11300" y="7000"/>
                </a:cubicBezTo>
                <a:close/>
                <a:moveTo>
                  <a:pt x="7300" y="10000"/>
                </a:moveTo>
                <a:lnTo>
                  <a:pt x="9700" y="10000"/>
                </a:lnTo>
                <a:cubicBezTo>
                  <a:pt x="9866" y="10000"/>
                  <a:pt x="10000" y="10134"/>
                  <a:pt x="10000" y="10300"/>
                </a:cubicBezTo>
                <a:lnTo>
                  <a:pt x="10000" y="10700"/>
                </a:lnTo>
                <a:cubicBezTo>
                  <a:pt x="10000" y="10866"/>
                  <a:pt x="9866" y="11000"/>
                  <a:pt x="9700" y="11000"/>
                </a:cubicBezTo>
                <a:lnTo>
                  <a:pt x="7300" y="11000"/>
                </a:lnTo>
                <a:cubicBezTo>
                  <a:pt x="7134" y="11000"/>
                  <a:pt x="7000" y="10866"/>
                  <a:pt x="7000" y="10700"/>
                </a:cubicBezTo>
                <a:lnTo>
                  <a:pt x="7000" y="10300"/>
                </a:lnTo>
                <a:cubicBezTo>
                  <a:pt x="7000" y="10134"/>
                  <a:pt x="7134" y="10000"/>
                  <a:pt x="7300" y="10000"/>
                </a:cubicBezTo>
                <a:close/>
                <a:moveTo>
                  <a:pt x="11300" y="10000"/>
                </a:moveTo>
                <a:lnTo>
                  <a:pt x="15700" y="10000"/>
                </a:lnTo>
                <a:cubicBezTo>
                  <a:pt x="15866" y="10000"/>
                  <a:pt x="16000" y="10134"/>
                  <a:pt x="16000" y="10300"/>
                </a:cubicBezTo>
                <a:lnTo>
                  <a:pt x="16000" y="10700"/>
                </a:lnTo>
                <a:cubicBezTo>
                  <a:pt x="16000" y="10866"/>
                  <a:pt x="15866" y="11000"/>
                  <a:pt x="15700" y="11000"/>
                </a:cubicBezTo>
                <a:lnTo>
                  <a:pt x="11300" y="11000"/>
                </a:lnTo>
                <a:cubicBezTo>
                  <a:pt x="11134" y="11000"/>
                  <a:pt x="11000" y="10866"/>
                  <a:pt x="11000" y="10700"/>
                </a:cubicBezTo>
                <a:lnTo>
                  <a:pt x="11000" y="10300"/>
                </a:lnTo>
                <a:cubicBezTo>
                  <a:pt x="11000" y="10134"/>
                  <a:pt x="11134" y="10000"/>
                  <a:pt x="11300" y="10000"/>
                </a:cubicBezTo>
                <a:close/>
                <a:moveTo>
                  <a:pt x="7300" y="13000"/>
                </a:moveTo>
                <a:lnTo>
                  <a:pt x="9700" y="13000"/>
                </a:lnTo>
                <a:cubicBezTo>
                  <a:pt x="9866" y="13000"/>
                  <a:pt x="10000" y="13134"/>
                  <a:pt x="10000" y="13300"/>
                </a:cubicBezTo>
                <a:lnTo>
                  <a:pt x="10000" y="13700"/>
                </a:lnTo>
                <a:cubicBezTo>
                  <a:pt x="10000" y="13866"/>
                  <a:pt x="9866" y="14000"/>
                  <a:pt x="9700" y="14000"/>
                </a:cubicBezTo>
                <a:lnTo>
                  <a:pt x="7300" y="14000"/>
                </a:lnTo>
                <a:cubicBezTo>
                  <a:pt x="7134" y="14000"/>
                  <a:pt x="7000" y="13866"/>
                  <a:pt x="7000" y="13700"/>
                </a:cubicBezTo>
                <a:lnTo>
                  <a:pt x="7000" y="13300"/>
                </a:lnTo>
                <a:cubicBezTo>
                  <a:pt x="7000" y="13134"/>
                  <a:pt x="7134" y="13000"/>
                  <a:pt x="7300" y="13000"/>
                </a:cubicBezTo>
                <a:close/>
                <a:moveTo>
                  <a:pt x="11300" y="13000"/>
                </a:moveTo>
                <a:lnTo>
                  <a:pt x="15700" y="13000"/>
                </a:lnTo>
                <a:cubicBezTo>
                  <a:pt x="15866" y="13000"/>
                  <a:pt x="16000" y="13134"/>
                  <a:pt x="16000" y="13300"/>
                </a:cubicBezTo>
                <a:lnTo>
                  <a:pt x="16000" y="13700"/>
                </a:lnTo>
                <a:cubicBezTo>
                  <a:pt x="16000" y="13866"/>
                  <a:pt x="15866" y="14000"/>
                  <a:pt x="15700" y="14000"/>
                </a:cubicBezTo>
                <a:lnTo>
                  <a:pt x="11300" y="14000"/>
                </a:lnTo>
                <a:cubicBezTo>
                  <a:pt x="11134" y="14000"/>
                  <a:pt x="11000" y="13866"/>
                  <a:pt x="11000" y="13700"/>
                </a:cubicBezTo>
                <a:lnTo>
                  <a:pt x="11000" y="13300"/>
                </a:lnTo>
                <a:cubicBezTo>
                  <a:pt x="11000" y="13134"/>
                  <a:pt x="11134" y="13000"/>
                  <a:pt x="11300" y="13000"/>
                </a:cubicBezTo>
                <a:close/>
                <a:moveTo>
                  <a:pt x="7300" y="16000"/>
                </a:moveTo>
                <a:lnTo>
                  <a:pt x="9700" y="16000"/>
                </a:lnTo>
                <a:cubicBezTo>
                  <a:pt x="9866" y="16000"/>
                  <a:pt x="10000" y="16134"/>
                  <a:pt x="10000" y="16300"/>
                </a:cubicBezTo>
                <a:lnTo>
                  <a:pt x="10000" y="16700"/>
                </a:lnTo>
                <a:cubicBezTo>
                  <a:pt x="10000" y="16866"/>
                  <a:pt x="9866" y="17000"/>
                  <a:pt x="9700" y="17000"/>
                </a:cubicBezTo>
                <a:lnTo>
                  <a:pt x="7300" y="17000"/>
                </a:lnTo>
                <a:cubicBezTo>
                  <a:pt x="7134" y="17000"/>
                  <a:pt x="7000" y="16866"/>
                  <a:pt x="7000" y="16700"/>
                </a:cubicBezTo>
                <a:lnTo>
                  <a:pt x="7000" y="16300"/>
                </a:lnTo>
                <a:cubicBezTo>
                  <a:pt x="7000" y="16134"/>
                  <a:pt x="7134" y="16000"/>
                  <a:pt x="7300" y="16000"/>
                </a:cubicBezTo>
                <a:close/>
                <a:moveTo>
                  <a:pt x="11300" y="16000"/>
                </a:moveTo>
                <a:lnTo>
                  <a:pt x="15700" y="16000"/>
                </a:lnTo>
                <a:cubicBezTo>
                  <a:pt x="15866" y="16000"/>
                  <a:pt x="16000" y="16134"/>
                  <a:pt x="16000" y="16300"/>
                </a:cubicBezTo>
                <a:lnTo>
                  <a:pt x="16000" y="16700"/>
                </a:lnTo>
                <a:cubicBezTo>
                  <a:pt x="16000" y="16866"/>
                  <a:pt x="15866" y="17000"/>
                  <a:pt x="15700" y="17000"/>
                </a:cubicBezTo>
                <a:lnTo>
                  <a:pt x="11300" y="17000"/>
                </a:lnTo>
                <a:cubicBezTo>
                  <a:pt x="11134" y="17000"/>
                  <a:pt x="11000" y="16866"/>
                  <a:pt x="11000" y="16700"/>
                </a:cubicBezTo>
                <a:lnTo>
                  <a:pt x="11000" y="16300"/>
                </a:lnTo>
                <a:cubicBezTo>
                  <a:pt x="11000" y="16134"/>
                  <a:pt x="11134" y="16000"/>
                  <a:pt x="11300" y="16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术语表</a:t>
            </a:r>
          </a:p>
        </p:txBody>
      </p:sp>
      <p:sp>
        <p:nvSpPr>
          <p:cNvPr id="67" name="KNOW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7566" y="10740"/>
                </a:lnTo>
                <a:cubicBezTo>
                  <a:pt x="7695" y="10740"/>
                  <a:pt x="7800" y="10845"/>
                  <a:pt x="7800" y="10974"/>
                </a:cubicBezTo>
                <a:lnTo>
                  <a:pt x="7800" y="11286"/>
                </a:lnTo>
                <a:cubicBezTo>
                  <a:pt x="7800" y="11415"/>
                  <a:pt x="7695" y="11520"/>
                  <a:pt x="756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81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8814" y="11520"/>
                </a:lnTo>
                <a:cubicBezTo>
                  <a:pt x="8685" y="11520"/>
                  <a:pt x="8580" y="11415"/>
                  <a:pt x="8580" y="11286"/>
                </a:cubicBezTo>
                <a:lnTo>
                  <a:pt x="8580" y="10974"/>
                </a:lnTo>
                <a:cubicBezTo>
                  <a:pt x="8580" y="10845"/>
                  <a:pt x="8685" y="10740"/>
                  <a:pt x="8814" y="10740"/>
                </a:cubicBezTo>
                <a:close/>
                <a:moveTo>
                  <a:pt x="5694" y="13080"/>
                </a:moveTo>
                <a:lnTo>
                  <a:pt x="7566" y="13080"/>
                </a:lnTo>
                <a:cubicBezTo>
                  <a:pt x="7695" y="13080"/>
                  <a:pt x="7800" y="13185"/>
                  <a:pt x="7800" y="13314"/>
                </a:cubicBezTo>
                <a:lnTo>
                  <a:pt x="7800" y="13626"/>
                </a:lnTo>
                <a:cubicBezTo>
                  <a:pt x="7800" y="13755"/>
                  <a:pt x="7695" y="13860"/>
                  <a:pt x="756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881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8814" y="13860"/>
                </a:lnTo>
                <a:cubicBezTo>
                  <a:pt x="8685" y="13860"/>
                  <a:pt x="8580" y="13755"/>
                  <a:pt x="8580" y="13626"/>
                </a:cubicBezTo>
                <a:lnTo>
                  <a:pt x="8580" y="13314"/>
                </a:lnTo>
                <a:cubicBezTo>
                  <a:pt x="8580" y="13185"/>
                  <a:pt x="8685" y="13080"/>
                  <a:pt x="8814" y="13080"/>
                </a:cubicBezTo>
                <a:close/>
                <a:moveTo>
                  <a:pt x="5694" y="15420"/>
                </a:moveTo>
                <a:lnTo>
                  <a:pt x="7566" y="15420"/>
                </a:lnTo>
                <a:cubicBezTo>
                  <a:pt x="7695" y="15420"/>
                  <a:pt x="7800" y="15525"/>
                  <a:pt x="7800" y="15654"/>
                </a:cubicBezTo>
                <a:lnTo>
                  <a:pt x="7800" y="15966"/>
                </a:lnTo>
                <a:cubicBezTo>
                  <a:pt x="7800" y="16095"/>
                  <a:pt x="7695" y="16200"/>
                  <a:pt x="756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881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15966"/>
                </a:lnTo>
                <a:cubicBezTo>
                  <a:pt x="12480" y="16095"/>
                  <a:pt x="12375" y="16200"/>
                  <a:pt x="12246" y="16200"/>
                </a:cubicBezTo>
                <a:lnTo>
                  <a:pt x="8814" y="16200"/>
                </a:lnTo>
                <a:cubicBezTo>
                  <a:pt x="8685" y="16200"/>
                  <a:pt x="8580" y="16095"/>
                  <a:pt x="8580" y="15966"/>
                </a:cubicBezTo>
                <a:lnTo>
                  <a:pt x="8580" y="15654"/>
                </a:lnTo>
                <a:cubicBezTo>
                  <a:pt x="8580" y="15525"/>
                  <a:pt x="8685" y="15420"/>
                  <a:pt x="8814" y="15420"/>
                </a:cubicBezTo>
                <a:close/>
                <a:moveTo>
                  <a:pt x="5694" y="17760"/>
                </a:moveTo>
                <a:lnTo>
                  <a:pt x="7566" y="17760"/>
                </a:lnTo>
                <a:cubicBezTo>
                  <a:pt x="7695" y="17760"/>
                  <a:pt x="7800" y="17865"/>
                  <a:pt x="7800" y="17994"/>
                </a:cubicBezTo>
                <a:lnTo>
                  <a:pt x="7800" y="18306"/>
                </a:lnTo>
                <a:cubicBezTo>
                  <a:pt x="7800" y="18435"/>
                  <a:pt x="7695" y="18540"/>
                  <a:pt x="756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881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8814" y="18540"/>
                </a:lnTo>
                <a:cubicBezTo>
                  <a:pt x="8685" y="18540"/>
                  <a:pt x="8580" y="18435"/>
                  <a:pt x="8580" y="1830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术语表·新增</a:t>
            </a:r>
          </a:p>
        </p:txBody>
      </p:sp>
      <p:sp>
        <p:nvSpPr>
          <p:cNvPr id="70" name="KNOW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7566" y="10740"/>
                </a:lnTo>
                <a:cubicBezTo>
                  <a:pt x="7695" y="10740"/>
                  <a:pt x="7800" y="10845"/>
                  <a:pt x="7800" y="10974"/>
                </a:cubicBezTo>
                <a:lnTo>
                  <a:pt x="7800" y="11286"/>
                </a:lnTo>
                <a:cubicBezTo>
                  <a:pt x="7800" y="11415"/>
                  <a:pt x="7695" y="11520"/>
                  <a:pt x="756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81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8814" y="11520"/>
                </a:lnTo>
                <a:cubicBezTo>
                  <a:pt x="8685" y="11520"/>
                  <a:pt x="8580" y="11415"/>
                  <a:pt x="8580" y="11286"/>
                </a:cubicBezTo>
                <a:lnTo>
                  <a:pt x="8580" y="10974"/>
                </a:lnTo>
                <a:cubicBezTo>
                  <a:pt x="8580" y="10845"/>
                  <a:pt x="8685" y="10740"/>
                  <a:pt x="8814" y="10740"/>
                </a:cubicBezTo>
                <a:close/>
                <a:moveTo>
                  <a:pt x="5694" y="13080"/>
                </a:moveTo>
                <a:lnTo>
                  <a:pt x="7566" y="13080"/>
                </a:lnTo>
                <a:cubicBezTo>
                  <a:pt x="7695" y="13080"/>
                  <a:pt x="7800" y="13185"/>
                  <a:pt x="7800" y="13314"/>
                </a:cubicBezTo>
                <a:lnTo>
                  <a:pt x="7800" y="13626"/>
                </a:lnTo>
                <a:cubicBezTo>
                  <a:pt x="7800" y="13755"/>
                  <a:pt x="7695" y="13860"/>
                  <a:pt x="756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881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8814" y="13860"/>
                </a:lnTo>
                <a:cubicBezTo>
                  <a:pt x="8685" y="13860"/>
                  <a:pt x="8580" y="13755"/>
                  <a:pt x="8580" y="13626"/>
                </a:cubicBezTo>
                <a:lnTo>
                  <a:pt x="8580" y="13314"/>
                </a:lnTo>
                <a:cubicBezTo>
                  <a:pt x="8580" y="13185"/>
                  <a:pt x="8685" y="13080"/>
                  <a:pt x="8814" y="13080"/>
                </a:cubicBezTo>
                <a:close/>
                <a:moveTo>
                  <a:pt x="5694" y="15420"/>
                </a:moveTo>
                <a:lnTo>
                  <a:pt x="7566" y="15420"/>
                </a:lnTo>
                <a:cubicBezTo>
                  <a:pt x="7695" y="15420"/>
                  <a:pt x="7800" y="15525"/>
                  <a:pt x="7800" y="15654"/>
                </a:cubicBezTo>
                <a:lnTo>
                  <a:pt x="7800" y="15966"/>
                </a:lnTo>
                <a:cubicBezTo>
                  <a:pt x="7800" y="16095"/>
                  <a:pt x="7695" y="16200"/>
                  <a:pt x="756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881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15966"/>
                </a:lnTo>
                <a:cubicBezTo>
                  <a:pt x="12480" y="16095"/>
                  <a:pt x="12375" y="16200"/>
                  <a:pt x="12246" y="16200"/>
                </a:cubicBezTo>
                <a:lnTo>
                  <a:pt x="8814" y="16200"/>
                </a:lnTo>
                <a:cubicBezTo>
                  <a:pt x="8685" y="16200"/>
                  <a:pt x="8580" y="16095"/>
                  <a:pt x="8580" y="15966"/>
                </a:cubicBezTo>
                <a:lnTo>
                  <a:pt x="8580" y="15654"/>
                </a:lnTo>
                <a:cubicBezTo>
                  <a:pt x="8580" y="15525"/>
                  <a:pt x="8685" y="15420"/>
                  <a:pt x="8814" y="15420"/>
                </a:cubicBezTo>
                <a:close/>
                <a:moveTo>
                  <a:pt x="5694" y="17760"/>
                </a:moveTo>
                <a:lnTo>
                  <a:pt x="7566" y="17760"/>
                </a:lnTo>
                <a:cubicBezTo>
                  <a:pt x="7695" y="17760"/>
                  <a:pt x="7800" y="17865"/>
                  <a:pt x="7800" y="17994"/>
                </a:cubicBezTo>
                <a:lnTo>
                  <a:pt x="7800" y="18306"/>
                </a:lnTo>
                <a:cubicBezTo>
                  <a:pt x="7800" y="18435"/>
                  <a:pt x="7695" y="18540"/>
                  <a:pt x="756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881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8814" y="18540"/>
                </a:lnTo>
                <a:cubicBezTo>
                  <a:pt x="8685" y="18540"/>
                  <a:pt x="8580" y="18435"/>
                  <a:pt x="8580" y="1830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术语表·已验证</a:t>
            </a:r>
          </a:p>
        </p:txBody>
      </p:sp>
      <p:sp>
        <p:nvSpPr>
          <p:cNvPr id="73" name="KNOW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7566" y="10740"/>
                </a:lnTo>
                <a:cubicBezTo>
                  <a:pt x="7695" y="10740"/>
                  <a:pt x="7800" y="10845"/>
                  <a:pt x="7800" y="10974"/>
                </a:cubicBezTo>
                <a:lnTo>
                  <a:pt x="7800" y="11286"/>
                </a:lnTo>
                <a:cubicBezTo>
                  <a:pt x="7800" y="11415"/>
                  <a:pt x="7695" y="11520"/>
                  <a:pt x="756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81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8814" y="11520"/>
                </a:lnTo>
                <a:cubicBezTo>
                  <a:pt x="8685" y="11520"/>
                  <a:pt x="8580" y="11415"/>
                  <a:pt x="8580" y="11286"/>
                </a:cubicBezTo>
                <a:lnTo>
                  <a:pt x="8580" y="10974"/>
                </a:lnTo>
                <a:cubicBezTo>
                  <a:pt x="8580" y="10845"/>
                  <a:pt x="8685" y="10740"/>
                  <a:pt x="8814" y="10740"/>
                </a:cubicBezTo>
                <a:close/>
                <a:moveTo>
                  <a:pt x="5694" y="13080"/>
                </a:moveTo>
                <a:lnTo>
                  <a:pt x="7566" y="13080"/>
                </a:lnTo>
                <a:cubicBezTo>
                  <a:pt x="7695" y="13080"/>
                  <a:pt x="7800" y="13185"/>
                  <a:pt x="7800" y="13314"/>
                </a:cubicBezTo>
                <a:lnTo>
                  <a:pt x="7800" y="13626"/>
                </a:lnTo>
                <a:cubicBezTo>
                  <a:pt x="7800" y="13755"/>
                  <a:pt x="7695" y="13860"/>
                  <a:pt x="756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881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8814" y="13860"/>
                </a:lnTo>
                <a:cubicBezTo>
                  <a:pt x="8685" y="13860"/>
                  <a:pt x="8580" y="13755"/>
                  <a:pt x="8580" y="13626"/>
                </a:cubicBezTo>
                <a:lnTo>
                  <a:pt x="8580" y="13314"/>
                </a:lnTo>
                <a:cubicBezTo>
                  <a:pt x="8580" y="13185"/>
                  <a:pt x="8685" y="13080"/>
                  <a:pt x="8814" y="13080"/>
                </a:cubicBezTo>
                <a:close/>
                <a:moveTo>
                  <a:pt x="5694" y="15420"/>
                </a:moveTo>
                <a:lnTo>
                  <a:pt x="7566" y="15420"/>
                </a:lnTo>
                <a:cubicBezTo>
                  <a:pt x="7695" y="15420"/>
                  <a:pt x="7800" y="15525"/>
                  <a:pt x="7800" y="15654"/>
                </a:cubicBezTo>
                <a:lnTo>
                  <a:pt x="7800" y="15966"/>
                </a:lnTo>
                <a:cubicBezTo>
                  <a:pt x="7800" y="16095"/>
                  <a:pt x="7695" y="16200"/>
                  <a:pt x="756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881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15966"/>
                </a:lnTo>
                <a:cubicBezTo>
                  <a:pt x="12480" y="16095"/>
                  <a:pt x="12375" y="16200"/>
                  <a:pt x="12246" y="16200"/>
                </a:cubicBezTo>
                <a:lnTo>
                  <a:pt x="8814" y="16200"/>
                </a:lnTo>
                <a:cubicBezTo>
                  <a:pt x="8685" y="16200"/>
                  <a:pt x="8580" y="16095"/>
                  <a:pt x="8580" y="15966"/>
                </a:cubicBezTo>
                <a:lnTo>
                  <a:pt x="8580" y="15654"/>
                </a:lnTo>
                <a:cubicBezTo>
                  <a:pt x="8580" y="15525"/>
                  <a:pt x="8685" y="15420"/>
                  <a:pt x="8814" y="15420"/>
                </a:cubicBezTo>
                <a:close/>
                <a:moveTo>
                  <a:pt x="5694" y="17760"/>
                </a:moveTo>
                <a:lnTo>
                  <a:pt x="7566" y="17760"/>
                </a:lnTo>
                <a:cubicBezTo>
                  <a:pt x="7695" y="17760"/>
                  <a:pt x="7800" y="17865"/>
                  <a:pt x="7800" y="17994"/>
                </a:cubicBezTo>
                <a:lnTo>
                  <a:pt x="7800" y="18306"/>
                </a:lnTo>
                <a:cubicBezTo>
                  <a:pt x="7800" y="18435"/>
                  <a:pt x="7695" y="18540"/>
                  <a:pt x="756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881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8814" y="18540"/>
                </a:lnTo>
                <a:cubicBezTo>
                  <a:pt x="8685" y="18540"/>
                  <a:pt x="8580" y="18435"/>
                  <a:pt x="8580" y="1830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术语表·加锁</a:t>
            </a:r>
          </a:p>
        </p:txBody>
      </p:sp>
      <p:sp>
        <p:nvSpPr>
          <p:cNvPr id="76" name="KNOW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7566" y="10740"/>
                </a:lnTo>
                <a:cubicBezTo>
                  <a:pt x="7695" y="10740"/>
                  <a:pt x="7800" y="10845"/>
                  <a:pt x="7800" y="10974"/>
                </a:cubicBezTo>
                <a:lnTo>
                  <a:pt x="7800" y="11286"/>
                </a:lnTo>
                <a:cubicBezTo>
                  <a:pt x="7800" y="11415"/>
                  <a:pt x="7695" y="11520"/>
                  <a:pt x="756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81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8814" y="11520"/>
                </a:lnTo>
                <a:cubicBezTo>
                  <a:pt x="8685" y="11520"/>
                  <a:pt x="8580" y="11415"/>
                  <a:pt x="8580" y="11286"/>
                </a:cubicBezTo>
                <a:lnTo>
                  <a:pt x="8580" y="10974"/>
                </a:lnTo>
                <a:cubicBezTo>
                  <a:pt x="8580" y="10845"/>
                  <a:pt x="8685" y="10740"/>
                  <a:pt x="8814" y="10740"/>
                </a:cubicBezTo>
                <a:close/>
                <a:moveTo>
                  <a:pt x="5694" y="13080"/>
                </a:moveTo>
                <a:lnTo>
                  <a:pt x="7566" y="13080"/>
                </a:lnTo>
                <a:cubicBezTo>
                  <a:pt x="7695" y="13080"/>
                  <a:pt x="7800" y="13185"/>
                  <a:pt x="7800" y="13314"/>
                </a:cubicBezTo>
                <a:lnTo>
                  <a:pt x="7800" y="13626"/>
                </a:lnTo>
                <a:cubicBezTo>
                  <a:pt x="7800" y="13755"/>
                  <a:pt x="7695" y="13860"/>
                  <a:pt x="756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881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8814" y="13860"/>
                </a:lnTo>
                <a:cubicBezTo>
                  <a:pt x="8685" y="13860"/>
                  <a:pt x="8580" y="13755"/>
                  <a:pt x="8580" y="13626"/>
                </a:cubicBezTo>
                <a:lnTo>
                  <a:pt x="8580" y="13314"/>
                </a:lnTo>
                <a:cubicBezTo>
                  <a:pt x="8580" y="13185"/>
                  <a:pt x="8685" y="13080"/>
                  <a:pt x="8814" y="13080"/>
                </a:cubicBezTo>
                <a:close/>
                <a:moveTo>
                  <a:pt x="5694" y="15420"/>
                </a:moveTo>
                <a:lnTo>
                  <a:pt x="7566" y="15420"/>
                </a:lnTo>
                <a:cubicBezTo>
                  <a:pt x="7695" y="15420"/>
                  <a:pt x="7800" y="15525"/>
                  <a:pt x="7800" y="15654"/>
                </a:cubicBezTo>
                <a:lnTo>
                  <a:pt x="7800" y="15966"/>
                </a:lnTo>
                <a:cubicBezTo>
                  <a:pt x="7800" y="16095"/>
                  <a:pt x="7695" y="16200"/>
                  <a:pt x="756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881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15966"/>
                </a:lnTo>
                <a:cubicBezTo>
                  <a:pt x="12480" y="16095"/>
                  <a:pt x="12375" y="16200"/>
                  <a:pt x="12246" y="16200"/>
                </a:cubicBezTo>
                <a:lnTo>
                  <a:pt x="8814" y="16200"/>
                </a:lnTo>
                <a:cubicBezTo>
                  <a:pt x="8685" y="16200"/>
                  <a:pt x="8580" y="16095"/>
                  <a:pt x="8580" y="15966"/>
                </a:cubicBezTo>
                <a:lnTo>
                  <a:pt x="8580" y="15654"/>
                </a:lnTo>
                <a:cubicBezTo>
                  <a:pt x="8580" y="15525"/>
                  <a:pt x="8685" y="15420"/>
                  <a:pt x="8814" y="15420"/>
                </a:cubicBezTo>
                <a:close/>
                <a:moveTo>
                  <a:pt x="5694" y="17760"/>
                </a:moveTo>
                <a:lnTo>
                  <a:pt x="7566" y="17760"/>
                </a:lnTo>
                <a:cubicBezTo>
                  <a:pt x="7695" y="17760"/>
                  <a:pt x="7800" y="17865"/>
                  <a:pt x="7800" y="17994"/>
                </a:cubicBezTo>
                <a:lnTo>
                  <a:pt x="7800" y="18306"/>
                </a:lnTo>
                <a:cubicBezTo>
                  <a:pt x="7800" y="18435"/>
                  <a:pt x="7695" y="18540"/>
                  <a:pt x="756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881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8814" y="18540"/>
                </a:lnTo>
                <a:cubicBezTo>
                  <a:pt x="8685" y="18540"/>
                  <a:pt x="8580" y="18435"/>
                  <a:pt x="8580" y="1830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术语表·洞察</a:t>
            </a:r>
          </a:p>
        </p:txBody>
      </p:sp>
      <p:sp>
        <p:nvSpPr>
          <p:cNvPr id="79" name="KNOW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7566" y="10740"/>
                </a:lnTo>
                <a:cubicBezTo>
                  <a:pt x="7695" y="10740"/>
                  <a:pt x="7800" y="10845"/>
                  <a:pt x="7800" y="10974"/>
                </a:cubicBezTo>
                <a:lnTo>
                  <a:pt x="7800" y="11286"/>
                </a:lnTo>
                <a:cubicBezTo>
                  <a:pt x="7800" y="11415"/>
                  <a:pt x="7695" y="11520"/>
                  <a:pt x="756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81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8814" y="11520"/>
                </a:lnTo>
                <a:cubicBezTo>
                  <a:pt x="8685" y="11520"/>
                  <a:pt x="8580" y="11415"/>
                  <a:pt x="8580" y="11286"/>
                </a:cubicBezTo>
                <a:lnTo>
                  <a:pt x="8580" y="10974"/>
                </a:lnTo>
                <a:cubicBezTo>
                  <a:pt x="8580" y="10845"/>
                  <a:pt x="8685" y="10740"/>
                  <a:pt x="8814" y="10740"/>
                </a:cubicBezTo>
                <a:close/>
                <a:moveTo>
                  <a:pt x="5694" y="13080"/>
                </a:moveTo>
                <a:lnTo>
                  <a:pt x="7566" y="13080"/>
                </a:lnTo>
                <a:cubicBezTo>
                  <a:pt x="7695" y="13080"/>
                  <a:pt x="7800" y="13185"/>
                  <a:pt x="7800" y="13314"/>
                </a:cubicBezTo>
                <a:lnTo>
                  <a:pt x="7800" y="13626"/>
                </a:lnTo>
                <a:cubicBezTo>
                  <a:pt x="7800" y="13755"/>
                  <a:pt x="7695" y="13860"/>
                  <a:pt x="756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881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8814" y="13860"/>
                </a:lnTo>
                <a:cubicBezTo>
                  <a:pt x="8685" y="13860"/>
                  <a:pt x="8580" y="13755"/>
                  <a:pt x="8580" y="13626"/>
                </a:cubicBezTo>
                <a:lnTo>
                  <a:pt x="8580" y="13314"/>
                </a:lnTo>
                <a:cubicBezTo>
                  <a:pt x="8580" y="13185"/>
                  <a:pt x="8685" y="13080"/>
                  <a:pt x="8814" y="13080"/>
                </a:cubicBezTo>
                <a:close/>
                <a:moveTo>
                  <a:pt x="5694" y="15420"/>
                </a:moveTo>
                <a:lnTo>
                  <a:pt x="7566" y="15420"/>
                </a:lnTo>
                <a:cubicBezTo>
                  <a:pt x="7695" y="15420"/>
                  <a:pt x="7800" y="15525"/>
                  <a:pt x="7800" y="15654"/>
                </a:cubicBezTo>
                <a:lnTo>
                  <a:pt x="7800" y="15966"/>
                </a:lnTo>
                <a:cubicBezTo>
                  <a:pt x="7800" y="16095"/>
                  <a:pt x="7695" y="16200"/>
                  <a:pt x="7566" y="16200"/>
                </a:cubicBezTo>
                <a:lnTo>
                  <a:pt x="5694" y="16200"/>
                </a:lnTo>
                <a:cubicBezTo>
                  <a:pt x="5565" y="16200"/>
                  <a:pt x="5460" y="16095"/>
                  <a:pt x="5460" y="15966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881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15966"/>
                </a:lnTo>
                <a:cubicBezTo>
                  <a:pt x="12480" y="16095"/>
                  <a:pt x="12375" y="16200"/>
                  <a:pt x="12246" y="16200"/>
                </a:cubicBezTo>
                <a:lnTo>
                  <a:pt x="8814" y="16200"/>
                </a:lnTo>
                <a:cubicBezTo>
                  <a:pt x="8685" y="16200"/>
                  <a:pt x="8580" y="16095"/>
                  <a:pt x="8580" y="15966"/>
                </a:cubicBezTo>
                <a:lnTo>
                  <a:pt x="8580" y="15654"/>
                </a:lnTo>
                <a:cubicBezTo>
                  <a:pt x="8580" y="15525"/>
                  <a:pt x="8685" y="15420"/>
                  <a:pt x="8814" y="15420"/>
                </a:cubicBezTo>
                <a:close/>
                <a:moveTo>
                  <a:pt x="5694" y="17760"/>
                </a:moveTo>
                <a:lnTo>
                  <a:pt x="7566" y="17760"/>
                </a:lnTo>
                <a:cubicBezTo>
                  <a:pt x="7695" y="17760"/>
                  <a:pt x="7800" y="17865"/>
                  <a:pt x="7800" y="17994"/>
                </a:cubicBezTo>
                <a:lnTo>
                  <a:pt x="7800" y="18306"/>
                </a:lnTo>
                <a:cubicBezTo>
                  <a:pt x="7800" y="18435"/>
                  <a:pt x="7695" y="18540"/>
                  <a:pt x="756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881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8814" y="18540"/>
                </a:lnTo>
                <a:cubicBezTo>
                  <a:pt x="8685" y="18540"/>
                  <a:pt x="8580" y="18435"/>
                  <a:pt x="8580" y="1830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术语表·重点</a:t>
            </a:r>
          </a:p>
        </p:txBody>
      </p:sp>
      <p:sp>
        <p:nvSpPr>
          <p:cNvPr id="82" name="KNOW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2000"/>
                </a:moveTo>
                <a:lnTo>
                  <a:pt x="15000" y="2000"/>
                </a:lnTo>
                <a:lnTo>
                  <a:pt x="19000" y="6000"/>
                </a:lnTo>
                <a:lnTo>
                  <a:pt x="19000" y="22000"/>
                </a:lnTo>
                <a:lnTo>
                  <a:pt x="4000" y="22000"/>
                </a:lnTo>
                <a:close/>
                <a:moveTo>
                  <a:pt x="15000" y="2000"/>
                </a:moveTo>
                <a:lnTo>
                  <a:pt x="15000" y="6000"/>
                </a:lnTo>
                <a:lnTo>
                  <a:pt x="19000" y="6000"/>
                </a:lnTo>
                <a:lnTo>
                  <a:pt x="15000" y="2000"/>
                </a:lnTo>
                <a:close/>
                <a:moveTo>
                  <a:pt x="7300" y="6000"/>
                </a:moveTo>
                <a:lnTo>
                  <a:pt x="14700" y="6000"/>
                </a:lnTo>
                <a:cubicBezTo>
                  <a:pt x="14866" y="6000"/>
                  <a:pt x="15000" y="6134"/>
                  <a:pt x="15000" y="6300"/>
                </a:cubicBezTo>
                <a:lnTo>
                  <a:pt x="15000" y="7700"/>
                </a:lnTo>
                <a:cubicBezTo>
                  <a:pt x="15000" y="7866"/>
                  <a:pt x="14866" y="8000"/>
                  <a:pt x="14700" y="8000"/>
                </a:cubicBezTo>
                <a:lnTo>
                  <a:pt x="7300" y="8000"/>
                </a:lnTo>
                <a:cubicBezTo>
                  <a:pt x="7134" y="8000"/>
                  <a:pt x="7000" y="7866"/>
                  <a:pt x="7000" y="7700"/>
                </a:cubicBezTo>
                <a:lnTo>
                  <a:pt x="7000" y="6300"/>
                </a:lnTo>
                <a:cubicBezTo>
                  <a:pt x="7000" y="6134"/>
                  <a:pt x="7134" y="6000"/>
                  <a:pt x="7300" y="6000"/>
                </a:cubicBezTo>
                <a:close/>
                <a:moveTo>
                  <a:pt x="7300" y="10000"/>
                </a:moveTo>
                <a:lnTo>
                  <a:pt x="15700" y="10000"/>
                </a:lnTo>
                <a:cubicBezTo>
                  <a:pt x="15866" y="10000"/>
                  <a:pt x="16000" y="10134"/>
                  <a:pt x="16000" y="10300"/>
                </a:cubicBezTo>
                <a:lnTo>
                  <a:pt x="16000" y="10700"/>
                </a:lnTo>
                <a:cubicBezTo>
                  <a:pt x="16000" y="10866"/>
                  <a:pt x="15866" y="11000"/>
                  <a:pt x="15700" y="11000"/>
                </a:cubicBezTo>
                <a:lnTo>
                  <a:pt x="7300" y="11000"/>
                </a:lnTo>
                <a:cubicBezTo>
                  <a:pt x="7134" y="11000"/>
                  <a:pt x="7000" y="10866"/>
                  <a:pt x="7000" y="10700"/>
                </a:cubicBezTo>
                <a:lnTo>
                  <a:pt x="7000" y="10300"/>
                </a:lnTo>
                <a:cubicBezTo>
                  <a:pt x="7000" y="10134"/>
                  <a:pt x="7134" y="10000"/>
                  <a:pt x="7300" y="10000"/>
                </a:cubicBezTo>
                <a:close/>
                <a:moveTo>
                  <a:pt x="7300" y="12000"/>
                </a:moveTo>
                <a:lnTo>
                  <a:pt x="15700" y="12000"/>
                </a:lnTo>
                <a:cubicBezTo>
                  <a:pt x="15866" y="12000"/>
                  <a:pt x="16000" y="12134"/>
                  <a:pt x="16000" y="12300"/>
                </a:cubicBezTo>
                <a:lnTo>
                  <a:pt x="16000" y="12700"/>
                </a:lnTo>
                <a:cubicBezTo>
                  <a:pt x="16000" y="12866"/>
                  <a:pt x="15866" y="13000"/>
                  <a:pt x="15700" y="13000"/>
                </a:cubicBezTo>
                <a:lnTo>
                  <a:pt x="7300" y="13000"/>
                </a:lnTo>
                <a:cubicBezTo>
                  <a:pt x="7134" y="13000"/>
                  <a:pt x="7000" y="12866"/>
                  <a:pt x="7000" y="12700"/>
                </a:cubicBezTo>
                <a:lnTo>
                  <a:pt x="7000" y="12300"/>
                </a:lnTo>
                <a:cubicBezTo>
                  <a:pt x="7000" y="12134"/>
                  <a:pt x="7134" y="12000"/>
                  <a:pt x="7300" y="12000"/>
                </a:cubicBezTo>
                <a:close/>
                <a:moveTo>
                  <a:pt x="7300" y="16000"/>
                </a:moveTo>
                <a:lnTo>
                  <a:pt x="15700" y="16000"/>
                </a:lnTo>
                <a:cubicBezTo>
                  <a:pt x="15866" y="16000"/>
                  <a:pt x="16000" y="16134"/>
                  <a:pt x="16000" y="16300"/>
                </a:cubicBezTo>
                <a:lnTo>
                  <a:pt x="16000" y="16700"/>
                </a:lnTo>
                <a:cubicBezTo>
                  <a:pt x="16000" y="16866"/>
                  <a:pt x="15866" y="17000"/>
                  <a:pt x="15700" y="17000"/>
                </a:cubicBezTo>
                <a:lnTo>
                  <a:pt x="7300" y="17000"/>
                </a:lnTo>
                <a:cubicBezTo>
                  <a:pt x="7134" y="17000"/>
                  <a:pt x="7000" y="16866"/>
                  <a:pt x="7000" y="16700"/>
                </a:cubicBezTo>
                <a:lnTo>
                  <a:pt x="7000" y="16300"/>
                </a:lnTo>
                <a:cubicBezTo>
                  <a:pt x="7000" y="16134"/>
                  <a:pt x="7134" y="16000"/>
                  <a:pt x="7300" y="16000"/>
                </a:cubicBezTo>
                <a:close/>
                <a:moveTo>
                  <a:pt x="7300" y="18000"/>
                </a:moveTo>
                <a:lnTo>
                  <a:pt x="15700" y="18000"/>
                </a:lnTo>
                <a:cubicBezTo>
                  <a:pt x="15866" y="18000"/>
                  <a:pt x="16000" y="18134"/>
                  <a:pt x="16000" y="18300"/>
                </a:cubicBezTo>
                <a:lnTo>
                  <a:pt x="16000" y="18700"/>
                </a:lnTo>
                <a:cubicBezTo>
                  <a:pt x="16000" y="18866"/>
                  <a:pt x="15866" y="19000"/>
                  <a:pt x="15700" y="19000"/>
                </a:cubicBezTo>
                <a:lnTo>
                  <a:pt x="7300" y="19000"/>
                </a:lnTo>
                <a:cubicBezTo>
                  <a:pt x="7134" y="19000"/>
                  <a:pt x="7000" y="18866"/>
                  <a:pt x="7000" y="18700"/>
                </a:cubicBezTo>
                <a:lnTo>
                  <a:pt x="7000" y="18300"/>
                </a:lnTo>
                <a:cubicBezTo>
                  <a:pt x="7000" y="18134"/>
                  <a:pt x="7134" y="18000"/>
                  <a:pt x="73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章节</a:t>
            </a:r>
          </a:p>
        </p:txBody>
      </p:sp>
      <p:sp>
        <p:nvSpPr>
          <p:cNvPr id="85" name="KNOW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9960"/>
                </a:moveTo>
                <a:lnTo>
                  <a:pt x="11466" y="9960"/>
                </a:lnTo>
                <a:cubicBezTo>
                  <a:pt x="11595" y="9960"/>
                  <a:pt x="11700" y="10065"/>
                  <a:pt x="11700" y="10194"/>
                </a:cubicBezTo>
                <a:lnTo>
                  <a:pt x="11700" y="11286"/>
                </a:lnTo>
                <a:cubicBezTo>
                  <a:pt x="11700" y="11415"/>
                  <a:pt x="11595" y="11520"/>
                  <a:pt x="1146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194"/>
                </a:lnTo>
                <a:cubicBezTo>
                  <a:pt x="5460" y="10065"/>
                  <a:pt x="5565" y="9960"/>
                  <a:pt x="5694" y="9960"/>
                </a:cubicBezTo>
                <a:close/>
                <a:moveTo>
                  <a:pt x="569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5694" y="14640"/>
                </a:moveTo>
                <a:lnTo>
                  <a:pt x="12246" y="14640"/>
                </a:lnTo>
                <a:cubicBezTo>
                  <a:pt x="12375" y="14640"/>
                  <a:pt x="12480" y="14745"/>
                  <a:pt x="12480" y="1487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569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569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19866"/>
                </a:lnTo>
                <a:cubicBezTo>
                  <a:pt x="12480" y="19995"/>
                  <a:pt x="12375" y="20100"/>
                  <a:pt x="12246" y="20100"/>
                </a:cubicBezTo>
                <a:lnTo>
                  <a:pt x="5694" y="20100"/>
                </a:lnTo>
                <a:cubicBezTo>
                  <a:pt x="5565" y="20100"/>
                  <a:pt x="5460" y="19995"/>
                  <a:pt x="5460" y="19866"/>
                </a:cubicBezTo>
                <a:lnTo>
                  <a:pt x="5460" y="19554"/>
                </a:lnTo>
                <a:cubicBezTo>
                  <a:pt x="5460" y="19425"/>
                  <a:pt x="5565" y="19320"/>
                  <a:pt x="5694" y="1932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章节·新增</a:t>
            </a:r>
          </a:p>
        </p:txBody>
      </p:sp>
      <p:sp>
        <p:nvSpPr>
          <p:cNvPr id="88" name="KNOW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9960"/>
                </a:moveTo>
                <a:lnTo>
                  <a:pt x="11466" y="9960"/>
                </a:lnTo>
                <a:cubicBezTo>
                  <a:pt x="11595" y="9960"/>
                  <a:pt x="11700" y="10065"/>
                  <a:pt x="11700" y="10194"/>
                </a:cubicBezTo>
                <a:lnTo>
                  <a:pt x="11700" y="11286"/>
                </a:lnTo>
                <a:cubicBezTo>
                  <a:pt x="11700" y="11415"/>
                  <a:pt x="11595" y="11520"/>
                  <a:pt x="1146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194"/>
                </a:lnTo>
                <a:cubicBezTo>
                  <a:pt x="5460" y="10065"/>
                  <a:pt x="5565" y="9960"/>
                  <a:pt x="5694" y="9960"/>
                </a:cubicBezTo>
                <a:close/>
                <a:moveTo>
                  <a:pt x="569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5694" y="14640"/>
                </a:moveTo>
                <a:lnTo>
                  <a:pt x="12246" y="14640"/>
                </a:lnTo>
                <a:cubicBezTo>
                  <a:pt x="12375" y="14640"/>
                  <a:pt x="12480" y="14745"/>
                  <a:pt x="12480" y="1487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569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569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19866"/>
                </a:lnTo>
                <a:cubicBezTo>
                  <a:pt x="12480" y="19995"/>
                  <a:pt x="12375" y="20100"/>
                  <a:pt x="12246" y="20100"/>
                </a:cubicBezTo>
                <a:lnTo>
                  <a:pt x="5694" y="20100"/>
                </a:lnTo>
                <a:cubicBezTo>
                  <a:pt x="5565" y="20100"/>
                  <a:pt x="5460" y="19995"/>
                  <a:pt x="5460" y="19866"/>
                </a:cubicBezTo>
                <a:lnTo>
                  <a:pt x="5460" y="19554"/>
                </a:lnTo>
                <a:cubicBezTo>
                  <a:pt x="5460" y="19425"/>
                  <a:pt x="5565" y="19320"/>
                  <a:pt x="5694" y="193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章节·已验证</a:t>
            </a:r>
          </a:p>
        </p:txBody>
      </p:sp>
      <p:sp>
        <p:nvSpPr>
          <p:cNvPr id="91" name="KNOW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9960"/>
                </a:moveTo>
                <a:lnTo>
                  <a:pt x="11466" y="9960"/>
                </a:lnTo>
                <a:cubicBezTo>
                  <a:pt x="11595" y="9960"/>
                  <a:pt x="11700" y="10065"/>
                  <a:pt x="11700" y="10194"/>
                </a:cubicBezTo>
                <a:lnTo>
                  <a:pt x="11700" y="11286"/>
                </a:lnTo>
                <a:cubicBezTo>
                  <a:pt x="11700" y="11415"/>
                  <a:pt x="11595" y="11520"/>
                  <a:pt x="1146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194"/>
                </a:lnTo>
                <a:cubicBezTo>
                  <a:pt x="5460" y="10065"/>
                  <a:pt x="5565" y="9960"/>
                  <a:pt x="5694" y="9960"/>
                </a:cubicBezTo>
                <a:close/>
                <a:moveTo>
                  <a:pt x="569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5694" y="14640"/>
                </a:moveTo>
                <a:lnTo>
                  <a:pt x="12246" y="14640"/>
                </a:lnTo>
                <a:cubicBezTo>
                  <a:pt x="12375" y="14640"/>
                  <a:pt x="12480" y="14745"/>
                  <a:pt x="12480" y="1487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569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569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19866"/>
                </a:lnTo>
                <a:cubicBezTo>
                  <a:pt x="12480" y="19995"/>
                  <a:pt x="12375" y="20100"/>
                  <a:pt x="12246" y="20100"/>
                </a:cubicBezTo>
                <a:lnTo>
                  <a:pt x="5694" y="20100"/>
                </a:lnTo>
                <a:cubicBezTo>
                  <a:pt x="5565" y="20100"/>
                  <a:pt x="5460" y="19995"/>
                  <a:pt x="5460" y="19866"/>
                </a:cubicBezTo>
                <a:lnTo>
                  <a:pt x="5460" y="19554"/>
                </a:lnTo>
                <a:cubicBezTo>
                  <a:pt x="5460" y="19425"/>
                  <a:pt x="5565" y="19320"/>
                  <a:pt x="5694" y="1932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章节·加锁</a:t>
            </a:r>
          </a:p>
        </p:txBody>
      </p:sp>
      <p:sp>
        <p:nvSpPr>
          <p:cNvPr id="94" name="KNOW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9960"/>
                </a:moveTo>
                <a:lnTo>
                  <a:pt x="11466" y="9960"/>
                </a:lnTo>
                <a:cubicBezTo>
                  <a:pt x="11595" y="9960"/>
                  <a:pt x="11700" y="10065"/>
                  <a:pt x="11700" y="10194"/>
                </a:cubicBezTo>
                <a:lnTo>
                  <a:pt x="11700" y="11286"/>
                </a:lnTo>
                <a:cubicBezTo>
                  <a:pt x="11700" y="11415"/>
                  <a:pt x="11595" y="11520"/>
                  <a:pt x="1146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194"/>
                </a:lnTo>
                <a:cubicBezTo>
                  <a:pt x="5460" y="10065"/>
                  <a:pt x="5565" y="9960"/>
                  <a:pt x="5694" y="9960"/>
                </a:cubicBezTo>
                <a:close/>
                <a:moveTo>
                  <a:pt x="569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5694" y="14640"/>
                </a:moveTo>
                <a:lnTo>
                  <a:pt x="12246" y="14640"/>
                </a:lnTo>
                <a:cubicBezTo>
                  <a:pt x="12375" y="14640"/>
                  <a:pt x="12480" y="14745"/>
                  <a:pt x="12480" y="1487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569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569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19866"/>
                </a:lnTo>
                <a:cubicBezTo>
                  <a:pt x="12480" y="19995"/>
                  <a:pt x="12375" y="20100"/>
                  <a:pt x="12246" y="20100"/>
                </a:cubicBezTo>
                <a:lnTo>
                  <a:pt x="5694" y="20100"/>
                </a:lnTo>
                <a:cubicBezTo>
                  <a:pt x="5565" y="20100"/>
                  <a:pt x="5460" y="19995"/>
                  <a:pt x="5460" y="19866"/>
                </a:cubicBezTo>
                <a:lnTo>
                  <a:pt x="5460" y="19554"/>
                </a:lnTo>
                <a:cubicBezTo>
                  <a:pt x="5460" y="19425"/>
                  <a:pt x="5565" y="19320"/>
                  <a:pt x="5694" y="1932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章节·洞察</a:t>
            </a:r>
          </a:p>
        </p:txBody>
      </p:sp>
      <p:sp>
        <p:nvSpPr>
          <p:cNvPr id="97" name="KNOW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9960"/>
                </a:moveTo>
                <a:lnTo>
                  <a:pt x="11466" y="9960"/>
                </a:lnTo>
                <a:cubicBezTo>
                  <a:pt x="11595" y="9960"/>
                  <a:pt x="11700" y="10065"/>
                  <a:pt x="11700" y="10194"/>
                </a:cubicBezTo>
                <a:lnTo>
                  <a:pt x="11700" y="11286"/>
                </a:lnTo>
                <a:cubicBezTo>
                  <a:pt x="11700" y="11415"/>
                  <a:pt x="11595" y="11520"/>
                  <a:pt x="1146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194"/>
                </a:lnTo>
                <a:cubicBezTo>
                  <a:pt x="5460" y="10065"/>
                  <a:pt x="5565" y="9960"/>
                  <a:pt x="5694" y="9960"/>
                </a:cubicBezTo>
                <a:close/>
                <a:moveTo>
                  <a:pt x="569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5694" y="13860"/>
                </a:lnTo>
                <a:cubicBezTo>
                  <a:pt x="5565" y="13860"/>
                  <a:pt x="5460" y="13755"/>
                  <a:pt x="5460" y="13626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5694" y="14640"/>
                </a:moveTo>
                <a:lnTo>
                  <a:pt x="12246" y="14640"/>
                </a:lnTo>
                <a:cubicBezTo>
                  <a:pt x="12375" y="14640"/>
                  <a:pt x="12480" y="14745"/>
                  <a:pt x="12480" y="14874"/>
                </a:cubicBezTo>
                <a:lnTo>
                  <a:pt x="12480" y="15186"/>
                </a:lnTo>
                <a:cubicBezTo>
                  <a:pt x="12480" y="15315"/>
                  <a:pt x="12375" y="15420"/>
                  <a:pt x="12246" y="15420"/>
                </a:cubicBezTo>
                <a:lnTo>
                  <a:pt x="5694" y="15420"/>
                </a:lnTo>
                <a:cubicBezTo>
                  <a:pt x="5565" y="15420"/>
                  <a:pt x="5460" y="15315"/>
                  <a:pt x="5460" y="15186"/>
                </a:cubicBezTo>
                <a:lnTo>
                  <a:pt x="5460" y="14874"/>
                </a:lnTo>
                <a:cubicBezTo>
                  <a:pt x="5460" y="14745"/>
                  <a:pt x="5565" y="14640"/>
                  <a:pt x="5694" y="14640"/>
                </a:cubicBezTo>
                <a:close/>
                <a:moveTo>
                  <a:pt x="569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5694" y="18540"/>
                </a:lnTo>
                <a:cubicBezTo>
                  <a:pt x="5565" y="18540"/>
                  <a:pt x="5460" y="18435"/>
                  <a:pt x="5460" y="18306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569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19866"/>
                </a:lnTo>
                <a:cubicBezTo>
                  <a:pt x="12480" y="19995"/>
                  <a:pt x="12375" y="20100"/>
                  <a:pt x="12246" y="20100"/>
                </a:cubicBezTo>
                <a:lnTo>
                  <a:pt x="5694" y="20100"/>
                </a:lnTo>
                <a:cubicBezTo>
                  <a:pt x="5565" y="20100"/>
                  <a:pt x="5460" y="19995"/>
                  <a:pt x="5460" y="19866"/>
                </a:cubicBezTo>
                <a:lnTo>
                  <a:pt x="5460" y="19554"/>
                </a:lnTo>
                <a:cubicBezTo>
                  <a:pt x="5460" y="19425"/>
                  <a:pt x="5565" y="19320"/>
                  <a:pt x="5694" y="1932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章节·重点</a:t>
            </a:r>
          </a:p>
        </p:txBody>
      </p:sp>
      <p:sp>
        <p:nvSpPr>
          <p:cNvPr id="100" name="KNOW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2000"/>
                </a:moveTo>
                <a:lnTo>
                  <a:pt x="15000" y="2000"/>
                </a:lnTo>
                <a:lnTo>
                  <a:pt x="19000" y="6000"/>
                </a:lnTo>
                <a:lnTo>
                  <a:pt x="19000" y="22000"/>
                </a:lnTo>
                <a:lnTo>
                  <a:pt x="4000" y="22000"/>
                </a:lnTo>
                <a:close/>
                <a:moveTo>
                  <a:pt x="15000" y="2000"/>
                </a:moveTo>
                <a:lnTo>
                  <a:pt x="15000" y="6000"/>
                </a:lnTo>
                <a:lnTo>
                  <a:pt x="19000" y="6000"/>
                </a:lnTo>
                <a:lnTo>
                  <a:pt x="15000" y="2000"/>
                </a:lnTo>
                <a:close/>
                <a:moveTo>
                  <a:pt x="7300" y="7000"/>
                </a:moveTo>
                <a:lnTo>
                  <a:pt x="8100" y="7000"/>
                </a:lnTo>
                <a:cubicBezTo>
                  <a:pt x="8266" y="7000"/>
                  <a:pt x="8400" y="7134"/>
                  <a:pt x="8400" y="7300"/>
                </a:cubicBezTo>
                <a:lnTo>
                  <a:pt x="8400" y="8100"/>
                </a:lnTo>
                <a:cubicBezTo>
                  <a:pt x="8400" y="8266"/>
                  <a:pt x="8266" y="8400"/>
                  <a:pt x="8100" y="8400"/>
                </a:cubicBezTo>
                <a:lnTo>
                  <a:pt x="7300" y="8400"/>
                </a:lnTo>
                <a:cubicBezTo>
                  <a:pt x="7134" y="8400"/>
                  <a:pt x="7000" y="8266"/>
                  <a:pt x="7000" y="8100"/>
                </a:cubicBezTo>
                <a:lnTo>
                  <a:pt x="7000" y="7300"/>
                </a:lnTo>
                <a:cubicBezTo>
                  <a:pt x="7000" y="7134"/>
                  <a:pt x="7134" y="7000"/>
                  <a:pt x="7300" y="7000"/>
                </a:cubicBezTo>
                <a:close/>
                <a:moveTo>
                  <a:pt x="10300" y="7000"/>
                </a:moveTo>
                <a:lnTo>
                  <a:pt x="15700" y="7000"/>
                </a:lnTo>
                <a:cubicBezTo>
                  <a:pt x="15866" y="7000"/>
                  <a:pt x="16000" y="7134"/>
                  <a:pt x="16000" y="7300"/>
                </a:cubicBezTo>
                <a:lnTo>
                  <a:pt x="16000" y="7700"/>
                </a:lnTo>
                <a:cubicBezTo>
                  <a:pt x="16000" y="7866"/>
                  <a:pt x="15866" y="8000"/>
                  <a:pt x="15700" y="8000"/>
                </a:cubicBezTo>
                <a:lnTo>
                  <a:pt x="10300" y="8000"/>
                </a:lnTo>
                <a:cubicBezTo>
                  <a:pt x="10134" y="8000"/>
                  <a:pt x="10000" y="7866"/>
                  <a:pt x="10000" y="7700"/>
                </a:cubicBezTo>
                <a:lnTo>
                  <a:pt x="10000" y="7300"/>
                </a:lnTo>
                <a:cubicBezTo>
                  <a:pt x="10000" y="7134"/>
                  <a:pt x="10134" y="7000"/>
                  <a:pt x="10300" y="7000"/>
                </a:cubicBezTo>
                <a:close/>
                <a:moveTo>
                  <a:pt x="7300" y="10000"/>
                </a:moveTo>
                <a:lnTo>
                  <a:pt x="8100" y="10000"/>
                </a:lnTo>
                <a:cubicBezTo>
                  <a:pt x="8266" y="10000"/>
                  <a:pt x="8400" y="10134"/>
                  <a:pt x="8400" y="10300"/>
                </a:cubicBezTo>
                <a:lnTo>
                  <a:pt x="8400" y="11100"/>
                </a:lnTo>
                <a:cubicBezTo>
                  <a:pt x="8400" y="11266"/>
                  <a:pt x="8266" y="11400"/>
                  <a:pt x="8100" y="11400"/>
                </a:cubicBezTo>
                <a:lnTo>
                  <a:pt x="7300" y="11400"/>
                </a:lnTo>
                <a:cubicBezTo>
                  <a:pt x="7134" y="11400"/>
                  <a:pt x="7000" y="11266"/>
                  <a:pt x="7000" y="11100"/>
                </a:cubicBezTo>
                <a:lnTo>
                  <a:pt x="7000" y="10300"/>
                </a:lnTo>
                <a:cubicBezTo>
                  <a:pt x="7000" y="10134"/>
                  <a:pt x="7134" y="10000"/>
                  <a:pt x="7300" y="10000"/>
                </a:cubicBezTo>
                <a:close/>
                <a:moveTo>
                  <a:pt x="10300" y="10000"/>
                </a:moveTo>
                <a:lnTo>
                  <a:pt x="15700" y="10000"/>
                </a:lnTo>
                <a:cubicBezTo>
                  <a:pt x="15866" y="10000"/>
                  <a:pt x="16000" y="10134"/>
                  <a:pt x="16000" y="10300"/>
                </a:cubicBezTo>
                <a:lnTo>
                  <a:pt x="16000" y="10700"/>
                </a:lnTo>
                <a:cubicBezTo>
                  <a:pt x="16000" y="10866"/>
                  <a:pt x="15866" y="11000"/>
                  <a:pt x="15700" y="11000"/>
                </a:cubicBezTo>
                <a:lnTo>
                  <a:pt x="10300" y="11000"/>
                </a:lnTo>
                <a:cubicBezTo>
                  <a:pt x="10134" y="11000"/>
                  <a:pt x="10000" y="10866"/>
                  <a:pt x="10000" y="10700"/>
                </a:cubicBezTo>
                <a:lnTo>
                  <a:pt x="10000" y="10300"/>
                </a:lnTo>
                <a:cubicBezTo>
                  <a:pt x="10000" y="10134"/>
                  <a:pt x="10134" y="10000"/>
                  <a:pt x="10300" y="10000"/>
                </a:cubicBezTo>
                <a:close/>
                <a:moveTo>
                  <a:pt x="7300" y="13000"/>
                </a:moveTo>
                <a:lnTo>
                  <a:pt x="8100" y="13000"/>
                </a:lnTo>
                <a:cubicBezTo>
                  <a:pt x="8266" y="13000"/>
                  <a:pt x="8400" y="13134"/>
                  <a:pt x="8400" y="13300"/>
                </a:cubicBezTo>
                <a:lnTo>
                  <a:pt x="8400" y="14100"/>
                </a:lnTo>
                <a:cubicBezTo>
                  <a:pt x="8400" y="14266"/>
                  <a:pt x="8266" y="14400"/>
                  <a:pt x="8100" y="14400"/>
                </a:cubicBezTo>
                <a:lnTo>
                  <a:pt x="7300" y="14400"/>
                </a:lnTo>
                <a:cubicBezTo>
                  <a:pt x="7134" y="14400"/>
                  <a:pt x="7000" y="14266"/>
                  <a:pt x="7000" y="14100"/>
                </a:cubicBezTo>
                <a:lnTo>
                  <a:pt x="7000" y="13300"/>
                </a:lnTo>
                <a:cubicBezTo>
                  <a:pt x="7000" y="13134"/>
                  <a:pt x="7134" y="13000"/>
                  <a:pt x="7300" y="13000"/>
                </a:cubicBezTo>
                <a:close/>
                <a:moveTo>
                  <a:pt x="10300" y="13000"/>
                </a:moveTo>
                <a:lnTo>
                  <a:pt x="15700" y="13000"/>
                </a:lnTo>
                <a:cubicBezTo>
                  <a:pt x="15866" y="13000"/>
                  <a:pt x="16000" y="13134"/>
                  <a:pt x="16000" y="13300"/>
                </a:cubicBezTo>
                <a:lnTo>
                  <a:pt x="16000" y="13700"/>
                </a:lnTo>
                <a:cubicBezTo>
                  <a:pt x="16000" y="13866"/>
                  <a:pt x="15866" y="14000"/>
                  <a:pt x="15700" y="14000"/>
                </a:cubicBezTo>
                <a:lnTo>
                  <a:pt x="10300" y="14000"/>
                </a:lnTo>
                <a:cubicBezTo>
                  <a:pt x="10134" y="14000"/>
                  <a:pt x="10000" y="13866"/>
                  <a:pt x="10000" y="13700"/>
                </a:cubicBezTo>
                <a:lnTo>
                  <a:pt x="10000" y="13300"/>
                </a:lnTo>
                <a:cubicBezTo>
                  <a:pt x="10000" y="13134"/>
                  <a:pt x="10134" y="13000"/>
                  <a:pt x="10300" y="13000"/>
                </a:cubicBezTo>
                <a:close/>
                <a:moveTo>
                  <a:pt x="7300" y="16000"/>
                </a:moveTo>
                <a:lnTo>
                  <a:pt x="8100" y="16000"/>
                </a:lnTo>
                <a:cubicBezTo>
                  <a:pt x="8266" y="16000"/>
                  <a:pt x="8400" y="16134"/>
                  <a:pt x="8400" y="16300"/>
                </a:cubicBezTo>
                <a:lnTo>
                  <a:pt x="8400" y="17100"/>
                </a:lnTo>
                <a:cubicBezTo>
                  <a:pt x="8400" y="17266"/>
                  <a:pt x="8266" y="17400"/>
                  <a:pt x="8100" y="17400"/>
                </a:cubicBezTo>
                <a:lnTo>
                  <a:pt x="7300" y="17400"/>
                </a:lnTo>
                <a:cubicBezTo>
                  <a:pt x="7134" y="17400"/>
                  <a:pt x="7000" y="17266"/>
                  <a:pt x="7000" y="17100"/>
                </a:cubicBezTo>
                <a:lnTo>
                  <a:pt x="7000" y="16300"/>
                </a:lnTo>
                <a:cubicBezTo>
                  <a:pt x="7000" y="16134"/>
                  <a:pt x="7134" y="16000"/>
                  <a:pt x="7300" y="16000"/>
                </a:cubicBezTo>
                <a:close/>
                <a:moveTo>
                  <a:pt x="10300" y="16000"/>
                </a:moveTo>
                <a:lnTo>
                  <a:pt x="15700" y="16000"/>
                </a:lnTo>
                <a:cubicBezTo>
                  <a:pt x="15866" y="16000"/>
                  <a:pt x="16000" y="16134"/>
                  <a:pt x="16000" y="16300"/>
                </a:cubicBezTo>
                <a:lnTo>
                  <a:pt x="16000" y="16700"/>
                </a:lnTo>
                <a:cubicBezTo>
                  <a:pt x="16000" y="16866"/>
                  <a:pt x="15866" y="17000"/>
                  <a:pt x="15700" y="17000"/>
                </a:cubicBezTo>
                <a:lnTo>
                  <a:pt x="10300" y="17000"/>
                </a:lnTo>
                <a:cubicBezTo>
                  <a:pt x="10134" y="17000"/>
                  <a:pt x="10000" y="16866"/>
                  <a:pt x="10000" y="16700"/>
                </a:cubicBezTo>
                <a:lnTo>
                  <a:pt x="10000" y="16300"/>
                </a:lnTo>
                <a:cubicBezTo>
                  <a:pt x="10000" y="16134"/>
                  <a:pt x="10134" y="16000"/>
                  <a:pt x="10300" y="16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索引页</a:t>
            </a:r>
          </a:p>
        </p:txBody>
      </p:sp>
      <p:sp>
        <p:nvSpPr>
          <p:cNvPr id="103" name="KNOW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6318" y="10740"/>
                </a:lnTo>
                <a:cubicBezTo>
                  <a:pt x="6447" y="10740"/>
                  <a:pt x="6552" y="10845"/>
                  <a:pt x="6552" y="10974"/>
                </a:cubicBezTo>
                <a:lnTo>
                  <a:pt x="6552" y="11598"/>
                </a:lnTo>
                <a:cubicBezTo>
                  <a:pt x="6552" y="11727"/>
                  <a:pt x="6447" y="11832"/>
                  <a:pt x="6318" y="11832"/>
                </a:cubicBezTo>
                <a:lnTo>
                  <a:pt x="5694" y="11832"/>
                </a:lnTo>
                <a:cubicBezTo>
                  <a:pt x="5565" y="11832"/>
                  <a:pt x="5460" y="11727"/>
                  <a:pt x="5460" y="11598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03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8034" y="11520"/>
                </a:lnTo>
                <a:cubicBezTo>
                  <a:pt x="7905" y="11520"/>
                  <a:pt x="7800" y="11415"/>
                  <a:pt x="7800" y="11286"/>
                </a:cubicBezTo>
                <a:lnTo>
                  <a:pt x="7800" y="10974"/>
                </a:lnTo>
                <a:cubicBezTo>
                  <a:pt x="7800" y="10845"/>
                  <a:pt x="7905" y="10740"/>
                  <a:pt x="8034" y="10740"/>
                </a:cubicBezTo>
                <a:close/>
                <a:moveTo>
                  <a:pt x="5694" y="13080"/>
                </a:moveTo>
                <a:lnTo>
                  <a:pt x="6318" y="13080"/>
                </a:lnTo>
                <a:cubicBezTo>
                  <a:pt x="6447" y="13080"/>
                  <a:pt x="6552" y="13185"/>
                  <a:pt x="6552" y="13314"/>
                </a:cubicBezTo>
                <a:lnTo>
                  <a:pt x="6552" y="13938"/>
                </a:lnTo>
                <a:cubicBezTo>
                  <a:pt x="6552" y="14067"/>
                  <a:pt x="6447" y="14172"/>
                  <a:pt x="6318" y="14172"/>
                </a:cubicBezTo>
                <a:lnTo>
                  <a:pt x="5694" y="14172"/>
                </a:lnTo>
                <a:cubicBezTo>
                  <a:pt x="5565" y="14172"/>
                  <a:pt x="5460" y="14067"/>
                  <a:pt x="5460" y="13938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803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8034" y="13860"/>
                </a:lnTo>
                <a:cubicBezTo>
                  <a:pt x="7905" y="13860"/>
                  <a:pt x="7800" y="13755"/>
                  <a:pt x="7800" y="13626"/>
                </a:cubicBezTo>
                <a:lnTo>
                  <a:pt x="7800" y="13314"/>
                </a:lnTo>
                <a:cubicBezTo>
                  <a:pt x="7800" y="13185"/>
                  <a:pt x="7905" y="13080"/>
                  <a:pt x="8034" y="13080"/>
                </a:cubicBezTo>
                <a:close/>
                <a:moveTo>
                  <a:pt x="5694" y="15420"/>
                </a:moveTo>
                <a:lnTo>
                  <a:pt x="6318" y="15420"/>
                </a:lnTo>
                <a:cubicBezTo>
                  <a:pt x="6447" y="15420"/>
                  <a:pt x="6552" y="15525"/>
                  <a:pt x="6552" y="15654"/>
                </a:cubicBezTo>
                <a:lnTo>
                  <a:pt x="6552" y="16278"/>
                </a:lnTo>
                <a:cubicBezTo>
                  <a:pt x="6552" y="16407"/>
                  <a:pt x="6447" y="16512"/>
                  <a:pt x="6318" y="16512"/>
                </a:cubicBezTo>
                <a:lnTo>
                  <a:pt x="5694" y="16512"/>
                </a:lnTo>
                <a:cubicBezTo>
                  <a:pt x="5565" y="16512"/>
                  <a:pt x="5460" y="16407"/>
                  <a:pt x="5460" y="16278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803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15966"/>
                </a:lnTo>
                <a:cubicBezTo>
                  <a:pt x="12480" y="16095"/>
                  <a:pt x="12375" y="16200"/>
                  <a:pt x="12246" y="16200"/>
                </a:cubicBezTo>
                <a:lnTo>
                  <a:pt x="8034" y="16200"/>
                </a:lnTo>
                <a:cubicBezTo>
                  <a:pt x="7905" y="16200"/>
                  <a:pt x="7800" y="16095"/>
                  <a:pt x="7800" y="1596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5694" y="17760"/>
                </a:moveTo>
                <a:lnTo>
                  <a:pt x="6318" y="17760"/>
                </a:lnTo>
                <a:cubicBezTo>
                  <a:pt x="6447" y="17760"/>
                  <a:pt x="6552" y="17865"/>
                  <a:pt x="6552" y="17994"/>
                </a:cubicBezTo>
                <a:lnTo>
                  <a:pt x="6552" y="18618"/>
                </a:lnTo>
                <a:cubicBezTo>
                  <a:pt x="6552" y="18747"/>
                  <a:pt x="6447" y="18852"/>
                  <a:pt x="6318" y="18852"/>
                </a:cubicBezTo>
                <a:lnTo>
                  <a:pt x="5694" y="18852"/>
                </a:lnTo>
                <a:cubicBezTo>
                  <a:pt x="5565" y="18852"/>
                  <a:pt x="5460" y="18747"/>
                  <a:pt x="5460" y="18618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803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8034" y="18540"/>
                </a:lnTo>
                <a:cubicBezTo>
                  <a:pt x="7905" y="18540"/>
                  <a:pt x="7800" y="18435"/>
                  <a:pt x="7800" y="18306"/>
                </a:cubicBezTo>
                <a:lnTo>
                  <a:pt x="7800" y="17994"/>
                </a:lnTo>
                <a:cubicBezTo>
                  <a:pt x="7800" y="17865"/>
                  <a:pt x="7905" y="17760"/>
                  <a:pt x="8034" y="177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索引页·新增</a:t>
            </a:r>
          </a:p>
        </p:txBody>
      </p:sp>
      <p:sp>
        <p:nvSpPr>
          <p:cNvPr id="106" name="KNOW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6318" y="10740"/>
                </a:lnTo>
                <a:cubicBezTo>
                  <a:pt x="6447" y="10740"/>
                  <a:pt x="6552" y="10845"/>
                  <a:pt x="6552" y="10974"/>
                </a:cubicBezTo>
                <a:lnTo>
                  <a:pt x="6552" y="11598"/>
                </a:lnTo>
                <a:cubicBezTo>
                  <a:pt x="6552" y="11727"/>
                  <a:pt x="6447" y="11832"/>
                  <a:pt x="6318" y="11832"/>
                </a:cubicBezTo>
                <a:lnTo>
                  <a:pt x="5694" y="11832"/>
                </a:lnTo>
                <a:cubicBezTo>
                  <a:pt x="5565" y="11832"/>
                  <a:pt x="5460" y="11727"/>
                  <a:pt x="5460" y="11598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03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8034" y="11520"/>
                </a:lnTo>
                <a:cubicBezTo>
                  <a:pt x="7905" y="11520"/>
                  <a:pt x="7800" y="11415"/>
                  <a:pt x="7800" y="11286"/>
                </a:cubicBezTo>
                <a:lnTo>
                  <a:pt x="7800" y="10974"/>
                </a:lnTo>
                <a:cubicBezTo>
                  <a:pt x="7800" y="10845"/>
                  <a:pt x="7905" y="10740"/>
                  <a:pt x="8034" y="10740"/>
                </a:cubicBezTo>
                <a:close/>
                <a:moveTo>
                  <a:pt x="5694" y="13080"/>
                </a:moveTo>
                <a:lnTo>
                  <a:pt x="6318" y="13080"/>
                </a:lnTo>
                <a:cubicBezTo>
                  <a:pt x="6447" y="13080"/>
                  <a:pt x="6552" y="13185"/>
                  <a:pt x="6552" y="13314"/>
                </a:cubicBezTo>
                <a:lnTo>
                  <a:pt x="6552" y="13938"/>
                </a:lnTo>
                <a:cubicBezTo>
                  <a:pt x="6552" y="14067"/>
                  <a:pt x="6447" y="14172"/>
                  <a:pt x="6318" y="14172"/>
                </a:cubicBezTo>
                <a:lnTo>
                  <a:pt x="5694" y="14172"/>
                </a:lnTo>
                <a:cubicBezTo>
                  <a:pt x="5565" y="14172"/>
                  <a:pt x="5460" y="14067"/>
                  <a:pt x="5460" y="13938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803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8034" y="13860"/>
                </a:lnTo>
                <a:cubicBezTo>
                  <a:pt x="7905" y="13860"/>
                  <a:pt x="7800" y="13755"/>
                  <a:pt x="7800" y="13626"/>
                </a:cubicBezTo>
                <a:lnTo>
                  <a:pt x="7800" y="13314"/>
                </a:lnTo>
                <a:cubicBezTo>
                  <a:pt x="7800" y="13185"/>
                  <a:pt x="7905" y="13080"/>
                  <a:pt x="8034" y="13080"/>
                </a:cubicBezTo>
                <a:close/>
                <a:moveTo>
                  <a:pt x="5694" y="15420"/>
                </a:moveTo>
                <a:lnTo>
                  <a:pt x="6318" y="15420"/>
                </a:lnTo>
                <a:cubicBezTo>
                  <a:pt x="6447" y="15420"/>
                  <a:pt x="6552" y="15525"/>
                  <a:pt x="6552" y="15654"/>
                </a:cubicBezTo>
                <a:lnTo>
                  <a:pt x="6552" y="16278"/>
                </a:lnTo>
                <a:cubicBezTo>
                  <a:pt x="6552" y="16407"/>
                  <a:pt x="6447" y="16512"/>
                  <a:pt x="6318" y="16512"/>
                </a:cubicBezTo>
                <a:lnTo>
                  <a:pt x="5694" y="16512"/>
                </a:lnTo>
                <a:cubicBezTo>
                  <a:pt x="5565" y="16512"/>
                  <a:pt x="5460" y="16407"/>
                  <a:pt x="5460" y="16278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803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15966"/>
                </a:lnTo>
                <a:cubicBezTo>
                  <a:pt x="12480" y="16095"/>
                  <a:pt x="12375" y="16200"/>
                  <a:pt x="12246" y="16200"/>
                </a:cubicBezTo>
                <a:lnTo>
                  <a:pt x="8034" y="16200"/>
                </a:lnTo>
                <a:cubicBezTo>
                  <a:pt x="7905" y="16200"/>
                  <a:pt x="7800" y="16095"/>
                  <a:pt x="7800" y="1596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5694" y="17760"/>
                </a:moveTo>
                <a:lnTo>
                  <a:pt x="6318" y="17760"/>
                </a:lnTo>
                <a:cubicBezTo>
                  <a:pt x="6447" y="17760"/>
                  <a:pt x="6552" y="17865"/>
                  <a:pt x="6552" y="17994"/>
                </a:cubicBezTo>
                <a:lnTo>
                  <a:pt x="6552" y="18618"/>
                </a:lnTo>
                <a:cubicBezTo>
                  <a:pt x="6552" y="18747"/>
                  <a:pt x="6447" y="18852"/>
                  <a:pt x="6318" y="18852"/>
                </a:cubicBezTo>
                <a:lnTo>
                  <a:pt x="5694" y="18852"/>
                </a:lnTo>
                <a:cubicBezTo>
                  <a:pt x="5565" y="18852"/>
                  <a:pt x="5460" y="18747"/>
                  <a:pt x="5460" y="18618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803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8034" y="18540"/>
                </a:lnTo>
                <a:cubicBezTo>
                  <a:pt x="7905" y="18540"/>
                  <a:pt x="7800" y="18435"/>
                  <a:pt x="7800" y="18306"/>
                </a:cubicBezTo>
                <a:lnTo>
                  <a:pt x="7800" y="17994"/>
                </a:lnTo>
                <a:cubicBezTo>
                  <a:pt x="7800" y="17865"/>
                  <a:pt x="7905" y="17760"/>
                  <a:pt x="8034" y="177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索引页·已验证</a:t>
            </a:r>
          </a:p>
        </p:txBody>
      </p:sp>
      <p:sp>
        <p:nvSpPr>
          <p:cNvPr id="109" name="KNOW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6318" y="10740"/>
                </a:lnTo>
                <a:cubicBezTo>
                  <a:pt x="6447" y="10740"/>
                  <a:pt x="6552" y="10845"/>
                  <a:pt x="6552" y="10974"/>
                </a:cubicBezTo>
                <a:lnTo>
                  <a:pt x="6552" y="11598"/>
                </a:lnTo>
                <a:cubicBezTo>
                  <a:pt x="6552" y="11727"/>
                  <a:pt x="6447" y="11832"/>
                  <a:pt x="6318" y="11832"/>
                </a:cubicBezTo>
                <a:lnTo>
                  <a:pt x="5694" y="11832"/>
                </a:lnTo>
                <a:cubicBezTo>
                  <a:pt x="5565" y="11832"/>
                  <a:pt x="5460" y="11727"/>
                  <a:pt x="5460" y="11598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03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8034" y="11520"/>
                </a:lnTo>
                <a:cubicBezTo>
                  <a:pt x="7905" y="11520"/>
                  <a:pt x="7800" y="11415"/>
                  <a:pt x="7800" y="11286"/>
                </a:cubicBezTo>
                <a:lnTo>
                  <a:pt x="7800" y="10974"/>
                </a:lnTo>
                <a:cubicBezTo>
                  <a:pt x="7800" y="10845"/>
                  <a:pt x="7905" y="10740"/>
                  <a:pt x="8034" y="10740"/>
                </a:cubicBezTo>
                <a:close/>
                <a:moveTo>
                  <a:pt x="5694" y="13080"/>
                </a:moveTo>
                <a:lnTo>
                  <a:pt x="6318" y="13080"/>
                </a:lnTo>
                <a:cubicBezTo>
                  <a:pt x="6447" y="13080"/>
                  <a:pt x="6552" y="13185"/>
                  <a:pt x="6552" y="13314"/>
                </a:cubicBezTo>
                <a:lnTo>
                  <a:pt x="6552" y="13938"/>
                </a:lnTo>
                <a:cubicBezTo>
                  <a:pt x="6552" y="14067"/>
                  <a:pt x="6447" y="14172"/>
                  <a:pt x="6318" y="14172"/>
                </a:cubicBezTo>
                <a:lnTo>
                  <a:pt x="5694" y="14172"/>
                </a:lnTo>
                <a:cubicBezTo>
                  <a:pt x="5565" y="14172"/>
                  <a:pt x="5460" y="14067"/>
                  <a:pt x="5460" y="13938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803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8034" y="13860"/>
                </a:lnTo>
                <a:cubicBezTo>
                  <a:pt x="7905" y="13860"/>
                  <a:pt x="7800" y="13755"/>
                  <a:pt x="7800" y="13626"/>
                </a:cubicBezTo>
                <a:lnTo>
                  <a:pt x="7800" y="13314"/>
                </a:lnTo>
                <a:cubicBezTo>
                  <a:pt x="7800" y="13185"/>
                  <a:pt x="7905" y="13080"/>
                  <a:pt x="8034" y="13080"/>
                </a:cubicBezTo>
                <a:close/>
                <a:moveTo>
                  <a:pt x="5694" y="15420"/>
                </a:moveTo>
                <a:lnTo>
                  <a:pt x="6318" y="15420"/>
                </a:lnTo>
                <a:cubicBezTo>
                  <a:pt x="6447" y="15420"/>
                  <a:pt x="6552" y="15525"/>
                  <a:pt x="6552" y="15654"/>
                </a:cubicBezTo>
                <a:lnTo>
                  <a:pt x="6552" y="16278"/>
                </a:lnTo>
                <a:cubicBezTo>
                  <a:pt x="6552" y="16407"/>
                  <a:pt x="6447" y="16512"/>
                  <a:pt x="6318" y="16512"/>
                </a:cubicBezTo>
                <a:lnTo>
                  <a:pt x="5694" y="16512"/>
                </a:lnTo>
                <a:cubicBezTo>
                  <a:pt x="5565" y="16512"/>
                  <a:pt x="5460" y="16407"/>
                  <a:pt x="5460" y="16278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803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15966"/>
                </a:lnTo>
                <a:cubicBezTo>
                  <a:pt x="12480" y="16095"/>
                  <a:pt x="12375" y="16200"/>
                  <a:pt x="12246" y="16200"/>
                </a:cubicBezTo>
                <a:lnTo>
                  <a:pt x="8034" y="16200"/>
                </a:lnTo>
                <a:cubicBezTo>
                  <a:pt x="7905" y="16200"/>
                  <a:pt x="7800" y="16095"/>
                  <a:pt x="7800" y="1596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5694" y="17760"/>
                </a:moveTo>
                <a:lnTo>
                  <a:pt x="6318" y="17760"/>
                </a:lnTo>
                <a:cubicBezTo>
                  <a:pt x="6447" y="17760"/>
                  <a:pt x="6552" y="17865"/>
                  <a:pt x="6552" y="17994"/>
                </a:cubicBezTo>
                <a:lnTo>
                  <a:pt x="6552" y="18618"/>
                </a:lnTo>
                <a:cubicBezTo>
                  <a:pt x="6552" y="18747"/>
                  <a:pt x="6447" y="18852"/>
                  <a:pt x="6318" y="18852"/>
                </a:cubicBezTo>
                <a:lnTo>
                  <a:pt x="5694" y="18852"/>
                </a:lnTo>
                <a:cubicBezTo>
                  <a:pt x="5565" y="18852"/>
                  <a:pt x="5460" y="18747"/>
                  <a:pt x="5460" y="18618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803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8034" y="18540"/>
                </a:lnTo>
                <a:cubicBezTo>
                  <a:pt x="7905" y="18540"/>
                  <a:pt x="7800" y="18435"/>
                  <a:pt x="7800" y="18306"/>
                </a:cubicBezTo>
                <a:lnTo>
                  <a:pt x="7800" y="17994"/>
                </a:lnTo>
                <a:cubicBezTo>
                  <a:pt x="7800" y="17865"/>
                  <a:pt x="7905" y="17760"/>
                  <a:pt x="8034" y="1776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索引页·加锁</a:t>
            </a:r>
          </a:p>
        </p:txBody>
      </p:sp>
      <p:sp>
        <p:nvSpPr>
          <p:cNvPr id="112" name="KNOW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6318" y="10740"/>
                </a:lnTo>
                <a:cubicBezTo>
                  <a:pt x="6447" y="10740"/>
                  <a:pt x="6552" y="10845"/>
                  <a:pt x="6552" y="10974"/>
                </a:cubicBezTo>
                <a:lnTo>
                  <a:pt x="6552" y="11598"/>
                </a:lnTo>
                <a:cubicBezTo>
                  <a:pt x="6552" y="11727"/>
                  <a:pt x="6447" y="11832"/>
                  <a:pt x="6318" y="11832"/>
                </a:cubicBezTo>
                <a:lnTo>
                  <a:pt x="5694" y="11832"/>
                </a:lnTo>
                <a:cubicBezTo>
                  <a:pt x="5565" y="11832"/>
                  <a:pt x="5460" y="11727"/>
                  <a:pt x="5460" y="11598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03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8034" y="11520"/>
                </a:lnTo>
                <a:cubicBezTo>
                  <a:pt x="7905" y="11520"/>
                  <a:pt x="7800" y="11415"/>
                  <a:pt x="7800" y="11286"/>
                </a:cubicBezTo>
                <a:lnTo>
                  <a:pt x="7800" y="10974"/>
                </a:lnTo>
                <a:cubicBezTo>
                  <a:pt x="7800" y="10845"/>
                  <a:pt x="7905" y="10740"/>
                  <a:pt x="8034" y="10740"/>
                </a:cubicBezTo>
                <a:close/>
                <a:moveTo>
                  <a:pt x="5694" y="13080"/>
                </a:moveTo>
                <a:lnTo>
                  <a:pt x="6318" y="13080"/>
                </a:lnTo>
                <a:cubicBezTo>
                  <a:pt x="6447" y="13080"/>
                  <a:pt x="6552" y="13185"/>
                  <a:pt x="6552" y="13314"/>
                </a:cubicBezTo>
                <a:lnTo>
                  <a:pt x="6552" y="13938"/>
                </a:lnTo>
                <a:cubicBezTo>
                  <a:pt x="6552" y="14067"/>
                  <a:pt x="6447" y="14172"/>
                  <a:pt x="6318" y="14172"/>
                </a:cubicBezTo>
                <a:lnTo>
                  <a:pt x="5694" y="14172"/>
                </a:lnTo>
                <a:cubicBezTo>
                  <a:pt x="5565" y="14172"/>
                  <a:pt x="5460" y="14067"/>
                  <a:pt x="5460" y="13938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803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8034" y="13860"/>
                </a:lnTo>
                <a:cubicBezTo>
                  <a:pt x="7905" y="13860"/>
                  <a:pt x="7800" y="13755"/>
                  <a:pt x="7800" y="13626"/>
                </a:cubicBezTo>
                <a:lnTo>
                  <a:pt x="7800" y="13314"/>
                </a:lnTo>
                <a:cubicBezTo>
                  <a:pt x="7800" y="13185"/>
                  <a:pt x="7905" y="13080"/>
                  <a:pt x="8034" y="13080"/>
                </a:cubicBezTo>
                <a:close/>
                <a:moveTo>
                  <a:pt x="5694" y="15420"/>
                </a:moveTo>
                <a:lnTo>
                  <a:pt x="6318" y="15420"/>
                </a:lnTo>
                <a:cubicBezTo>
                  <a:pt x="6447" y="15420"/>
                  <a:pt x="6552" y="15525"/>
                  <a:pt x="6552" y="15654"/>
                </a:cubicBezTo>
                <a:lnTo>
                  <a:pt x="6552" y="16278"/>
                </a:lnTo>
                <a:cubicBezTo>
                  <a:pt x="6552" y="16407"/>
                  <a:pt x="6447" y="16512"/>
                  <a:pt x="6318" y="16512"/>
                </a:cubicBezTo>
                <a:lnTo>
                  <a:pt x="5694" y="16512"/>
                </a:lnTo>
                <a:cubicBezTo>
                  <a:pt x="5565" y="16512"/>
                  <a:pt x="5460" y="16407"/>
                  <a:pt x="5460" y="16278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803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15966"/>
                </a:lnTo>
                <a:cubicBezTo>
                  <a:pt x="12480" y="16095"/>
                  <a:pt x="12375" y="16200"/>
                  <a:pt x="12246" y="16200"/>
                </a:cubicBezTo>
                <a:lnTo>
                  <a:pt x="8034" y="16200"/>
                </a:lnTo>
                <a:cubicBezTo>
                  <a:pt x="7905" y="16200"/>
                  <a:pt x="7800" y="16095"/>
                  <a:pt x="7800" y="1596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5694" y="17760"/>
                </a:moveTo>
                <a:lnTo>
                  <a:pt x="6318" y="17760"/>
                </a:lnTo>
                <a:cubicBezTo>
                  <a:pt x="6447" y="17760"/>
                  <a:pt x="6552" y="17865"/>
                  <a:pt x="6552" y="17994"/>
                </a:cubicBezTo>
                <a:lnTo>
                  <a:pt x="6552" y="18618"/>
                </a:lnTo>
                <a:cubicBezTo>
                  <a:pt x="6552" y="18747"/>
                  <a:pt x="6447" y="18852"/>
                  <a:pt x="6318" y="18852"/>
                </a:cubicBezTo>
                <a:lnTo>
                  <a:pt x="5694" y="18852"/>
                </a:lnTo>
                <a:cubicBezTo>
                  <a:pt x="5565" y="18852"/>
                  <a:pt x="5460" y="18747"/>
                  <a:pt x="5460" y="18618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803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8034" y="18540"/>
                </a:lnTo>
                <a:cubicBezTo>
                  <a:pt x="7905" y="18540"/>
                  <a:pt x="7800" y="18435"/>
                  <a:pt x="7800" y="18306"/>
                </a:cubicBezTo>
                <a:lnTo>
                  <a:pt x="7800" y="17994"/>
                </a:lnTo>
                <a:cubicBezTo>
                  <a:pt x="7800" y="17865"/>
                  <a:pt x="7905" y="17760"/>
                  <a:pt x="8034" y="177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索引页·洞察</a:t>
            </a:r>
          </a:p>
        </p:txBody>
      </p:sp>
      <p:sp>
        <p:nvSpPr>
          <p:cNvPr id="115" name="KNOW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6318" y="10740"/>
                </a:lnTo>
                <a:cubicBezTo>
                  <a:pt x="6447" y="10740"/>
                  <a:pt x="6552" y="10845"/>
                  <a:pt x="6552" y="10974"/>
                </a:cubicBezTo>
                <a:lnTo>
                  <a:pt x="6552" y="11598"/>
                </a:lnTo>
                <a:cubicBezTo>
                  <a:pt x="6552" y="11727"/>
                  <a:pt x="6447" y="11832"/>
                  <a:pt x="6318" y="11832"/>
                </a:cubicBezTo>
                <a:lnTo>
                  <a:pt x="5694" y="11832"/>
                </a:lnTo>
                <a:cubicBezTo>
                  <a:pt x="5565" y="11832"/>
                  <a:pt x="5460" y="11727"/>
                  <a:pt x="5460" y="11598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803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8034" y="11520"/>
                </a:lnTo>
                <a:cubicBezTo>
                  <a:pt x="7905" y="11520"/>
                  <a:pt x="7800" y="11415"/>
                  <a:pt x="7800" y="11286"/>
                </a:cubicBezTo>
                <a:lnTo>
                  <a:pt x="7800" y="10974"/>
                </a:lnTo>
                <a:cubicBezTo>
                  <a:pt x="7800" y="10845"/>
                  <a:pt x="7905" y="10740"/>
                  <a:pt x="8034" y="10740"/>
                </a:cubicBezTo>
                <a:close/>
                <a:moveTo>
                  <a:pt x="5694" y="13080"/>
                </a:moveTo>
                <a:lnTo>
                  <a:pt x="6318" y="13080"/>
                </a:lnTo>
                <a:cubicBezTo>
                  <a:pt x="6447" y="13080"/>
                  <a:pt x="6552" y="13185"/>
                  <a:pt x="6552" y="13314"/>
                </a:cubicBezTo>
                <a:lnTo>
                  <a:pt x="6552" y="13938"/>
                </a:lnTo>
                <a:cubicBezTo>
                  <a:pt x="6552" y="14067"/>
                  <a:pt x="6447" y="14172"/>
                  <a:pt x="6318" y="14172"/>
                </a:cubicBezTo>
                <a:lnTo>
                  <a:pt x="5694" y="14172"/>
                </a:lnTo>
                <a:cubicBezTo>
                  <a:pt x="5565" y="14172"/>
                  <a:pt x="5460" y="14067"/>
                  <a:pt x="5460" y="13938"/>
                </a:cubicBezTo>
                <a:lnTo>
                  <a:pt x="5460" y="13314"/>
                </a:lnTo>
                <a:cubicBezTo>
                  <a:pt x="5460" y="13185"/>
                  <a:pt x="5565" y="13080"/>
                  <a:pt x="5694" y="13080"/>
                </a:cubicBezTo>
                <a:close/>
                <a:moveTo>
                  <a:pt x="8034" y="13080"/>
                </a:moveTo>
                <a:lnTo>
                  <a:pt x="12246" y="13080"/>
                </a:lnTo>
                <a:cubicBezTo>
                  <a:pt x="12375" y="13080"/>
                  <a:pt x="12480" y="13185"/>
                  <a:pt x="12480" y="13314"/>
                </a:cubicBezTo>
                <a:lnTo>
                  <a:pt x="12480" y="13626"/>
                </a:lnTo>
                <a:cubicBezTo>
                  <a:pt x="12480" y="13755"/>
                  <a:pt x="12375" y="13860"/>
                  <a:pt x="12246" y="13860"/>
                </a:cubicBezTo>
                <a:lnTo>
                  <a:pt x="8034" y="13860"/>
                </a:lnTo>
                <a:cubicBezTo>
                  <a:pt x="7905" y="13860"/>
                  <a:pt x="7800" y="13755"/>
                  <a:pt x="7800" y="13626"/>
                </a:cubicBezTo>
                <a:lnTo>
                  <a:pt x="7800" y="13314"/>
                </a:lnTo>
                <a:cubicBezTo>
                  <a:pt x="7800" y="13185"/>
                  <a:pt x="7905" y="13080"/>
                  <a:pt x="8034" y="13080"/>
                </a:cubicBezTo>
                <a:close/>
                <a:moveTo>
                  <a:pt x="5694" y="15420"/>
                </a:moveTo>
                <a:lnTo>
                  <a:pt x="6318" y="15420"/>
                </a:lnTo>
                <a:cubicBezTo>
                  <a:pt x="6447" y="15420"/>
                  <a:pt x="6552" y="15525"/>
                  <a:pt x="6552" y="15654"/>
                </a:cubicBezTo>
                <a:lnTo>
                  <a:pt x="6552" y="16278"/>
                </a:lnTo>
                <a:cubicBezTo>
                  <a:pt x="6552" y="16407"/>
                  <a:pt x="6447" y="16512"/>
                  <a:pt x="6318" y="16512"/>
                </a:cubicBezTo>
                <a:lnTo>
                  <a:pt x="5694" y="16512"/>
                </a:lnTo>
                <a:cubicBezTo>
                  <a:pt x="5565" y="16512"/>
                  <a:pt x="5460" y="16407"/>
                  <a:pt x="5460" y="16278"/>
                </a:cubicBezTo>
                <a:lnTo>
                  <a:pt x="5460" y="15654"/>
                </a:lnTo>
                <a:cubicBezTo>
                  <a:pt x="5460" y="15525"/>
                  <a:pt x="5565" y="15420"/>
                  <a:pt x="5694" y="15420"/>
                </a:cubicBezTo>
                <a:close/>
                <a:moveTo>
                  <a:pt x="8034" y="15420"/>
                </a:moveTo>
                <a:lnTo>
                  <a:pt x="12246" y="15420"/>
                </a:lnTo>
                <a:cubicBezTo>
                  <a:pt x="12375" y="15420"/>
                  <a:pt x="12480" y="15525"/>
                  <a:pt x="12480" y="15654"/>
                </a:cubicBezTo>
                <a:lnTo>
                  <a:pt x="12480" y="15966"/>
                </a:lnTo>
                <a:cubicBezTo>
                  <a:pt x="12480" y="16095"/>
                  <a:pt x="12375" y="16200"/>
                  <a:pt x="12246" y="16200"/>
                </a:cubicBezTo>
                <a:lnTo>
                  <a:pt x="8034" y="16200"/>
                </a:lnTo>
                <a:cubicBezTo>
                  <a:pt x="7905" y="16200"/>
                  <a:pt x="7800" y="16095"/>
                  <a:pt x="7800" y="1596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5694" y="17760"/>
                </a:moveTo>
                <a:lnTo>
                  <a:pt x="6318" y="17760"/>
                </a:lnTo>
                <a:cubicBezTo>
                  <a:pt x="6447" y="17760"/>
                  <a:pt x="6552" y="17865"/>
                  <a:pt x="6552" y="17994"/>
                </a:cubicBezTo>
                <a:lnTo>
                  <a:pt x="6552" y="18618"/>
                </a:lnTo>
                <a:cubicBezTo>
                  <a:pt x="6552" y="18747"/>
                  <a:pt x="6447" y="18852"/>
                  <a:pt x="6318" y="18852"/>
                </a:cubicBezTo>
                <a:lnTo>
                  <a:pt x="5694" y="18852"/>
                </a:lnTo>
                <a:cubicBezTo>
                  <a:pt x="5565" y="18852"/>
                  <a:pt x="5460" y="18747"/>
                  <a:pt x="5460" y="18618"/>
                </a:cubicBezTo>
                <a:lnTo>
                  <a:pt x="5460" y="17994"/>
                </a:lnTo>
                <a:cubicBezTo>
                  <a:pt x="5460" y="17865"/>
                  <a:pt x="5565" y="17760"/>
                  <a:pt x="5694" y="17760"/>
                </a:cubicBezTo>
                <a:close/>
                <a:moveTo>
                  <a:pt x="8034" y="17760"/>
                </a:moveTo>
                <a:lnTo>
                  <a:pt x="12246" y="17760"/>
                </a:lnTo>
                <a:cubicBezTo>
                  <a:pt x="12375" y="17760"/>
                  <a:pt x="12480" y="17865"/>
                  <a:pt x="12480" y="17994"/>
                </a:cubicBezTo>
                <a:lnTo>
                  <a:pt x="12480" y="18306"/>
                </a:lnTo>
                <a:cubicBezTo>
                  <a:pt x="12480" y="18435"/>
                  <a:pt x="12375" y="18540"/>
                  <a:pt x="12246" y="18540"/>
                </a:cubicBezTo>
                <a:lnTo>
                  <a:pt x="8034" y="18540"/>
                </a:lnTo>
                <a:cubicBezTo>
                  <a:pt x="7905" y="18540"/>
                  <a:pt x="7800" y="18435"/>
                  <a:pt x="7800" y="18306"/>
                </a:cubicBezTo>
                <a:lnTo>
                  <a:pt x="7800" y="17994"/>
                </a:lnTo>
                <a:cubicBezTo>
                  <a:pt x="7800" y="17865"/>
                  <a:pt x="7905" y="17760"/>
                  <a:pt x="8034" y="1776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索引页·重点</a:t>
            </a:r>
          </a:p>
        </p:txBody>
      </p:sp>
      <p:sp>
        <p:nvSpPr>
          <p:cNvPr id="118" name="KNOW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6000"/>
                </a:moveTo>
                <a:lnTo>
                  <a:pt x="9000" y="6000"/>
                </a:lnTo>
                <a:lnTo>
                  <a:pt x="9000" y="13000"/>
                </a:lnTo>
                <a:quadBezTo>
                  <a:pt x="9000" y="18000"/>
                  <a:pt x="4000" y="18000"/>
                </a:quadBezTo>
                <a:lnTo>
                  <a:pt x="4000" y="16000"/>
                </a:lnTo>
                <a:quadBezTo>
                  <a:pt x="7000" y="16000"/>
                  <a:pt x="7000" y="13000"/>
                </a:quadBezTo>
                <a:lnTo>
                  <a:pt x="4000" y="13000"/>
                </a:lnTo>
                <a:close/>
                <a:moveTo>
                  <a:pt x="14000" y="6000"/>
                </a:moveTo>
                <a:lnTo>
                  <a:pt x="19000" y="6000"/>
                </a:lnTo>
                <a:lnTo>
                  <a:pt x="19000" y="13000"/>
                </a:lnTo>
                <a:quadBezTo>
                  <a:pt x="19000" y="18000"/>
                  <a:pt x="14000" y="18000"/>
                </a:quadBezTo>
                <a:lnTo>
                  <a:pt x="14000" y="16000"/>
                </a:lnTo>
                <a:quadBezTo>
                  <a:pt x="17000" y="16000"/>
                  <a:pt x="17000" y="13000"/>
                </a:quadBezTo>
                <a:lnTo>
                  <a:pt x="14000" y="13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引用</a:t>
            </a:r>
          </a:p>
        </p:txBody>
      </p:sp>
      <p:sp>
        <p:nvSpPr>
          <p:cNvPr id="121" name="KNOW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9960"/>
                </a:moveTo>
                <a:lnTo>
                  <a:pt x="7020" y="9960"/>
                </a:lnTo>
                <a:lnTo>
                  <a:pt x="7020" y="15420"/>
                </a:lnTo>
                <a:quadBezTo>
                  <a:pt x="7020" y="19320"/>
                  <a:pt x="3120" y="19320"/>
                </a:quadBezTo>
                <a:lnTo>
                  <a:pt x="3120" y="17760"/>
                </a:lnTo>
                <a:quadBezTo>
                  <a:pt x="5460" y="17760"/>
                  <a:pt x="5460" y="15420"/>
                </a:quadBezTo>
                <a:lnTo>
                  <a:pt x="3120" y="15420"/>
                </a:lnTo>
                <a:close/>
                <a:moveTo>
                  <a:pt x="10920" y="9960"/>
                </a:moveTo>
                <a:lnTo>
                  <a:pt x="14820" y="9960"/>
                </a:lnTo>
                <a:lnTo>
                  <a:pt x="14820" y="15420"/>
                </a:lnTo>
                <a:quadBezTo>
                  <a:pt x="14820" y="19320"/>
                  <a:pt x="10920" y="19320"/>
                </a:quadBezTo>
                <a:lnTo>
                  <a:pt x="10920" y="17760"/>
                </a:lnTo>
                <a:quadBezTo>
                  <a:pt x="13260" y="17760"/>
                  <a:pt x="13260" y="15420"/>
                </a:quadBezTo>
                <a:lnTo>
                  <a:pt x="10920" y="1542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引用·新增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08_知识库与文档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KNOW · 第 3/3 页 · 共 83 个</a:t>
            </a:r>
          </a:p>
        </p:txBody>
      </p:sp>
      <p:sp>
        <p:nvSpPr>
          <p:cNvPr id="4" name="KNOW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9960"/>
                </a:moveTo>
                <a:lnTo>
                  <a:pt x="7020" y="9960"/>
                </a:lnTo>
                <a:lnTo>
                  <a:pt x="7020" y="15420"/>
                </a:lnTo>
                <a:quadBezTo>
                  <a:pt x="7020" y="19320"/>
                  <a:pt x="3120" y="19320"/>
                </a:quadBezTo>
                <a:lnTo>
                  <a:pt x="3120" y="17760"/>
                </a:lnTo>
                <a:quadBezTo>
                  <a:pt x="5460" y="17760"/>
                  <a:pt x="5460" y="15420"/>
                </a:quadBezTo>
                <a:lnTo>
                  <a:pt x="3120" y="15420"/>
                </a:lnTo>
                <a:close/>
                <a:moveTo>
                  <a:pt x="10920" y="9960"/>
                </a:moveTo>
                <a:lnTo>
                  <a:pt x="14820" y="9960"/>
                </a:lnTo>
                <a:lnTo>
                  <a:pt x="14820" y="15420"/>
                </a:lnTo>
                <a:quadBezTo>
                  <a:pt x="14820" y="19320"/>
                  <a:pt x="10920" y="19320"/>
                </a:quadBezTo>
                <a:lnTo>
                  <a:pt x="10920" y="17760"/>
                </a:lnTo>
                <a:quadBezTo>
                  <a:pt x="13260" y="17760"/>
                  <a:pt x="13260" y="15420"/>
                </a:quadBezTo>
                <a:lnTo>
                  <a:pt x="10920" y="1542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引用·已验证</a:t>
            </a:r>
          </a:p>
        </p:txBody>
      </p:sp>
      <p:sp>
        <p:nvSpPr>
          <p:cNvPr id="7" name="KNOW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9960"/>
                </a:moveTo>
                <a:lnTo>
                  <a:pt x="7020" y="9960"/>
                </a:lnTo>
                <a:lnTo>
                  <a:pt x="7020" y="15420"/>
                </a:lnTo>
                <a:quadBezTo>
                  <a:pt x="7020" y="19320"/>
                  <a:pt x="3120" y="19320"/>
                </a:quadBezTo>
                <a:lnTo>
                  <a:pt x="3120" y="17760"/>
                </a:lnTo>
                <a:quadBezTo>
                  <a:pt x="5460" y="17760"/>
                  <a:pt x="5460" y="15420"/>
                </a:quadBezTo>
                <a:lnTo>
                  <a:pt x="3120" y="15420"/>
                </a:lnTo>
                <a:close/>
                <a:moveTo>
                  <a:pt x="10920" y="9960"/>
                </a:moveTo>
                <a:lnTo>
                  <a:pt x="14820" y="9960"/>
                </a:lnTo>
                <a:lnTo>
                  <a:pt x="14820" y="15420"/>
                </a:lnTo>
                <a:quadBezTo>
                  <a:pt x="14820" y="19320"/>
                  <a:pt x="10920" y="19320"/>
                </a:quadBezTo>
                <a:lnTo>
                  <a:pt x="10920" y="17760"/>
                </a:lnTo>
                <a:quadBezTo>
                  <a:pt x="13260" y="17760"/>
                  <a:pt x="13260" y="15420"/>
                </a:quadBezTo>
                <a:lnTo>
                  <a:pt x="10920" y="1542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引用·加锁</a:t>
            </a:r>
          </a:p>
        </p:txBody>
      </p:sp>
      <p:sp>
        <p:nvSpPr>
          <p:cNvPr id="10" name="KNOW-08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9960"/>
                </a:moveTo>
                <a:lnTo>
                  <a:pt x="7020" y="9960"/>
                </a:lnTo>
                <a:lnTo>
                  <a:pt x="7020" y="15420"/>
                </a:lnTo>
                <a:quadBezTo>
                  <a:pt x="7020" y="19320"/>
                  <a:pt x="3120" y="19320"/>
                </a:quadBezTo>
                <a:lnTo>
                  <a:pt x="3120" y="17760"/>
                </a:lnTo>
                <a:quadBezTo>
                  <a:pt x="5460" y="17760"/>
                  <a:pt x="5460" y="15420"/>
                </a:quadBezTo>
                <a:lnTo>
                  <a:pt x="3120" y="15420"/>
                </a:lnTo>
                <a:close/>
                <a:moveTo>
                  <a:pt x="10920" y="9960"/>
                </a:moveTo>
                <a:lnTo>
                  <a:pt x="14820" y="9960"/>
                </a:lnTo>
                <a:lnTo>
                  <a:pt x="14820" y="15420"/>
                </a:lnTo>
                <a:quadBezTo>
                  <a:pt x="14820" y="19320"/>
                  <a:pt x="10920" y="19320"/>
                </a:quadBezTo>
                <a:lnTo>
                  <a:pt x="10920" y="17760"/>
                </a:lnTo>
                <a:quadBezTo>
                  <a:pt x="13260" y="17760"/>
                  <a:pt x="13260" y="15420"/>
                </a:quadBezTo>
                <a:lnTo>
                  <a:pt x="10920" y="1542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KNOW-083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引用·洞察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09_现场管理巡检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FIELD · 83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09_现场管理巡检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FIELD · 第 1/3 页 · 共 83 个</a:t>
            </a:r>
          </a:p>
        </p:txBody>
      </p:sp>
      <p:sp>
        <p:nvSpPr>
          <p:cNvPr id="4" name="FIELD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800" y="4000"/>
                </a:moveTo>
                <a:lnTo>
                  <a:pt x="18200" y="4000"/>
                </a:lnTo>
                <a:cubicBezTo>
                  <a:pt x="18642" y="4000"/>
                  <a:pt x="19000" y="4358"/>
                  <a:pt x="19000" y="4800"/>
                </a:cubicBezTo>
                <a:lnTo>
                  <a:pt x="19000" y="21200"/>
                </a:lnTo>
                <a:cubicBezTo>
                  <a:pt x="19000" y="21642"/>
                  <a:pt x="18642" y="22000"/>
                  <a:pt x="18200" y="22000"/>
                </a:cubicBezTo>
                <a:lnTo>
                  <a:pt x="5800" y="22000"/>
                </a:lnTo>
                <a:cubicBezTo>
                  <a:pt x="5358" y="22000"/>
                  <a:pt x="5000" y="21642"/>
                  <a:pt x="5000" y="21200"/>
                </a:cubicBezTo>
                <a:lnTo>
                  <a:pt x="5000" y="4800"/>
                </a:lnTo>
                <a:cubicBezTo>
                  <a:pt x="5000" y="4358"/>
                  <a:pt x="5358" y="4000"/>
                  <a:pt x="5800" y="4000"/>
                </a:cubicBezTo>
                <a:close/>
                <a:moveTo>
                  <a:pt x="8600" y="2500"/>
                </a:moveTo>
                <a:lnTo>
                  <a:pt x="15400" y="2500"/>
                </a:lnTo>
                <a:cubicBezTo>
                  <a:pt x="15731" y="2500"/>
                  <a:pt x="16000" y="2769"/>
                  <a:pt x="16000" y="3100"/>
                </a:cubicBezTo>
                <a:lnTo>
                  <a:pt x="16000" y="4900"/>
                </a:lnTo>
                <a:cubicBezTo>
                  <a:pt x="16000" y="5231"/>
                  <a:pt x="15731" y="5500"/>
                  <a:pt x="15400" y="5500"/>
                </a:cubicBezTo>
                <a:lnTo>
                  <a:pt x="8600" y="5500"/>
                </a:lnTo>
                <a:cubicBezTo>
                  <a:pt x="8269" y="5500"/>
                  <a:pt x="8000" y="5231"/>
                  <a:pt x="8000" y="4900"/>
                </a:cubicBezTo>
                <a:lnTo>
                  <a:pt x="8000" y="3100"/>
                </a:lnTo>
                <a:cubicBezTo>
                  <a:pt x="8000" y="2769"/>
                  <a:pt x="8269" y="2500"/>
                  <a:pt x="8600" y="2500"/>
                </a:cubicBezTo>
                <a:close/>
                <a:moveTo>
                  <a:pt x="7646" y="9354"/>
                </a:moveTo>
                <a:lnTo>
                  <a:pt x="9646" y="11354"/>
                </a:lnTo>
                <a:lnTo>
                  <a:pt x="10354" y="10646"/>
                </a:lnTo>
                <a:lnTo>
                  <a:pt x="8354" y="8646"/>
                </a:lnTo>
                <a:close/>
                <a:moveTo>
                  <a:pt x="10354" y="11354"/>
                </a:moveTo>
                <a:lnTo>
                  <a:pt x="14354" y="7354"/>
                </a:lnTo>
                <a:lnTo>
                  <a:pt x="13646" y="6646"/>
                </a:lnTo>
                <a:lnTo>
                  <a:pt x="9646" y="10646"/>
                </a:lnTo>
                <a:close/>
                <a:moveTo>
                  <a:pt x="7646" y="14354"/>
                </a:moveTo>
                <a:lnTo>
                  <a:pt x="9646" y="16354"/>
                </a:lnTo>
                <a:lnTo>
                  <a:pt x="10354" y="15646"/>
                </a:lnTo>
                <a:lnTo>
                  <a:pt x="8354" y="13646"/>
                </a:lnTo>
                <a:close/>
                <a:moveTo>
                  <a:pt x="10354" y="16354"/>
                </a:moveTo>
                <a:lnTo>
                  <a:pt x="14354" y="12354"/>
                </a:lnTo>
                <a:lnTo>
                  <a:pt x="13646" y="11646"/>
                </a:lnTo>
                <a:lnTo>
                  <a:pt x="9646" y="15646"/>
                </a:lnTo>
                <a:close/>
                <a:moveTo>
                  <a:pt x="8300" y="19000"/>
                </a:moveTo>
                <a:lnTo>
                  <a:pt x="15700" y="19000"/>
                </a:lnTo>
                <a:cubicBezTo>
                  <a:pt x="15866" y="19000"/>
                  <a:pt x="16000" y="19134"/>
                  <a:pt x="16000" y="19300"/>
                </a:cubicBezTo>
                <a:lnTo>
                  <a:pt x="16000" y="19700"/>
                </a:lnTo>
                <a:cubicBezTo>
                  <a:pt x="16000" y="19866"/>
                  <a:pt x="15866" y="20000"/>
                  <a:pt x="15700" y="20000"/>
                </a:cubicBezTo>
                <a:lnTo>
                  <a:pt x="8300" y="20000"/>
                </a:lnTo>
                <a:cubicBezTo>
                  <a:pt x="8134" y="20000"/>
                  <a:pt x="8000" y="19866"/>
                  <a:pt x="8000" y="19700"/>
                </a:cubicBezTo>
                <a:lnTo>
                  <a:pt x="8000" y="19300"/>
                </a:lnTo>
                <a:cubicBezTo>
                  <a:pt x="8000" y="19134"/>
                  <a:pt x="8134" y="19000"/>
                  <a:pt x="83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巡检清单</a:t>
            </a:r>
          </a:p>
        </p:txBody>
      </p:sp>
      <p:sp>
        <p:nvSpPr>
          <p:cNvPr id="7" name="FIELD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524" y="8400"/>
                </a:moveTo>
                <a:lnTo>
                  <a:pt x="14196" y="8400"/>
                </a:lnTo>
                <a:cubicBezTo>
                  <a:pt x="14541" y="8400"/>
                  <a:pt x="14820" y="8679"/>
                  <a:pt x="14820" y="9024"/>
                </a:cubicBezTo>
                <a:lnTo>
                  <a:pt x="14820" y="21816"/>
                </a:lnTo>
                <a:cubicBezTo>
                  <a:pt x="14820" y="22161"/>
                  <a:pt x="14541" y="22440"/>
                  <a:pt x="14196" y="22440"/>
                </a:cubicBezTo>
                <a:lnTo>
                  <a:pt x="4524" y="22440"/>
                </a:lnTo>
                <a:cubicBezTo>
                  <a:pt x="4179" y="22440"/>
                  <a:pt x="3900" y="22161"/>
                  <a:pt x="3900" y="21816"/>
                </a:cubicBezTo>
                <a:lnTo>
                  <a:pt x="3900" y="9024"/>
                </a:lnTo>
                <a:cubicBezTo>
                  <a:pt x="3900" y="8679"/>
                  <a:pt x="4179" y="8400"/>
                  <a:pt x="4524" y="8400"/>
                </a:cubicBezTo>
                <a:close/>
                <a:moveTo>
                  <a:pt x="6708" y="7230"/>
                </a:moveTo>
                <a:lnTo>
                  <a:pt x="12012" y="7230"/>
                </a:lnTo>
                <a:cubicBezTo>
                  <a:pt x="12270" y="7230"/>
                  <a:pt x="12480" y="7440"/>
                  <a:pt x="12480" y="7698"/>
                </a:cubicBezTo>
                <a:lnTo>
                  <a:pt x="12480" y="9102"/>
                </a:lnTo>
                <a:cubicBezTo>
                  <a:pt x="12480" y="9360"/>
                  <a:pt x="12270" y="9570"/>
                  <a:pt x="12012" y="9570"/>
                </a:cubicBezTo>
                <a:lnTo>
                  <a:pt x="6708" y="9570"/>
                </a:lnTo>
                <a:cubicBezTo>
                  <a:pt x="6450" y="9570"/>
                  <a:pt x="6240" y="9360"/>
                  <a:pt x="6240" y="9102"/>
                </a:cubicBezTo>
                <a:lnTo>
                  <a:pt x="6240" y="7698"/>
                </a:lnTo>
                <a:cubicBezTo>
                  <a:pt x="6240" y="7440"/>
                  <a:pt x="6450" y="7230"/>
                  <a:pt x="6708" y="7230"/>
                </a:cubicBezTo>
                <a:close/>
                <a:moveTo>
                  <a:pt x="5964" y="12576"/>
                </a:moveTo>
                <a:lnTo>
                  <a:pt x="7524" y="14136"/>
                </a:lnTo>
                <a:lnTo>
                  <a:pt x="8076" y="13584"/>
                </a:lnTo>
                <a:lnTo>
                  <a:pt x="6516" y="12024"/>
                </a:lnTo>
                <a:close/>
                <a:moveTo>
                  <a:pt x="8076" y="14136"/>
                </a:moveTo>
                <a:lnTo>
                  <a:pt x="11196" y="11016"/>
                </a:lnTo>
                <a:lnTo>
                  <a:pt x="10644" y="10464"/>
                </a:lnTo>
                <a:lnTo>
                  <a:pt x="7524" y="13584"/>
                </a:lnTo>
                <a:close/>
                <a:moveTo>
                  <a:pt x="5964" y="16476"/>
                </a:moveTo>
                <a:lnTo>
                  <a:pt x="7524" y="18036"/>
                </a:lnTo>
                <a:lnTo>
                  <a:pt x="8076" y="17484"/>
                </a:lnTo>
                <a:lnTo>
                  <a:pt x="6516" y="15924"/>
                </a:lnTo>
                <a:close/>
                <a:moveTo>
                  <a:pt x="8076" y="18036"/>
                </a:moveTo>
                <a:lnTo>
                  <a:pt x="11196" y="14916"/>
                </a:lnTo>
                <a:lnTo>
                  <a:pt x="10644" y="14364"/>
                </a:lnTo>
                <a:lnTo>
                  <a:pt x="7524" y="17484"/>
                </a:lnTo>
                <a:close/>
                <a:moveTo>
                  <a:pt x="6474" y="20100"/>
                </a:moveTo>
                <a:lnTo>
                  <a:pt x="12246" y="20100"/>
                </a:lnTo>
                <a:cubicBezTo>
                  <a:pt x="12375" y="20100"/>
                  <a:pt x="12480" y="20205"/>
                  <a:pt x="12480" y="20334"/>
                </a:cubicBezTo>
                <a:lnTo>
                  <a:pt x="12480" y="20646"/>
                </a:lnTo>
                <a:cubicBezTo>
                  <a:pt x="12480" y="20775"/>
                  <a:pt x="12375" y="20880"/>
                  <a:pt x="12246" y="20880"/>
                </a:cubicBezTo>
                <a:lnTo>
                  <a:pt x="6474" y="20880"/>
                </a:lnTo>
                <a:cubicBezTo>
                  <a:pt x="6345" y="20880"/>
                  <a:pt x="6240" y="20775"/>
                  <a:pt x="6240" y="20646"/>
                </a:cubicBezTo>
                <a:lnTo>
                  <a:pt x="6240" y="20334"/>
                </a:lnTo>
                <a:cubicBezTo>
                  <a:pt x="6240" y="20205"/>
                  <a:pt x="6345" y="20100"/>
                  <a:pt x="6474" y="201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巡检清单·已验证</a:t>
            </a:r>
          </a:p>
        </p:txBody>
      </p:sp>
      <p:sp>
        <p:nvSpPr>
          <p:cNvPr id="10" name="FIELD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524" y="8400"/>
                </a:moveTo>
                <a:lnTo>
                  <a:pt x="14196" y="8400"/>
                </a:lnTo>
                <a:cubicBezTo>
                  <a:pt x="14541" y="8400"/>
                  <a:pt x="14820" y="8679"/>
                  <a:pt x="14820" y="9024"/>
                </a:cubicBezTo>
                <a:lnTo>
                  <a:pt x="14820" y="21816"/>
                </a:lnTo>
                <a:cubicBezTo>
                  <a:pt x="14820" y="22161"/>
                  <a:pt x="14541" y="22440"/>
                  <a:pt x="14196" y="22440"/>
                </a:cubicBezTo>
                <a:lnTo>
                  <a:pt x="4524" y="22440"/>
                </a:lnTo>
                <a:cubicBezTo>
                  <a:pt x="4179" y="22440"/>
                  <a:pt x="3900" y="22161"/>
                  <a:pt x="3900" y="21816"/>
                </a:cubicBezTo>
                <a:lnTo>
                  <a:pt x="3900" y="9024"/>
                </a:lnTo>
                <a:cubicBezTo>
                  <a:pt x="3900" y="8679"/>
                  <a:pt x="4179" y="8400"/>
                  <a:pt x="4524" y="8400"/>
                </a:cubicBezTo>
                <a:close/>
                <a:moveTo>
                  <a:pt x="6708" y="7230"/>
                </a:moveTo>
                <a:lnTo>
                  <a:pt x="12012" y="7230"/>
                </a:lnTo>
                <a:cubicBezTo>
                  <a:pt x="12270" y="7230"/>
                  <a:pt x="12480" y="7440"/>
                  <a:pt x="12480" y="7698"/>
                </a:cubicBezTo>
                <a:lnTo>
                  <a:pt x="12480" y="9102"/>
                </a:lnTo>
                <a:cubicBezTo>
                  <a:pt x="12480" y="9360"/>
                  <a:pt x="12270" y="9570"/>
                  <a:pt x="12012" y="9570"/>
                </a:cubicBezTo>
                <a:lnTo>
                  <a:pt x="6708" y="9570"/>
                </a:lnTo>
                <a:cubicBezTo>
                  <a:pt x="6450" y="9570"/>
                  <a:pt x="6240" y="9360"/>
                  <a:pt x="6240" y="9102"/>
                </a:cubicBezTo>
                <a:lnTo>
                  <a:pt x="6240" y="7698"/>
                </a:lnTo>
                <a:cubicBezTo>
                  <a:pt x="6240" y="7440"/>
                  <a:pt x="6450" y="7230"/>
                  <a:pt x="6708" y="7230"/>
                </a:cubicBezTo>
                <a:close/>
                <a:moveTo>
                  <a:pt x="5964" y="12576"/>
                </a:moveTo>
                <a:lnTo>
                  <a:pt x="7524" y="14136"/>
                </a:lnTo>
                <a:lnTo>
                  <a:pt x="8076" y="13584"/>
                </a:lnTo>
                <a:lnTo>
                  <a:pt x="6516" y="12024"/>
                </a:lnTo>
                <a:close/>
                <a:moveTo>
                  <a:pt x="8076" y="14136"/>
                </a:moveTo>
                <a:lnTo>
                  <a:pt x="11196" y="11016"/>
                </a:lnTo>
                <a:lnTo>
                  <a:pt x="10644" y="10464"/>
                </a:lnTo>
                <a:lnTo>
                  <a:pt x="7524" y="13584"/>
                </a:lnTo>
                <a:close/>
                <a:moveTo>
                  <a:pt x="5964" y="16476"/>
                </a:moveTo>
                <a:lnTo>
                  <a:pt x="7524" y="18036"/>
                </a:lnTo>
                <a:lnTo>
                  <a:pt x="8076" y="17484"/>
                </a:lnTo>
                <a:lnTo>
                  <a:pt x="6516" y="15924"/>
                </a:lnTo>
                <a:close/>
                <a:moveTo>
                  <a:pt x="8076" y="18036"/>
                </a:moveTo>
                <a:lnTo>
                  <a:pt x="11196" y="14916"/>
                </a:lnTo>
                <a:lnTo>
                  <a:pt x="10644" y="14364"/>
                </a:lnTo>
                <a:lnTo>
                  <a:pt x="7524" y="17484"/>
                </a:lnTo>
                <a:close/>
                <a:moveTo>
                  <a:pt x="6474" y="20100"/>
                </a:moveTo>
                <a:lnTo>
                  <a:pt x="12246" y="20100"/>
                </a:lnTo>
                <a:cubicBezTo>
                  <a:pt x="12375" y="20100"/>
                  <a:pt x="12480" y="20205"/>
                  <a:pt x="12480" y="20334"/>
                </a:cubicBezTo>
                <a:lnTo>
                  <a:pt x="12480" y="20646"/>
                </a:lnTo>
                <a:cubicBezTo>
                  <a:pt x="12480" y="20775"/>
                  <a:pt x="12375" y="20880"/>
                  <a:pt x="12246" y="20880"/>
                </a:cubicBezTo>
                <a:lnTo>
                  <a:pt x="6474" y="20880"/>
                </a:lnTo>
                <a:cubicBezTo>
                  <a:pt x="6345" y="20880"/>
                  <a:pt x="6240" y="20775"/>
                  <a:pt x="6240" y="20646"/>
                </a:cubicBezTo>
                <a:lnTo>
                  <a:pt x="6240" y="20334"/>
                </a:lnTo>
                <a:cubicBezTo>
                  <a:pt x="6240" y="20205"/>
                  <a:pt x="6345" y="20100"/>
                  <a:pt x="6474" y="2010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巡检清单·预警</a:t>
            </a:r>
          </a:p>
        </p:txBody>
      </p:sp>
      <p:sp>
        <p:nvSpPr>
          <p:cNvPr id="13" name="FIELD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524" y="8400"/>
                </a:moveTo>
                <a:lnTo>
                  <a:pt x="14196" y="8400"/>
                </a:lnTo>
                <a:cubicBezTo>
                  <a:pt x="14541" y="8400"/>
                  <a:pt x="14820" y="8679"/>
                  <a:pt x="14820" y="9024"/>
                </a:cubicBezTo>
                <a:lnTo>
                  <a:pt x="14820" y="21816"/>
                </a:lnTo>
                <a:cubicBezTo>
                  <a:pt x="14820" y="22161"/>
                  <a:pt x="14541" y="22440"/>
                  <a:pt x="14196" y="22440"/>
                </a:cubicBezTo>
                <a:lnTo>
                  <a:pt x="4524" y="22440"/>
                </a:lnTo>
                <a:cubicBezTo>
                  <a:pt x="4179" y="22440"/>
                  <a:pt x="3900" y="22161"/>
                  <a:pt x="3900" y="21816"/>
                </a:cubicBezTo>
                <a:lnTo>
                  <a:pt x="3900" y="9024"/>
                </a:lnTo>
                <a:cubicBezTo>
                  <a:pt x="3900" y="8679"/>
                  <a:pt x="4179" y="8400"/>
                  <a:pt x="4524" y="8400"/>
                </a:cubicBezTo>
                <a:close/>
                <a:moveTo>
                  <a:pt x="6708" y="7230"/>
                </a:moveTo>
                <a:lnTo>
                  <a:pt x="12012" y="7230"/>
                </a:lnTo>
                <a:cubicBezTo>
                  <a:pt x="12270" y="7230"/>
                  <a:pt x="12480" y="7440"/>
                  <a:pt x="12480" y="7698"/>
                </a:cubicBezTo>
                <a:lnTo>
                  <a:pt x="12480" y="9102"/>
                </a:lnTo>
                <a:cubicBezTo>
                  <a:pt x="12480" y="9360"/>
                  <a:pt x="12270" y="9570"/>
                  <a:pt x="12012" y="9570"/>
                </a:cubicBezTo>
                <a:lnTo>
                  <a:pt x="6708" y="9570"/>
                </a:lnTo>
                <a:cubicBezTo>
                  <a:pt x="6450" y="9570"/>
                  <a:pt x="6240" y="9360"/>
                  <a:pt x="6240" y="9102"/>
                </a:cubicBezTo>
                <a:lnTo>
                  <a:pt x="6240" y="7698"/>
                </a:lnTo>
                <a:cubicBezTo>
                  <a:pt x="6240" y="7440"/>
                  <a:pt x="6450" y="7230"/>
                  <a:pt x="6708" y="7230"/>
                </a:cubicBezTo>
                <a:close/>
                <a:moveTo>
                  <a:pt x="5964" y="12576"/>
                </a:moveTo>
                <a:lnTo>
                  <a:pt x="7524" y="14136"/>
                </a:lnTo>
                <a:lnTo>
                  <a:pt x="8076" y="13584"/>
                </a:lnTo>
                <a:lnTo>
                  <a:pt x="6516" y="12024"/>
                </a:lnTo>
                <a:close/>
                <a:moveTo>
                  <a:pt x="8076" y="14136"/>
                </a:moveTo>
                <a:lnTo>
                  <a:pt x="11196" y="11016"/>
                </a:lnTo>
                <a:lnTo>
                  <a:pt x="10644" y="10464"/>
                </a:lnTo>
                <a:lnTo>
                  <a:pt x="7524" y="13584"/>
                </a:lnTo>
                <a:close/>
                <a:moveTo>
                  <a:pt x="5964" y="16476"/>
                </a:moveTo>
                <a:lnTo>
                  <a:pt x="7524" y="18036"/>
                </a:lnTo>
                <a:lnTo>
                  <a:pt x="8076" y="17484"/>
                </a:lnTo>
                <a:lnTo>
                  <a:pt x="6516" y="15924"/>
                </a:lnTo>
                <a:close/>
                <a:moveTo>
                  <a:pt x="8076" y="18036"/>
                </a:moveTo>
                <a:lnTo>
                  <a:pt x="11196" y="14916"/>
                </a:lnTo>
                <a:lnTo>
                  <a:pt x="10644" y="14364"/>
                </a:lnTo>
                <a:lnTo>
                  <a:pt x="7524" y="17484"/>
                </a:lnTo>
                <a:close/>
                <a:moveTo>
                  <a:pt x="6474" y="20100"/>
                </a:moveTo>
                <a:lnTo>
                  <a:pt x="12246" y="20100"/>
                </a:lnTo>
                <a:cubicBezTo>
                  <a:pt x="12375" y="20100"/>
                  <a:pt x="12480" y="20205"/>
                  <a:pt x="12480" y="20334"/>
                </a:cubicBezTo>
                <a:lnTo>
                  <a:pt x="12480" y="20646"/>
                </a:lnTo>
                <a:cubicBezTo>
                  <a:pt x="12480" y="20775"/>
                  <a:pt x="12375" y="20880"/>
                  <a:pt x="12246" y="20880"/>
                </a:cubicBezTo>
                <a:lnTo>
                  <a:pt x="6474" y="20880"/>
                </a:lnTo>
                <a:cubicBezTo>
                  <a:pt x="6345" y="20880"/>
                  <a:pt x="6240" y="20775"/>
                  <a:pt x="6240" y="20646"/>
                </a:cubicBezTo>
                <a:lnTo>
                  <a:pt x="6240" y="20334"/>
                </a:lnTo>
                <a:cubicBezTo>
                  <a:pt x="6240" y="20205"/>
                  <a:pt x="6345" y="20100"/>
                  <a:pt x="6474" y="201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巡检清单·洞察</a:t>
            </a:r>
          </a:p>
        </p:txBody>
      </p:sp>
      <p:sp>
        <p:nvSpPr>
          <p:cNvPr id="16" name="FIELD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524" y="8400"/>
                </a:moveTo>
                <a:lnTo>
                  <a:pt x="14196" y="8400"/>
                </a:lnTo>
                <a:cubicBezTo>
                  <a:pt x="14541" y="8400"/>
                  <a:pt x="14820" y="8679"/>
                  <a:pt x="14820" y="9024"/>
                </a:cubicBezTo>
                <a:lnTo>
                  <a:pt x="14820" y="21816"/>
                </a:lnTo>
                <a:cubicBezTo>
                  <a:pt x="14820" y="22161"/>
                  <a:pt x="14541" y="22440"/>
                  <a:pt x="14196" y="22440"/>
                </a:cubicBezTo>
                <a:lnTo>
                  <a:pt x="4524" y="22440"/>
                </a:lnTo>
                <a:cubicBezTo>
                  <a:pt x="4179" y="22440"/>
                  <a:pt x="3900" y="22161"/>
                  <a:pt x="3900" y="21816"/>
                </a:cubicBezTo>
                <a:lnTo>
                  <a:pt x="3900" y="9024"/>
                </a:lnTo>
                <a:cubicBezTo>
                  <a:pt x="3900" y="8679"/>
                  <a:pt x="4179" y="8400"/>
                  <a:pt x="4524" y="8400"/>
                </a:cubicBezTo>
                <a:close/>
                <a:moveTo>
                  <a:pt x="6708" y="7230"/>
                </a:moveTo>
                <a:lnTo>
                  <a:pt x="12012" y="7230"/>
                </a:lnTo>
                <a:cubicBezTo>
                  <a:pt x="12270" y="7230"/>
                  <a:pt x="12480" y="7440"/>
                  <a:pt x="12480" y="7698"/>
                </a:cubicBezTo>
                <a:lnTo>
                  <a:pt x="12480" y="9102"/>
                </a:lnTo>
                <a:cubicBezTo>
                  <a:pt x="12480" y="9360"/>
                  <a:pt x="12270" y="9570"/>
                  <a:pt x="12012" y="9570"/>
                </a:cubicBezTo>
                <a:lnTo>
                  <a:pt x="6708" y="9570"/>
                </a:lnTo>
                <a:cubicBezTo>
                  <a:pt x="6450" y="9570"/>
                  <a:pt x="6240" y="9360"/>
                  <a:pt x="6240" y="9102"/>
                </a:cubicBezTo>
                <a:lnTo>
                  <a:pt x="6240" y="7698"/>
                </a:lnTo>
                <a:cubicBezTo>
                  <a:pt x="6240" y="7440"/>
                  <a:pt x="6450" y="7230"/>
                  <a:pt x="6708" y="7230"/>
                </a:cubicBezTo>
                <a:close/>
                <a:moveTo>
                  <a:pt x="5964" y="12576"/>
                </a:moveTo>
                <a:lnTo>
                  <a:pt x="7524" y="14136"/>
                </a:lnTo>
                <a:lnTo>
                  <a:pt x="8076" y="13584"/>
                </a:lnTo>
                <a:lnTo>
                  <a:pt x="6516" y="12024"/>
                </a:lnTo>
                <a:close/>
                <a:moveTo>
                  <a:pt x="8076" y="14136"/>
                </a:moveTo>
                <a:lnTo>
                  <a:pt x="11196" y="11016"/>
                </a:lnTo>
                <a:lnTo>
                  <a:pt x="10644" y="10464"/>
                </a:lnTo>
                <a:lnTo>
                  <a:pt x="7524" y="13584"/>
                </a:lnTo>
                <a:close/>
                <a:moveTo>
                  <a:pt x="5964" y="16476"/>
                </a:moveTo>
                <a:lnTo>
                  <a:pt x="7524" y="18036"/>
                </a:lnTo>
                <a:lnTo>
                  <a:pt x="8076" y="17484"/>
                </a:lnTo>
                <a:lnTo>
                  <a:pt x="6516" y="15924"/>
                </a:lnTo>
                <a:close/>
                <a:moveTo>
                  <a:pt x="8076" y="18036"/>
                </a:moveTo>
                <a:lnTo>
                  <a:pt x="11196" y="14916"/>
                </a:lnTo>
                <a:lnTo>
                  <a:pt x="10644" y="14364"/>
                </a:lnTo>
                <a:lnTo>
                  <a:pt x="7524" y="17484"/>
                </a:lnTo>
                <a:close/>
                <a:moveTo>
                  <a:pt x="6474" y="20100"/>
                </a:moveTo>
                <a:lnTo>
                  <a:pt x="12246" y="20100"/>
                </a:lnTo>
                <a:cubicBezTo>
                  <a:pt x="12375" y="20100"/>
                  <a:pt x="12480" y="20205"/>
                  <a:pt x="12480" y="20334"/>
                </a:cubicBezTo>
                <a:lnTo>
                  <a:pt x="12480" y="20646"/>
                </a:lnTo>
                <a:cubicBezTo>
                  <a:pt x="12480" y="20775"/>
                  <a:pt x="12375" y="20880"/>
                  <a:pt x="12246" y="20880"/>
                </a:cubicBezTo>
                <a:lnTo>
                  <a:pt x="6474" y="20880"/>
                </a:lnTo>
                <a:cubicBezTo>
                  <a:pt x="6345" y="20880"/>
                  <a:pt x="6240" y="20775"/>
                  <a:pt x="6240" y="20646"/>
                </a:cubicBezTo>
                <a:lnTo>
                  <a:pt x="6240" y="20334"/>
                </a:lnTo>
                <a:cubicBezTo>
                  <a:pt x="6240" y="20205"/>
                  <a:pt x="6345" y="20100"/>
                  <a:pt x="6474" y="201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巡检清单·定时</a:t>
            </a:r>
          </a:p>
        </p:txBody>
      </p:sp>
      <p:sp>
        <p:nvSpPr>
          <p:cNvPr id="19" name="FIELD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524" y="8400"/>
                </a:moveTo>
                <a:lnTo>
                  <a:pt x="14196" y="8400"/>
                </a:lnTo>
                <a:cubicBezTo>
                  <a:pt x="14541" y="8400"/>
                  <a:pt x="14820" y="8679"/>
                  <a:pt x="14820" y="9024"/>
                </a:cubicBezTo>
                <a:lnTo>
                  <a:pt x="14820" y="21816"/>
                </a:lnTo>
                <a:cubicBezTo>
                  <a:pt x="14820" y="22161"/>
                  <a:pt x="14541" y="22440"/>
                  <a:pt x="14196" y="22440"/>
                </a:cubicBezTo>
                <a:lnTo>
                  <a:pt x="4524" y="22440"/>
                </a:lnTo>
                <a:cubicBezTo>
                  <a:pt x="4179" y="22440"/>
                  <a:pt x="3900" y="22161"/>
                  <a:pt x="3900" y="21816"/>
                </a:cubicBezTo>
                <a:lnTo>
                  <a:pt x="3900" y="9024"/>
                </a:lnTo>
                <a:cubicBezTo>
                  <a:pt x="3900" y="8679"/>
                  <a:pt x="4179" y="8400"/>
                  <a:pt x="4524" y="8400"/>
                </a:cubicBezTo>
                <a:close/>
                <a:moveTo>
                  <a:pt x="6708" y="7230"/>
                </a:moveTo>
                <a:lnTo>
                  <a:pt x="12012" y="7230"/>
                </a:lnTo>
                <a:cubicBezTo>
                  <a:pt x="12270" y="7230"/>
                  <a:pt x="12480" y="7440"/>
                  <a:pt x="12480" y="7698"/>
                </a:cubicBezTo>
                <a:lnTo>
                  <a:pt x="12480" y="9102"/>
                </a:lnTo>
                <a:cubicBezTo>
                  <a:pt x="12480" y="9360"/>
                  <a:pt x="12270" y="9570"/>
                  <a:pt x="12012" y="9570"/>
                </a:cubicBezTo>
                <a:lnTo>
                  <a:pt x="6708" y="9570"/>
                </a:lnTo>
                <a:cubicBezTo>
                  <a:pt x="6450" y="9570"/>
                  <a:pt x="6240" y="9360"/>
                  <a:pt x="6240" y="9102"/>
                </a:cubicBezTo>
                <a:lnTo>
                  <a:pt x="6240" y="7698"/>
                </a:lnTo>
                <a:cubicBezTo>
                  <a:pt x="6240" y="7440"/>
                  <a:pt x="6450" y="7230"/>
                  <a:pt x="6708" y="7230"/>
                </a:cubicBezTo>
                <a:close/>
                <a:moveTo>
                  <a:pt x="5964" y="12576"/>
                </a:moveTo>
                <a:lnTo>
                  <a:pt x="7524" y="14136"/>
                </a:lnTo>
                <a:lnTo>
                  <a:pt x="8076" y="13584"/>
                </a:lnTo>
                <a:lnTo>
                  <a:pt x="6516" y="12024"/>
                </a:lnTo>
                <a:close/>
                <a:moveTo>
                  <a:pt x="8076" y="14136"/>
                </a:moveTo>
                <a:lnTo>
                  <a:pt x="11196" y="11016"/>
                </a:lnTo>
                <a:lnTo>
                  <a:pt x="10644" y="10464"/>
                </a:lnTo>
                <a:lnTo>
                  <a:pt x="7524" y="13584"/>
                </a:lnTo>
                <a:close/>
                <a:moveTo>
                  <a:pt x="5964" y="16476"/>
                </a:moveTo>
                <a:lnTo>
                  <a:pt x="7524" y="18036"/>
                </a:lnTo>
                <a:lnTo>
                  <a:pt x="8076" y="17484"/>
                </a:lnTo>
                <a:lnTo>
                  <a:pt x="6516" y="15924"/>
                </a:lnTo>
                <a:close/>
                <a:moveTo>
                  <a:pt x="8076" y="18036"/>
                </a:moveTo>
                <a:lnTo>
                  <a:pt x="11196" y="14916"/>
                </a:lnTo>
                <a:lnTo>
                  <a:pt x="10644" y="14364"/>
                </a:lnTo>
                <a:lnTo>
                  <a:pt x="7524" y="17484"/>
                </a:lnTo>
                <a:close/>
                <a:moveTo>
                  <a:pt x="6474" y="20100"/>
                </a:moveTo>
                <a:lnTo>
                  <a:pt x="12246" y="20100"/>
                </a:lnTo>
                <a:cubicBezTo>
                  <a:pt x="12375" y="20100"/>
                  <a:pt x="12480" y="20205"/>
                  <a:pt x="12480" y="20334"/>
                </a:cubicBezTo>
                <a:lnTo>
                  <a:pt x="12480" y="20646"/>
                </a:lnTo>
                <a:cubicBezTo>
                  <a:pt x="12480" y="20775"/>
                  <a:pt x="12375" y="20880"/>
                  <a:pt x="12246" y="20880"/>
                </a:cubicBezTo>
                <a:lnTo>
                  <a:pt x="6474" y="20880"/>
                </a:lnTo>
                <a:cubicBezTo>
                  <a:pt x="6345" y="20880"/>
                  <a:pt x="6240" y="20775"/>
                  <a:pt x="6240" y="20646"/>
                </a:cubicBezTo>
                <a:lnTo>
                  <a:pt x="6240" y="20334"/>
                </a:lnTo>
                <a:cubicBezTo>
                  <a:pt x="6240" y="20205"/>
                  <a:pt x="6345" y="20100"/>
                  <a:pt x="6474" y="2010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巡检清单·加锁</a:t>
            </a:r>
          </a:p>
        </p:txBody>
      </p:sp>
      <p:sp>
        <p:nvSpPr>
          <p:cNvPr id="22" name="FIELD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8000"/>
                </a:moveTo>
                <a:quadBezTo>
                  <a:pt x="3000" y="8000"/>
                  <a:pt x="12000" y="8000"/>
                </a:quadBezTo>
                <a:quadBezTo>
                  <a:pt x="21000" y="8000"/>
                  <a:pt x="21000" y="18000"/>
                </a:quadBezTo>
                <a:close/>
                <a:moveTo>
                  <a:pt x="2300" y="18000"/>
                </a:moveTo>
                <a:lnTo>
                  <a:pt x="21700" y="18000"/>
                </a:lnTo>
                <a:cubicBezTo>
                  <a:pt x="21866" y="18000"/>
                  <a:pt x="22000" y="18134"/>
                  <a:pt x="22000" y="18300"/>
                </a:cubicBezTo>
                <a:lnTo>
                  <a:pt x="22000" y="19100"/>
                </a:lnTo>
                <a:cubicBezTo>
                  <a:pt x="22000" y="19266"/>
                  <a:pt x="21866" y="19400"/>
                  <a:pt x="21700" y="19400"/>
                </a:cubicBezTo>
                <a:lnTo>
                  <a:pt x="2300" y="19400"/>
                </a:lnTo>
                <a:cubicBezTo>
                  <a:pt x="2134" y="19400"/>
                  <a:pt x="2000" y="19266"/>
                  <a:pt x="2000" y="19100"/>
                </a:cubicBezTo>
                <a:lnTo>
                  <a:pt x="2000" y="18300"/>
                </a:lnTo>
                <a:cubicBezTo>
                  <a:pt x="2000" y="18134"/>
                  <a:pt x="2134" y="18000"/>
                  <a:pt x="2300" y="18000"/>
                </a:cubicBezTo>
                <a:close/>
                <a:moveTo>
                  <a:pt x="11400" y="4000"/>
                </a:moveTo>
                <a:lnTo>
                  <a:pt x="12600" y="4000"/>
                </a:lnTo>
                <a:lnTo>
                  <a:pt x="12600" y="8000"/>
                </a:lnTo>
                <a:lnTo>
                  <a:pt x="11400" y="8000"/>
                </a:lnTo>
                <a:close/>
                <a:moveTo>
                  <a:pt x="10300" y="3000"/>
                </a:moveTo>
                <a:lnTo>
                  <a:pt x="13700" y="3000"/>
                </a:lnTo>
                <a:cubicBezTo>
                  <a:pt x="13866" y="3000"/>
                  <a:pt x="14000" y="3134"/>
                  <a:pt x="14000" y="3300"/>
                </a:cubicBezTo>
                <a:lnTo>
                  <a:pt x="14000" y="4100"/>
                </a:lnTo>
                <a:cubicBezTo>
                  <a:pt x="14000" y="4266"/>
                  <a:pt x="13866" y="4400"/>
                  <a:pt x="13700" y="4400"/>
                </a:cubicBezTo>
                <a:lnTo>
                  <a:pt x="10300" y="4400"/>
                </a:lnTo>
                <a:cubicBezTo>
                  <a:pt x="10134" y="4400"/>
                  <a:pt x="10000" y="4266"/>
                  <a:pt x="10000" y="4100"/>
                </a:cubicBezTo>
                <a:lnTo>
                  <a:pt x="10000" y="3300"/>
                </a:lnTo>
                <a:cubicBezTo>
                  <a:pt x="10000" y="3134"/>
                  <a:pt x="10134" y="3000"/>
                  <a:pt x="10300" y="3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安全帽</a:t>
            </a:r>
          </a:p>
        </p:txBody>
      </p:sp>
      <p:sp>
        <p:nvSpPr>
          <p:cNvPr id="25" name="FIELD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9320"/>
                </a:moveTo>
                <a:quadBezTo>
                  <a:pt x="2340" y="11520"/>
                  <a:pt x="9360" y="11520"/>
                </a:quadBezTo>
                <a:quadBezTo>
                  <a:pt x="16380" y="11520"/>
                  <a:pt x="16380" y="19320"/>
                </a:quadBezTo>
                <a:close/>
                <a:moveTo>
                  <a:pt x="1794" y="19320"/>
                </a:moveTo>
                <a:lnTo>
                  <a:pt x="16926" y="19320"/>
                </a:lnTo>
                <a:cubicBezTo>
                  <a:pt x="17055" y="19320"/>
                  <a:pt x="17160" y="19425"/>
                  <a:pt x="17160" y="19554"/>
                </a:cubicBezTo>
                <a:lnTo>
                  <a:pt x="17160" y="20178"/>
                </a:lnTo>
                <a:cubicBezTo>
                  <a:pt x="17160" y="20307"/>
                  <a:pt x="17055" y="20412"/>
                  <a:pt x="16926" y="20412"/>
                </a:cubicBezTo>
                <a:lnTo>
                  <a:pt x="1794" y="20412"/>
                </a:lnTo>
                <a:cubicBezTo>
                  <a:pt x="1665" y="20412"/>
                  <a:pt x="1560" y="20307"/>
                  <a:pt x="1560" y="20178"/>
                </a:cubicBezTo>
                <a:lnTo>
                  <a:pt x="1560" y="19554"/>
                </a:lnTo>
                <a:cubicBezTo>
                  <a:pt x="1560" y="19425"/>
                  <a:pt x="1665" y="19320"/>
                  <a:pt x="1794" y="19320"/>
                </a:cubicBezTo>
                <a:close/>
                <a:moveTo>
                  <a:pt x="8892" y="8400"/>
                </a:moveTo>
                <a:lnTo>
                  <a:pt x="9828" y="840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8034" y="7620"/>
                </a:moveTo>
                <a:lnTo>
                  <a:pt x="10686" y="7620"/>
                </a:lnTo>
                <a:cubicBezTo>
                  <a:pt x="10815" y="7620"/>
                  <a:pt x="10920" y="7725"/>
                  <a:pt x="10920" y="7854"/>
                </a:cubicBezTo>
                <a:lnTo>
                  <a:pt x="10920" y="8478"/>
                </a:lnTo>
                <a:cubicBezTo>
                  <a:pt x="10920" y="8607"/>
                  <a:pt x="10815" y="8712"/>
                  <a:pt x="10686" y="8712"/>
                </a:cubicBezTo>
                <a:lnTo>
                  <a:pt x="8034" y="8712"/>
                </a:lnTo>
                <a:cubicBezTo>
                  <a:pt x="7905" y="8712"/>
                  <a:pt x="7800" y="8607"/>
                  <a:pt x="7800" y="8478"/>
                </a:cubicBezTo>
                <a:lnTo>
                  <a:pt x="7800" y="7854"/>
                </a:lnTo>
                <a:cubicBezTo>
                  <a:pt x="7800" y="7725"/>
                  <a:pt x="7905" y="7620"/>
                  <a:pt x="8034" y="76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安全帽·已验证</a:t>
            </a:r>
          </a:p>
        </p:txBody>
      </p:sp>
      <p:sp>
        <p:nvSpPr>
          <p:cNvPr id="28" name="FIELD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9320"/>
                </a:moveTo>
                <a:quadBezTo>
                  <a:pt x="2340" y="11520"/>
                  <a:pt x="9360" y="11520"/>
                </a:quadBezTo>
                <a:quadBezTo>
                  <a:pt x="16380" y="11520"/>
                  <a:pt x="16380" y="19320"/>
                </a:quadBezTo>
                <a:close/>
                <a:moveTo>
                  <a:pt x="1794" y="19320"/>
                </a:moveTo>
                <a:lnTo>
                  <a:pt x="16926" y="19320"/>
                </a:lnTo>
                <a:cubicBezTo>
                  <a:pt x="17055" y="19320"/>
                  <a:pt x="17160" y="19425"/>
                  <a:pt x="17160" y="19554"/>
                </a:cubicBezTo>
                <a:lnTo>
                  <a:pt x="17160" y="20178"/>
                </a:lnTo>
                <a:cubicBezTo>
                  <a:pt x="17160" y="20307"/>
                  <a:pt x="17055" y="20412"/>
                  <a:pt x="16926" y="20412"/>
                </a:cubicBezTo>
                <a:lnTo>
                  <a:pt x="1794" y="20412"/>
                </a:lnTo>
                <a:cubicBezTo>
                  <a:pt x="1665" y="20412"/>
                  <a:pt x="1560" y="20307"/>
                  <a:pt x="1560" y="20178"/>
                </a:cubicBezTo>
                <a:lnTo>
                  <a:pt x="1560" y="19554"/>
                </a:lnTo>
                <a:cubicBezTo>
                  <a:pt x="1560" y="19425"/>
                  <a:pt x="1665" y="19320"/>
                  <a:pt x="1794" y="19320"/>
                </a:cubicBezTo>
                <a:close/>
                <a:moveTo>
                  <a:pt x="8892" y="8400"/>
                </a:moveTo>
                <a:lnTo>
                  <a:pt x="9828" y="840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8034" y="7620"/>
                </a:moveTo>
                <a:lnTo>
                  <a:pt x="10686" y="7620"/>
                </a:lnTo>
                <a:cubicBezTo>
                  <a:pt x="10815" y="7620"/>
                  <a:pt x="10920" y="7725"/>
                  <a:pt x="10920" y="7854"/>
                </a:cubicBezTo>
                <a:lnTo>
                  <a:pt x="10920" y="8478"/>
                </a:lnTo>
                <a:cubicBezTo>
                  <a:pt x="10920" y="8607"/>
                  <a:pt x="10815" y="8712"/>
                  <a:pt x="10686" y="8712"/>
                </a:cubicBezTo>
                <a:lnTo>
                  <a:pt x="8034" y="8712"/>
                </a:lnTo>
                <a:cubicBezTo>
                  <a:pt x="7905" y="8712"/>
                  <a:pt x="7800" y="8607"/>
                  <a:pt x="7800" y="8478"/>
                </a:cubicBezTo>
                <a:lnTo>
                  <a:pt x="7800" y="7854"/>
                </a:lnTo>
                <a:cubicBezTo>
                  <a:pt x="7800" y="7725"/>
                  <a:pt x="7905" y="7620"/>
                  <a:pt x="8034" y="762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安全帽·预警</a:t>
            </a:r>
          </a:p>
        </p:txBody>
      </p:sp>
      <p:sp>
        <p:nvSpPr>
          <p:cNvPr id="31" name="FIELD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9320"/>
                </a:moveTo>
                <a:quadBezTo>
                  <a:pt x="2340" y="11520"/>
                  <a:pt x="9360" y="11520"/>
                </a:quadBezTo>
                <a:quadBezTo>
                  <a:pt x="16380" y="11520"/>
                  <a:pt x="16380" y="19320"/>
                </a:quadBezTo>
                <a:close/>
                <a:moveTo>
                  <a:pt x="1794" y="19320"/>
                </a:moveTo>
                <a:lnTo>
                  <a:pt x="16926" y="19320"/>
                </a:lnTo>
                <a:cubicBezTo>
                  <a:pt x="17055" y="19320"/>
                  <a:pt x="17160" y="19425"/>
                  <a:pt x="17160" y="19554"/>
                </a:cubicBezTo>
                <a:lnTo>
                  <a:pt x="17160" y="20178"/>
                </a:lnTo>
                <a:cubicBezTo>
                  <a:pt x="17160" y="20307"/>
                  <a:pt x="17055" y="20412"/>
                  <a:pt x="16926" y="20412"/>
                </a:cubicBezTo>
                <a:lnTo>
                  <a:pt x="1794" y="20412"/>
                </a:lnTo>
                <a:cubicBezTo>
                  <a:pt x="1665" y="20412"/>
                  <a:pt x="1560" y="20307"/>
                  <a:pt x="1560" y="20178"/>
                </a:cubicBezTo>
                <a:lnTo>
                  <a:pt x="1560" y="19554"/>
                </a:lnTo>
                <a:cubicBezTo>
                  <a:pt x="1560" y="19425"/>
                  <a:pt x="1665" y="19320"/>
                  <a:pt x="1794" y="19320"/>
                </a:cubicBezTo>
                <a:close/>
                <a:moveTo>
                  <a:pt x="8892" y="8400"/>
                </a:moveTo>
                <a:lnTo>
                  <a:pt x="9828" y="840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8034" y="7620"/>
                </a:moveTo>
                <a:lnTo>
                  <a:pt x="10686" y="7620"/>
                </a:lnTo>
                <a:cubicBezTo>
                  <a:pt x="10815" y="7620"/>
                  <a:pt x="10920" y="7725"/>
                  <a:pt x="10920" y="7854"/>
                </a:cubicBezTo>
                <a:lnTo>
                  <a:pt x="10920" y="8478"/>
                </a:lnTo>
                <a:cubicBezTo>
                  <a:pt x="10920" y="8607"/>
                  <a:pt x="10815" y="8712"/>
                  <a:pt x="10686" y="8712"/>
                </a:cubicBezTo>
                <a:lnTo>
                  <a:pt x="8034" y="8712"/>
                </a:lnTo>
                <a:cubicBezTo>
                  <a:pt x="7905" y="8712"/>
                  <a:pt x="7800" y="8607"/>
                  <a:pt x="7800" y="8478"/>
                </a:cubicBezTo>
                <a:lnTo>
                  <a:pt x="7800" y="7854"/>
                </a:lnTo>
                <a:cubicBezTo>
                  <a:pt x="7800" y="7725"/>
                  <a:pt x="7905" y="7620"/>
                  <a:pt x="8034" y="762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安全帽·洞察</a:t>
            </a:r>
          </a:p>
        </p:txBody>
      </p:sp>
      <p:sp>
        <p:nvSpPr>
          <p:cNvPr id="34" name="FIELD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9320"/>
                </a:moveTo>
                <a:quadBezTo>
                  <a:pt x="2340" y="11520"/>
                  <a:pt x="9360" y="11520"/>
                </a:quadBezTo>
                <a:quadBezTo>
                  <a:pt x="16380" y="11520"/>
                  <a:pt x="16380" y="19320"/>
                </a:quadBezTo>
                <a:close/>
                <a:moveTo>
                  <a:pt x="1794" y="19320"/>
                </a:moveTo>
                <a:lnTo>
                  <a:pt x="16926" y="19320"/>
                </a:lnTo>
                <a:cubicBezTo>
                  <a:pt x="17055" y="19320"/>
                  <a:pt x="17160" y="19425"/>
                  <a:pt x="17160" y="19554"/>
                </a:cubicBezTo>
                <a:lnTo>
                  <a:pt x="17160" y="20178"/>
                </a:lnTo>
                <a:cubicBezTo>
                  <a:pt x="17160" y="20307"/>
                  <a:pt x="17055" y="20412"/>
                  <a:pt x="16926" y="20412"/>
                </a:cubicBezTo>
                <a:lnTo>
                  <a:pt x="1794" y="20412"/>
                </a:lnTo>
                <a:cubicBezTo>
                  <a:pt x="1665" y="20412"/>
                  <a:pt x="1560" y="20307"/>
                  <a:pt x="1560" y="20178"/>
                </a:cubicBezTo>
                <a:lnTo>
                  <a:pt x="1560" y="19554"/>
                </a:lnTo>
                <a:cubicBezTo>
                  <a:pt x="1560" y="19425"/>
                  <a:pt x="1665" y="19320"/>
                  <a:pt x="1794" y="19320"/>
                </a:cubicBezTo>
                <a:close/>
                <a:moveTo>
                  <a:pt x="8892" y="8400"/>
                </a:moveTo>
                <a:lnTo>
                  <a:pt x="9828" y="840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8034" y="7620"/>
                </a:moveTo>
                <a:lnTo>
                  <a:pt x="10686" y="7620"/>
                </a:lnTo>
                <a:cubicBezTo>
                  <a:pt x="10815" y="7620"/>
                  <a:pt x="10920" y="7725"/>
                  <a:pt x="10920" y="7854"/>
                </a:cubicBezTo>
                <a:lnTo>
                  <a:pt x="10920" y="8478"/>
                </a:lnTo>
                <a:cubicBezTo>
                  <a:pt x="10920" y="8607"/>
                  <a:pt x="10815" y="8712"/>
                  <a:pt x="10686" y="8712"/>
                </a:cubicBezTo>
                <a:lnTo>
                  <a:pt x="8034" y="8712"/>
                </a:lnTo>
                <a:cubicBezTo>
                  <a:pt x="7905" y="8712"/>
                  <a:pt x="7800" y="8607"/>
                  <a:pt x="7800" y="8478"/>
                </a:cubicBezTo>
                <a:lnTo>
                  <a:pt x="7800" y="7854"/>
                </a:lnTo>
                <a:cubicBezTo>
                  <a:pt x="7800" y="7725"/>
                  <a:pt x="7905" y="7620"/>
                  <a:pt x="8034" y="762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安全帽·定时</a:t>
            </a:r>
          </a:p>
        </p:txBody>
      </p:sp>
      <p:sp>
        <p:nvSpPr>
          <p:cNvPr id="37" name="FIELD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9320"/>
                </a:moveTo>
                <a:quadBezTo>
                  <a:pt x="2340" y="11520"/>
                  <a:pt x="9360" y="11520"/>
                </a:quadBezTo>
                <a:quadBezTo>
                  <a:pt x="16380" y="11520"/>
                  <a:pt x="16380" y="19320"/>
                </a:quadBezTo>
                <a:close/>
                <a:moveTo>
                  <a:pt x="1794" y="19320"/>
                </a:moveTo>
                <a:lnTo>
                  <a:pt x="16926" y="19320"/>
                </a:lnTo>
                <a:cubicBezTo>
                  <a:pt x="17055" y="19320"/>
                  <a:pt x="17160" y="19425"/>
                  <a:pt x="17160" y="19554"/>
                </a:cubicBezTo>
                <a:lnTo>
                  <a:pt x="17160" y="20178"/>
                </a:lnTo>
                <a:cubicBezTo>
                  <a:pt x="17160" y="20307"/>
                  <a:pt x="17055" y="20412"/>
                  <a:pt x="16926" y="20412"/>
                </a:cubicBezTo>
                <a:lnTo>
                  <a:pt x="1794" y="20412"/>
                </a:lnTo>
                <a:cubicBezTo>
                  <a:pt x="1665" y="20412"/>
                  <a:pt x="1560" y="20307"/>
                  <a:pt x="1560" y="20178"/>
                </a:cubicBezTo>
                <a:lnTo>
                  <a:pt x="1560" y="19554"/>
                </a:lnTo>
                <a:cubicBezTo>
                  <a:pt x="1560" y="19425"/>
                  <a:pt x="1665" y="19320"/>
                  <a:pt x="1794" y="19320"/>
                </a:cubicBezTo>
                <a:close/>
                <a:moveTo>
                  <a:pt x="8892" y="8400"/>
                </a:moveTo>
                <a:lnTo>
                  <a:pt x="9828" y="840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8034" y="7620"/>
                </a:moveTo>
                <a:lnTo>
                  <a:pt x="10686" y="7620"/>
                </a:lnTo>
                <a:cubicBezTo>
                  <a:pt x="10815" y="7620"/>
                  <a:pt x="10920" y="7725"/>
                  <a:pt x="10920" y="7854"/>
                </a:cubicBezTo>
                <a:lnTo>
                  <a:pt x="10920" y="8478"/>
                </a:lnTo>
                <a:cubicBezTo>
                  <a:pt x="10920" y="8607"/>
                  <a:pt x="10815" y="8712"/>
                  <a:pt x="10686" y="8712"/>
                </a:cubicBezTo>
                <a:lnTo>
                  <a:pt x="8034" y="8712"/>
                </a:lnTo>
                <a:cubicBezTo>
                  <a:pt x="7905" y="8712"/>
                  <a:pt x="7800" y="8607"/>
                  <a:pt x="7800" y="8478"/>
                </a:cubicBezTo>
                <a:lnTo>
                  <a:pt x="7800" y="7854"/>
                </a:lnTo>
                <a:cubicBezTo>
                  <a:pt x="7800" y="7725"/>
                  <a:pt x="7905" y="7620"/>
                  <a:pt x="8034" y="762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安全帽·加锁</a:t>
            </a:r>
          </a:p>
        </p:txBody>
      </p:sp>
      <p:sp>
        <p:nvSpPr>
          <p:cNvPr id="40" name="FIELD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2000"/>
                </a:moveTo>
                <a:cubicBezTo>
                  <a:pt x="7000" y="2000"/>
                  <a:pt x="4000" y="6000"/>
                  <a:pt x="4000" y="11000"/>
                </a:cubicBezTo>
                <a:cubicBezTo>
                  <a:pt x="4000" y="17000"/>
                  <a:pt x="12000" y="22000"/>
                  <a:pt x="12000" y="22000"/>
                </a:cubicBezTo>
                <a:cubicBezTo>
                  <a:pt x="12000" y="22000"/>
                  <a:pt x="20000" y="17000"/>
                  <a:pt x="20000" y="11000"/>
                </a:cubicBezTo>
                <a:cubicBezTo>
                  <a:pt x="20000" y="6000"/>
                  <a:pt x="17000" y="2000"/>
                  <a:pt x="12000" y="2000"/>
                </a:cubicBezTo>
                <a:close/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位置点</a:t>
            </a:r>
          </a:p>
        </p:txBody>
      </p:sp>
      <p:sp>
        <p:nvSpPr>
          <p:cNvPr id="43" name="FIELD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cubicBezTo>
                  <a:pt x="5460" y="6840"/>
                  <a:pt x="3120" y="9960"/>
                  <a:pt x="3120" y="13860"/>
                </a:cubicBezTo>
                <a:cubicBezTo>
                  <a:pt x="3120" y="18540"/>
                  <a:pt x="9360" y="22440"/>
                  <a:pt x="9360" y="22440"/>
                </a:cubicBezTo>
                <a:cubicBezTo>
                  <a:pt x="9360" y="22440"/>
                  <a:pt x="15600" y="18540"/>
                  <a:pt x="15600" y="13860"/>
                </a:cubicBezTo>
                <a:cubicBezTo>
                  <a:pt x="15600" y="9960"/>
                  <a:pt x="13260" y="6840"/>
                  <a:pt x="9360" y="6840"/>
                </a:cubicBezTo>
                <a:close/>
                <a:moveTo>
                  <a:pt x="11700" y="13080"/>
                </a:moveTo>
                <a:cubicBezTo>
                  <a:pt x="11700" y="14372"/>
                  <a:pt x="10652" y="15420"/>
                  <a:pt x="9360" y="15420"/>
                </a:cubicBezTo>
                <a:cubicBezTo>
                  <a:pt x="8068" y="15420"/>
                  <a:pt x="7020" y="14372"/>
                  <a:pt x="7020" y="13080"/>
                </a:cubicBezTo>
                <a:cubicBezTo>
                  <a:pt x="7020" y="11788"/>
                  <a:pt x="8068" y="10740"/>
                  <a:pt x="9360" y="10740"/>
                </a:cubicBezTo>
                <a:cubicBezTo>
                  <a:pt x="10652" y="10740"/>
                  <a:pt x="11700" y="11788"/>
                  <a:pt x="11700" y="1308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位置点·已验证</a:t>
            </a:r>
          </a:p>
        </p:txBody>
      </p:sp>
      <p:sp>
        <p:nvSpPr>
          <p:cNvPr id="46" name="FIELD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cubicBezTo>
                  <a:pt x="5460" y="6840"/>
                  <a:pt x="3120" y="9960"/>
                  <a:pt x="3120" y="13860"/>
                </a:cubicBezTo>
                <a:cubicBezTo>
                  <a:pt x="3120" y="18540"/>
                  <a:pt x="9360" y="22440"/>
                  <a:pt x="9360" y="22440"/>
                </a:cubicBezTo>
                <a:cubicBezTo>
                  <a:pt x="9360" y="22440"/>
                  <a:pt x="15600" y="18540"/>
                  <a:pt x="15600" y="13860"/>
                </a:cubicBezTo>
                <a:cubicBezTo>
                  <a:pt x="15600" y="9960"/>
                  <a:pt x="13260" y="6840"/>
                  <a:pt x="9360" y="6840"/>
                </a:cubicBezTo>
                <a:close/>
                <a:moveTo>
                  <a:pt x="11700" y="13080"/>
                </a:moveTo>
                <a:cubicBezTo>
                  <a:pt x="11700" y="14372"/>
                  <a:pt x="10652" y="15420"/>
                  <a:pt x="9360" y="15420"/>
                </a:cubicBezTo>
                <a:cubicBezTo>
                  <a:pt x="8068" y="15420"/>
                  <a:pt x="7020" y="14372"/>
                  <a:pt x="7020" y="13080"/>
                </a:cubicBezTo>
                <a:cubicBezTo>
                  <a:pt x="7020" y="11788"/>
                  <a:pt x="8068" y="10740"/>
                  <a:pt x="9360" y="10740"/>
                </a:cubicBezTo>
                <a:cubicBezTo>
                  <a:pt x="10652" y="10740"/>
                  <a:pt x="11700" y="11788"/>
                  <a:pt x="11700" y="1308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位置点·预警</a:t>
            </a:r>
          </a:p>
        </p:txBody>
      </p:sp>
      <p:sp>
        <p:nvSpPr>
          <p:cNvPr id="49" name="FIELD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cubicBezTo>
                  <a:pt x="5460" y="6840"/>
                  <a:pt x="3120" y="9960"/>
                  <a:pt x="3120" y="13860"/>
                </a:cubicBezTo>
                <a:cubicBezTo>
                  <a:pt x="3120" y="18540"/>
                  <a:pt x="9360" y="22440"/>
                  <a:pt x="9360" y="22440"/>
                </a:cubicBezTo>
                <a:cubicBezTo>
                  <a:pt x="9360" y="22440"/>
                  <a:pt x="15600" y="18540"/>
                  <a:pt x="15600" y="13860"/>
                </a:cubicBezTo>
                <a:cubicBezTo>
                  <a:pt x="15600" y="9960"/>
                  <a:pt x="13260" y="6840"/>
                  <a:pt x="9360" y="6840"/>
                </a:cubicBezTo>
                <a:close/>
                <a:moveTo>
                  <a:pt x="11700" y="13080"/>
                </a:moveTo>
                <a:cubicBezTo>
                  <a:pt x="11700" y="14372"/>
                  <a:pt x="10652" y="15420"/>
                  <a:pt x="9360" y="15420"/>
                </a:cubicBezTo>
                <a:cubicBezTo>
                  <a:pt x="8068" y="15420"/>
                  <a:pt x="7020" y="14372"/>
                  <a:pt x="7020" y="13080"/>
                </a:cubicBezTo>
                <a:cubicBezTo>
                  <a:pt x="7020" y="11788"/>
                  <a:pt x="8068" y="10740"/>
                  <a:pt x="9360" y="10740"/>
                </a:cubicBezTo>
                <a:cubicBezTo>
                  <a:pt x="10652" y="10740"/>
                  <a:pt x="11700" y="11788"/>
                  <a:pt x="11700" y="1308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位置点·洞察</a:t>
            </a:r>
          </a:p>
        </p:txBody>
      </p:sp>
      <p:sp>
        <p:nvSpPr>
          <p:cNvPr id="52" name="FIELD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cubicBezTo>
                  <a:pt x="5460" y="6840"/>
                  <a:pt x="3120" y="9960"/>
                  <a:pt x="3120" y="13860"/>
                </a:cubicBezTo>
                <a:cubicBezTo>
                  <a:pt x="3120" y="18540"/>
                  <a:pt x="9360" y="22440"/>
                  <a:pt x="9360" y="22440"/>
                </a:cubicBezTo>
                <a:cubicBezTo>
                  <a:pt x="9360" y="22440"/>
                  <a:pt x="15600" y="18540"/>
                  <a:pt x="15600" y="13860"/>
                </a:cubicBezTo>
                <a:cubicBezTo>
                  <a:pt x="15600" y="9960"/>
                  <a:pt x="13260" y="6840"/>
                  <a:pt x="9360" y="6840"/>
                </a:cubicBezTo>
                <a:close/>
                <a:moveTo>
                  <a:pt x="11700" y="13080"/>
                </a:moveTo>
                <a:cubicBezTo>
                  <a:pt x="11700" y="14372"/>
                  <a:pt x="10652" y="15420"/>
                  <a:pt x="9360" y="15420"/>
                </a:cubicBezTo>
                <a:cubicBezTo>
                  <a:pt x="8068" y="15420"/>
                  <a:pt x="7020" y="14372"/>
                  <a:pt x="7020" y="13080"/>
                </a:cubicBezTo>
                <a:cubicBezTo>
                  <a:pt x="7020" y="11788"/>
                  <a:pt x="8068" y="10740"/>
                  <a:pt x="9360" y="10740"/>
                </a:cubicBezTo>
                <a:cubicBezTo>
                  <a:pt x="10652" y="10740"/>
                  <a:pt x="11700" y="11788"/>
                  <a:pt x="11700" y="1308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位置点·定时</a:t>
            </a:r>
          </a:p>
        </p:txBody>
      </p:sp>
      <p:sp>
        <p:nvSpPr>
          <p:cNvPr id="55" name="FIELD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6840"/>
                </a:moveTo>
                <a:cubicBezTo>
                  <a:pt x="5460" y="6840"/>
                  <a:pt x="3120" y="9960"/>
                  <a:pt x="3120" y="13860"/>
                </a:cubicBezTo>
                <a:cubicBezTo>
                  <a:pt x="3120" y="18540"/>
                  <a:pt x="9360" y="22440"/>
                  <a:pt x="9360" y="22440"/>
                </a:cubicBezTo>
                <a:cubicBezTo>
                  <a:pt x="9360" y="22440"/>
                  <a:pt x="15600" y="18540"/>
                  <a:pt x="15600" y="13860"/>
                </a:cubicBezTo>
                <a:cubicBezTo>
                  <a:pt x="15600" y="9960"/>
                  <a:pt x="13260" y="6840"/>
                  <a:pt x="9360" y="6840"/>
                </a:cubicBezTo>
                <a:close/>
                <a:moveTo>
                  <a:pt x="11700" y="13080"/>
                </a:moveTo>
                <a:cubicBezTo>
                  <a:pt x="11700" y="14372"/>
                  <a:pt x="10652" y="15420"/>
                  <a:pt x="9360" y="15420"/>
                </a:cubicBezTo>
                <a:cubicBezTo>
                  <a:pt x="8068" y="15420"/>
                  <a:pt x="7020" y="14372"/>
                  <a:pt x="7020" y="13080"/>
                </a:cubicBezTo>
                <a:cubicBezTo>
                  <a:pt x="7020" y="11788"/>
                  <a:pt x="8068" y="10740"/>
                  <a:pt x="9360" y="10740"/>
                </a:cubicBezTo>
                <a:cubicBezTo>
                  <a:pt x="10652" y="10740"/>
                  <a:pt x="11700" y="11788"/>
                  <a:pt x="11700" y="1308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位置点·加锁</a:t>
            </a:r>
          </a:p>
        </p:txBody>
      </p:sp>
      <p:sp>
        <p:nvSpPr>
          <p:cNvPr id="58" name="FIELD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5000"/>
                </a:moveTo>
                <a:lnTo>
                  <a:pt x="9000" y="3000"/>
                </a:lnTo>
                <a:lnTo>
                  <a:pt x="15000" y="5000"/>
                </a:lnTo>
                <a:lnTo>
                  <a:pt x="22000" y="3000"/>
                </a:lnTo>
                <a:lnTo>
                  <a:pt x="22000" y="19000"/>
                </a:lnTo>
                <a:lnTo>
                  <a:pt x="15000" y="21000"/>
                </a:lnTo>
                <a:lnTo>
                  <a:pt x="9000" y="19000"/>
                </a:lnTo>
                <a:lnTo>
                  <a:pt x="2000" y="21000"/>
                </a:lnTo>
                <a:close/>
                <a:moveTo>
                  <a:pt x="8700" y="3000"/>
                </a:moveTo>
                <a:lnTo>
                  <a:pt x="8700" y="19000"/>
                </a:lnTo>
                <a:lnTo>
                  <a:pt x="9300" y="19000"/>
                </a:lnTo>
                <a:lnTo>
                  <a:pt x="9300" y="3000"/>
                </a:lnTo>
                <a:close/>
                <a:moveTo>
                  <a:pt x="14700" y="5000"/>
                </a:moveTo>
                <a:lnTo>
                  <a:pt x="14700" y="21000"/>
                </a:lnTo>
                <a:lnTo>
                  <a:pt x="15300" y="21000"/>
                </a:lnTo>
                <a:lnTo>
                  <a:pt x="153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地图</a:t>
            </a:r>
          </a:p>
        </p:txBody>
      </p:sp>
      <p:sp>
        <p:nvSpPr>
          <p:cNvPr id="61" name="FIELD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lnTo>
                  <a:pt x="7020" y="7620"/>
                </a:lnTo>
                <a:lnTo>
                  <a:pt x="11700" y="9180"/>
                </a:lnTo>
                <a:lnTo>
                  <a:pt x="17160" y="7620"/>
                </a:lnTo>
                <a:lnTo>
                  <a:pt x="17160" y="20100"/>
                </a:lnTo>
                <a:lnTo>
                  <a:pt x="11700" y="21660"/>
                </a:lnTo>
                <a:lnTo>
                  <a:pt x="7020" y="20100"/>
                </a:lnTo>
                <a:lnTo>
                  <a:pt x="1560" y="21660"/>
                </a:lnTo>
                <a:close/>
                <a:moveTo>
                  <a:pt x="6786" y="7620"/>
                </a:moveTo>
                <a:lnTo>
                  <a:pt x="6786" y="20100"/>
                </a:lnTo>
                <a:lnTo>
                  <a:pt x="7254" y="20100"/>
                </a:lnTo>
                <a:lnTo>
                  <a:pt x="7254" y="7620"/>
                </a:lnTo>
                <a:close/>
                <a:moveTo>
                  <a:pt x="11466" y="9180"/>
                </a:moveTo>
                <a:lnTo>
                  <a:pt x="11466" y="21660"/>
                </a:lnTo>
                <a:lnTo>
                  <a:pt x="11934" y="21660"/>
                </a:lnTo>
                <a:lnTo>
                  <a:pt x="11934" y="918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地图·已验证</a:t>
            </a:r>
          </a:p>
        </p:txBody>
      </p:sp>
      <p:sp>
        <p:nvSpPr>
          <p:cNvPr id="64" name="FIELD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lnTo>
                  <a:pt x="7020" y="7620"/>
                </a:lnTo>
                <a:lnTo>
                  <a:pt x="11700" y="9180"/>
                </a:lnTo>
                <a:lnTo>
                  <a:pt x="17160" y="7620"/>
                </a:lnTo>
                <a:lnTo>
                  <a:pt x="17160" y="20100"/>
                </a:lnTo>
                <a:lnTo>
                  <a:pt x="11700" y="21660"/>
                </a:lnTo>
                <a:lnTo>
                  <a:pt x="7020" y="20100"/>
                </a:lnTo>
                <a:lnTo>
                  <a:pt x="1560" y="21660"/>
                </a:lnTo>
                <a:close/>
                <a:moveTo>
                  <a:pt x="6786" y="7620"/>
                </a:moveTo>
                <a:lnTo>
                  <a:pt x="6786" y="20100"/>
                </a:lnTo>
                <a:lnTo>
                  <a:pt x="7254" y="20100"/>
                </a:lnTo>
                <a:lnTo>
                  <a:pt x="7254" y="7620"/>
                </a:lnTo>
                <a:close/>
                <a:moveTo>
                  <a:pt x="11466" y="9180"/>
                </a:moveTo>
                <a:lnTo>
                  <a:pt x="11466" y="21660"/>
                </a:lnTo>
                <a:lnTo>
                  <a:pt x="11934" y="21660"/>
                </a:lnTo>
                <a:lnTo>
                  <a:pt x="11934" y="918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地图·预警</a:t>
            </a:r>
          </a:p>
        </p:txBody>
      </p:sp>
      <p:sp>
        <p:nvSpPr>
          <p:cNvPr id="67" name="FIELD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lnTo>
                  <a:pt x="7020" y="7620"/>
                </a:lnTo>
                <a:lnTo>
                  <a:pt x="11700" y="9180"/>
                </a:lnTo>
                <a:lnTo>
                  <a:pt x="17160" y="7620"/>
                </a:lnTo>
                <a:lnTo>
                  <a:pt x="17160" y="20100"/>
                </a:lnTo>
                <a:lnTo>
                  <a:pt x="11700" y="21660"/>
                </a:lnTo>
                <a:lnTo>
                  <a:pt x="7020" y="20100"/>
                </a:lnTo>
                <a:lnTo>
                  <a:pt x="1560" y="21660"/>
                </a:lnTo>
                <a:close/>
                <a:moveTo>
                  <a:pt x="6786" y="7620"/>
                </a:moveTo>
                <a:lnTo>
                  <a:pt x="6786" y="20100"/>
                </a:lnTo>
                <a:lnTo>
                  <a:pt x="7254" y="20100"/>
                </a:lnTo>
                <a:lnTo>
                  <a:pt x="7254" y="7620"/>
                </a:lnTo>
                <a:close/>
                <a:moveTo>
                  <a:pt x="11466" y="9180"/>
                </a:moveTo>
                <a:lnTo>
                  <a:pt x="11466" y="21660"/>
                </a:lnTo>
                <a:lnTo>
                  <a:pt x="11934" y="21660"/>
                </a:lnTo>
                <a:lnTo>
                  <a:pt x="11934" y="918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地图·洞察</a:t>
            </a:r>
          </a:p>
        </p:txBody>
      </p:sp>
      <p:sp>
        <p:nvSpPr>
          <p:cNvPr id="70" name="FIELD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lnTo>
                  <a:pt x="7020" y="7620"/>
                </a:lnTo>
                <a:lnTo>
                  <a:pt x="11700" y="9180"/>
                </a:lnTo>
                <a:lnTo>
                  <a:pt x="17160" y="7620"/>
                </a:lnTo>
                <a:lnTo>
                  <a:pt x="17160" y="20100"/>
                </a:lnTo>
                <a:lnTo>
                  <a:pt x="11700" y="21660"/>
                </a:lnTo>
                <a:lnTo>
                  <a:pt x="7020" y="20100"/>
                </a:lnTo>
                <a:lnTo>
                  <a:pt x="1560" y="21660"/>
                </a:lnTo>
                <a:close/>
                <a:moveTo>
                  <a:pt x="6786" y="7620"/>
                </a:moveTo>
                <a:lnTo>
                  <a:pt x="6786" y="20100"/>
                </a:lnTo>
                <a:lnTo>
                  <a:pt x="7254" y="20100"/>
                </a:lnTo>
                <a:lnTo>
                  <a:pt x="7254" y="7620"/>
                </a:lnTo>
                <a:close/>
                <a:moveTo>
                  <a:pt x="11466" y="9180"/>
                </a:moveTo>
                <a:lnTo>
                  <a:pt x="11466" y="21660"/>
                </a:lnTo>
                <a:lnTo>
                  <a:pt x="11934" y="21660"/>
                </a:lnTo>
                <a:lnTo>
                  <a:pt x="11934" y="918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地图·定时</a:t>
            </a:r>
          </a:p>
        </p:txBody>
      </p:sp>
      <p:sp>
        <p:nvSpPr>
          <p:cNvPr id="73" name="FIELD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9180"/>
                </a:moveTo>
                <a:lnTo>
                  <a:pt x="7020" y="7620"/>
                </a:lnTo>
                <a:lnTo>
                  <a:pt x="11700" y="9180"/>
                </a:lnTo>
                <a:lnTo>
                  <a:pt x="17160" y="7620"/>
                </a:lnTo>
                <a:lnTo>
                  <a:pt x="17160" y="20100"/>
                </a:lnTo>
                <a:lnTo>
                  <a:pt x="11700" y="21660"/>
                </a:lnTo>
                <a:lnTo>
                  <a:pt x="7020" y="20100"/>
                </a:lnTo>
                <a:lnTo>
                  <a:pt x="1560" y="21660"/>
                </a:lnTo>
                <a:close/>
                <a:moveTo>
                  <a:pt x="6786" y="7620"/>
                </a:moveTo>
                <a:lnTo>
                  <a:pt x="6786" y="20100"/>
                </a:lnTo>
                <a:lnTo>
                  <a:pt x="7254" y="20100"/>
                </a:lnTo>
                <a:lnTo>
                  <a:pt x="7254" y="7620"/>
                </a:lnTo>
                <a:close/>
                <a:moveTo>
                  <a:pt x="11466" y="9180"/>
                </a:moveTo>
                <a:lnTo>
                  <a:pt x="11466" y="21660"/>
                </a:lnTo>
                <a:lnTo>
                  <a:pt x="11934" y="21660"/>
                </a:lnTo>
                <a:lnTo>
                  <a:pt x="11934" y="918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地图·加锁</a:t>
            </a:r>
          </a:p>
        </p:txBody>
      </p:sp>
      <p:sp>
        <p:nvSpPr>
          <p:cNvPr id="76" name="FIELD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00" y="7000"/>
                </a:moveTo>
                <a:cubicBezTo>
                  <a:pt x="7000" y="8105"/>
                  <a:pt x="6105" y="9000"/>
                  <a:pt x="5000" y="9000"/>
                </a:cubicBezTo>
                <a:cubicBezTo>
                  <a:pt x="3895" y="9000"/>
                  <a:pt x="3000" y="8105"/>
                  <a:pt x="3000" y="7000"/>
                </a:cubicBezTo>
                <a:cubicBezTo>
                  <a:pt x="3000" y="5895"/>
                  <a:pt x="3895" y="5000"/>
                  <a:pt x="5000" y="5000"/>
                </a:cubicBezTo>
                <a:cubicBezTo>
                  <a:pt x="6105" y="5000"/>
                  <a:pt x="7000" y="5895"/>
                  <a:pt x="7000" y="7000"/>
                </a:cubicBezTo>
                <a:close/>
                <a:moveTo>
                  <a:pt x="21000" y="17000"/>
                </a:moveTo>
                <a:cubicBezTo>
                  <a:pt x="21000" y="18105"/>
                  <a:pt x="20105" y="19000"/>
                  <a:pt x="19000" y="19000"/>
                </a:cubicBezTo>
                <a:cubicBezTo>
                  <a:pt x="17895" y="19000"/>
                  <a:pt x="17000" y="18105"/>
                  <a:pt x="17000" y="17000"/>
                </a:cubicBezTo>
                <a:cubicBezTo>
                  <a:pt x="17000" y="15895"/>
                  <a:pt x="17895" y="15000"/>
                  <a:pt x="19000" y="15000"/>
                </a:cubicBezTo>
                <a:cubicBezTo>
                  <a:pt x="20105" y="15000"/>
                  <a:pt x="21000" y="15895"/>
                  <a:pt x="21000" y="17000"/>
                </a:cubicBezTo>
                <a:close/>
                <a:moveTo>
                  <a:pt x="5000" y="7000"/>
                </a:moveTo>
                <a:quadBezTo>
                  <a:pt x="12000" y="7000"/>
                  <a:pt x="12000" y="13000"/>
                </a:quadBezTo>
                <a:quadBezTo>
                  <a:pt x="12000" y="17000"/>
                  <a:pt x="19000" y="17000"/>
                </a:quadBezTo>
                <a:moveTo>
                  <a:pt x="5000" y="7350"/>
                </a:moveTo>
                <a:lnTo>
                  <a:pt x="12000" y="7350"/>
                </a:lnTo>
                <a:lnTo>
                  <a:pt x="12000" y="6650"/>
                </a:lnTo>
                <a:lnTo>
                  <a:pt x="5000" y="6650"/>
                </a:lnTo>
                <a:close/>
                <a:moveTo>
                  <a:pt x="11650" y="7000"/>
                </a:moveTo>
                <a:lnTo>
                  <a:pt x="11650" y="17000"/>
                </a:lnTo>
                <a:lnTo>
                  <a:pt x="12350" y="17000"/>
                </a:lnTo>
                <a:lnTo>
                  <a:pt x="12350" y="7000"/>
                </a:lnTo>
                <a:close/>
                <a:moveTo>
                  <a:pt x="12000" y="17350"/>
                </a:moveTo>
                <a:lnTo>
                  <a:pt x="19000" y="17350"/>
                </a:lnTo>
                <a:lnTo>
                  <a:pt x="19000" y="16650"/>
                </a:lnTo>
                <a:lnTo>
                  <a:pt x="12000" y="1665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路线标点</a:t>
            </a:r>
          </a:p>
        </p:txBody>
      </p:sp>
      <p:sp>
        <p:nvSpPr>
          <p:cNvPr id="79" name="FIELD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5460" y="11602"/>
                  <a:pt x="4762" y="12300"/>
                  <a:pt x="3900" y="12300"/>
                </a:cubicBezTo>
                <a:cubicBezTo>
                  <a:pt x="3038" y="12300"/>
                  <a:pt x="2340" y="11602"/>
                  <a:pt x="2340" y="10740"/>
                </a:cubicBezTo>
                <a:cubicBezTo>
                  <a:pt x="2340" y="9878"/>
                  <a:pt x="3038" y="9180"/>
                  <a:pt x="3900" y="9180"/>
                </a:cubicBezTo>
                <a:cubicBezTo>
                  <a:pt x="4762" y="9180"/>
                  <a:pt x="5460" y="9878"/>
                  <a:pt x="5460" y="10740"/>
                </a:cubicBezTo>
                <a:close/>
                <a:moveTo>
                  <a:pt x="16380" y="18540"/>
                </a:moveTo>
                <a:cubicBezTo>
                  <a:pt x="16380" y="19402"/>
                  <a:pt x="15682" y="20100"/>
                  <a:pt x="14820" y="20100"/>
                </a:cubicBezTo>
                <a:cubicBezTo>
                  <a:pt x="13958" y="20100"/>
                  <a:pt x="13260" y="19402"/>
                  <a:pt x="13260" y="18540"/>
                </a:cubicBezTo>
                <a:cubicBezTo>
                  <a:pt x="13260" y="17678"/>
                  <a:pt x="13958" y="16980"/>
                  <a:pt x="14820" y="16980"/>
                </a:cubicBezTo>
                <a:cubicBezTo>
                  <a:pt x="15682" y="16980"/>
                  <a:pt x="16380" y="17678"/>
                  <a:pt x="16380" y="18540"/>
                </a:cubicBezTo>
                <a:close/>
                <a:moveTo>
                  <a:pt x="3900" y="10740"/>
                </a:moveTo>
                <a:quadBezTo>
                  <a:pt x="9360" y="10740"/>
                  <a:pt x="9360" y="15420"/>
                </a:quadBezTo>
                <a:quadBezTo>
                  <a:pt x="9360" y="18540"/>
                  <a:pt x="14820" y="18540"/>
                </a:quadBezTo>
                <a:moveTo>
                  <a:pt x="3900" y="11013"/>
                </a:moveTo>
                <a:lnTo>
                  <a:pt x="9360" y="11013"/>
                </a:lnTo>
                <a:lnTo>
                  <a:pt x="9360" y="10467"/>
                </a:lnTo>
                <a:lnTo>
                  <a:pt x="3900" y="10467"/>
                </a:lnTo>
                <a:close/>
                <a:moveTo>
                  <a:pt x="9087" y="10740"/>
                </a:moveTo>
                <a:lnTo>
                  <a:pt x="9087" y="18540"/>
                </a:lnTo>
                <a:lnTo>
                  <a:pt x="9633" y="18540"/>
                </a:lnTo>
                <a:lnTo>
                  <a:pt x="9633" y="10740"/>
                </a:lnTo>
                <a:close/>
                <a:moveTo>
                  <a:pt x="9360" y="18813"/>
                </a:moveTo>
                <a:lnTo>
                  <a:pt x="14820" y="18813"/>
                </a:lnTo>
                <a:lnTo>
                  <a:pt x="14820" y="18267"/>
                </a:lnTo>
                <a:lnTo>
                  <a:pt x="9360" y="18267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路线标点·已验证</a:t>
            </a:r>
          </a:p>
        </p:txBody>
      </p:sp>
      <p:sp>
        <p:nvSpPr>
          <p:cNvPr id="82" name="FIELD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5460" y="11602"/>
                  <a:pt x="4762" y="12300"/>
                  <a:pt x="3900" y="12300"/>
                </a:cubicBezTo>
                <a:cubicBezTo>
                  <a:pt x="3038" y="12300"/>
                  <a:pt x="2340" y="11602"/>
                  <a:pt x="2340" y="10740"/>
                </a:cubicBezTo>
                <a:cubicBezTo>
                  <a:pt x="2340" y="9878"/>
                  <a:pt x="3038" y="9180"/>
                  <a:pt x="3900" y="9180"/>
                </a:cubicBezTo>
                <a:cubicBezTo>
                  <a:pt x="4762" y="9180"/>
                  <a:pt x="5460" y="9878"/>
                  <a:pt x="5460" y="10740"/>
                </a:cubicBezTo>
                <a:close/>
                <a:moveTo>
                  <a:pt x="16380" y="18540"/>
                </a:moveTo>
                <a:cubicBezTo>
                  <a:pt x="16380" y="19402"/>
                  <a:pt x="15682" y="20100"/>
                  <a:pt x="14820" y="20100"/>
                </a:cubicBezTo>
                <a:cubicBezTo>
                  <a:pt x="13958" y="20100"/>
                  <a:pt x="13260" y="19402"/>
                  <a:pt x="13260" y="18540"/>
                </a:cubicBezTo>
                <a:cubicBezTo>
                  <a:pt x="13260" y="17678"/>
                  <a:pt x="13958" y="16980"/>
                  <a:pt x="14820" y="16980"/>
                </a:cubicBezTo>
                <a:cubicBezTo>
                  <a:pt x="15682" y="16980"/>
                  <a:pt x="16380" y="17678"/>
                  <a:pt x="16380" y="18540"/>
                </a:cubicBezTo>
                <a:close/>
                <a:moveTo>
                  <a:pt x="3900" y="10740"/>
                </a:moveTo>
                <a:quadBezTo>
                  <a:pt x="9360" y="10740"/>
                  <a:pt x="9360" y="15420"/>
                </a:quadBezTo>
                <a:quadBezTo>
                  <a:pt x="9360" y="18540"/>
                  <a:pt x="14820" y="18540"/>
                </a:quadBezTo>
                <a:moveTo>
                  <a:pt x="3900" y="11013"/>
                </a:moveTo>
                <a:lnTo>
                  <a:pt x="9360" y="11013"/>
                </a:lnTo>
                <a:lnTo>
                  <a:pt x="9360" y="10467"/>
                </a:lnTo>
                <a:lnTo>
                  <a:pt x="3900" y="10467"/>
                </a:lnTo>
                <a:close/>
                <a:moveTo>
                  <a:pt x="9087" y="10740"/>
                </a:moveTo>
                <a:lnTo>
                  <a:pt x="9087" y="18540"/>
                </a:lnTo>
                <a:lnTo>
                  <a:pt x="9633" y="18540"/>
                </a:lnTo>
                <a:lnTo>
                  <a:pt x="9633" y="10740"/>
                </a:lnTo>
                <a:close/>
                <a:moveTo>
                  <a:pt x="9360" y="18813"/>
                </a:moveTo>
                <a:lnTo>
                  <a:pt x="14820" y="18813"/>
                </a:lnTo>
                <a:lnTo>
                  <a:pt x="14820" y="18267"/>
                </a:lnTo>
                <a:lnTo>
                  <a:pt x="9360" y="18267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路线标点·预警</a:t>
            </a:r>
          </a:p>
        </p:txBody>
      </p:sp>
      <p:sp>
        <p:nvSpPr>
          <p:cNvPr id="85" name="FIELD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5460" y="11602"/>
                  <a:pt x="4762" y="12300"/>
                  <a:pt x="3900" y="12300"/>
                </a:cubicBezTo>
                <a:cubicBezTo>
                  <a:pt x="3038" y="12300"/>
                  <a:pt x="2340" y="11602"/>
                  <a:pt x="2340" y="10740"/>
                </a:cubicBezTo>
                <a:cubicBezTo>
                  <a:pt x="2340" y="9878"/>
                  <a:pt x="3038" y="9180"/>
                  <a:pt x="3900" y="9180"/>
                </a:cubicBezTo>
                <a:cubicBezTo>
                  <a:pt x="4762" y="9180"/>
                  <a:pt x="5460" y="9878"/>
                  <a:pt x="5460" y="10740"/>
                </a:cubicBezTo>
                <a:close/>
                <a:moveTo>
                  <a:pt x="16380" y="18540"/>
                </a:moveTo>
                <a:cubicBezTo>
                  <a:pt x="16380" y="19402"/>
                  <a:pt x="15682" y="20100"/>
                  <a:pt x="14820" y="20100"/>
                </a:cubicBezTo>
                <a:cubicBezTo>
                  <a:pt x="13958" y="20100"/>
                  <a:pt x="13260" y="19402"/>
                  <a:pt x="13260" y="18540"/>
                </a:cubicBezTo>
                <a:cubicBezTo>
                  <a:pt x="13260" y="17678"/>
                  <a:pt x="13958" y="16980"/>
                  <a:pt x="14820" y="16980"/>
                </a:cubicBezTo>
                <a:cubicBezTo>
                  <a:pt x="15682" y="16980"/>
                  <a:pt x="16380" y="17678"/>
                  <a:pt x="16380" y="18540"/>
                </a:cubicBezTo>
                <a:close/>
                <a:moveTo>
                  <a:pt x="3900" y="10740"/>
                </a:moveTo>
                <a:quadBezTo>
                  <a:pt x="9360" y="10740"/>
                  <a:pt x="9360" y="15420"/>
                </a:quadBezTo>
                <a:quadBezTo>
                  <a:pt x="9360" y="18540"/>
                  <a:pt x="14820" y="18540"/>
                </a:quadBezTo>
                <a:moveTo>
                  <a:pt x="3900" y="11013"/>
                </a:moveTo>
                <a:lnTo>
                  <a:pt x="9360" y="11013"/>
                </a:lnTo>
                <a:lnTo>
                  <a:pt x="9360" y="10467"/>
                </a:lnTo>
                <a:lnTo>
                  <a:pt x="3900" y="10467"/>
                </a:lnTo>
                <a:close/>
                <a:moveTo>
                  <a:pt x="9087" y="10740"/>
                </a:moveTo>
                <a:lnTo>
                  <a:pt x="9087" y="18540"/>
                </a:lnTo>
                <a:lnTo>
                  <a:pt x="9633" y="18540"/>
                </a:lnTo>
                <a:lnTo>
                  <a:pt x="9633" y="10740"/>
                </a:lnTo>
                <a:close/>
                <a:moveTo>
                  <a:pt x="9360" y="18813"/>
                </a:moveTo>
                <a:lnTo>
                  <a:pt x="14820" y="18813"/>
                </a:lnTo>
                <a:lnTo>
                  <a:pt x="14820" y="18267"/>
                </a:lnTo>
                <a:lnTo>
                  <a:pt x="9360" y="18267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路线标点·洞察</a:t>
            </a:r>
          </a:p>
        </p:txBody>
      </p:sp>
      <p:sp>
        <p:nvSpPr>
          <p:cNvPr id="88" name="FIELD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5460" y="11602"/>
                  <a:pt x="4762" y="12300"/>
                  <a:pt x="3900" y="12300"/>
                </a:cubicBezTo>
                <a:cubicBezTo>
                  <a:pt x="3038" y="12300"/>
                  <a:pt x="2340" y="11602"/>
                  <a:pt x="2340" y="10740"/>
                </a:cubicBezTo>
                <a:cubicBezTo>
                  <a:pt x="2340" y="9878"/>
                  <a:pt x="3038" y="9180"/>
                  <a:pt x="3900" y="9180"/>
                </a:cubicBezTo>
                <a:cubicBezTo>
                  <a:pt x="4762" y="9180"/>
                  <a:pt x="5460" y="9878"/>
                  <a:pt x="5460" y="10740"/>
                </a:cubicBezTo>
                <a:close/>
                <a:moveTo>
                  <a:pt x="16380" y="18540"/>
                </a:moveTo>
                <a:cubicBezTo>
                  <a:pt x="16380" y="19402"/>
                  <a:pt x="15682" y="20100"/>
                  <a:pt x="14820" y="20100"/>
                </a:cubicBezTo>
                <a:cubicBezTo>
                  <a:pt x="13958" y="20100"/>
                  <a:pt x="13260" y="19402"/>
                  <a:pt x="13260" y="18540"/>
                </a:cubicBezTo>
                <a:cubicBezTo>
                  <a:pt x="13260" y="17678"/>
                  <a:pt x="13958" y="16980"/>
                  <a:pt x="14820" y="16980"/>
                </a:cubicBezTo>
                <a:cubicBezTo>
                  <a:pt x="15682" y="16980"/>
                  <a:pt x="16380" y="17678"/>
                  <a:pt x="16380" y="18540"/>
                </a:cubicBezTo>
                <a:close/>
                <a:moveTo>
                  <a:pt x="3900" y="10740"/>
                </a:moveTo>
                <a:quadBezTo>
                  <a:pt x="9360" y="10740"/>
                  <a:pt x="9360" y="15420"/>
                </a:quadBezTo>
                <a:quadBezTo>
                  <a:pt x="9360" y="18540"/>
                  <a:pt x="14820" y="18540"/>
                </a:quadBezTo>
                <a:moveTo>
                  <a:pt x="3900" y="11013"/>
                </a:moveTo>
                <a:lnTo>
                  <a:pt x="9360" y="11013"/>
                </a:lnTo>
                <a:lnTo>
                  <a:pt x="9360" y="10467"/>
                </a:lnTo>
                <a:lnTo>
                  <a:pt x="3900" y="10467"/>
                </a:lnTo>
                <a:close/>
                <a:moveTo>
                  <a:pt x="9087" y="10740"/>
                </a:moveTo>
                <a:lnTo>
                  <a:pt x="9087" y="18540"/>
                </a:lnTo>
                <a:lnTo>
                  <a:pt x="9633" y="18540"/>
                </a:lnTo>
                <a:lnTo>
                  <a:pt x="9633" y="10740"/>
                </a:lnTo>
                <a:close/>
                <a:moveTo>
                  <a:pt x="9360" y="18813"/>
                </a:moveTo>
                <a:lnTo>
                  <a:pt x="14820" y="18813"/>
                </a:lnTo>
                <a:lnTo>
                  <a:pt x="14820" y="18267"/>
                </a:lnTo>
                <a:lnTo>
                  <a:pt x="9360" y="18267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路线标点·定时</a:t>
            </a:r>
          </a:p>
        </p:txBody>
      </p:sp>
      <p:sp>
        <p:nvSpPr>
          <p:cNvPr id="91" name="FIELD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5460" y="10740"/>
                </a:moveTo>
                <a:cubicBezTo>
                  <a:pt x="5460" y="11602"/>
                  <a:pt x="4762" y="12300"/>
                  <a:pt x="3900" y="12300"/>
                </a:cubicBezTo>
                <a:cubicBezTo>
                  <a:pt x="3038" y="12300"/>
                  <a:pt x="2340" y="11602"/>
                  <a:pt x="2340" y="10740"/>
                </a:cubicBezTo>
                <a:cubicBezTo>
                  <a:pt x="2340" y="9878"/>
                  <a:pt x="3038" y="9180"/>
                  <a:pt x="3900" y="9180"/>
                </a:cubicBezTo>
                <a:cubicBezTo>
                  <a:pt x="4762" y="9180"/>
                  <a:pt x="5460" y="9878"/>
                  <a:pt x="5460" y="10740"/>
                </a:cubicBezTo>
                <a:close/>
                <a:moveTo>
                  <a:pt x="16380" y="18540"/>
                </a:moveTo>
                <a:cubicBezTo>
                  <a:pt x="16380" y="19402"/>
                  <a:pt x="15682" y="20100"/>
                  <a:pt x="14820" y="20100"/>
                </a:cubicBezTo>
                <a:cubicBezTo>
                  <a:pt x="13958" y="20100"/>
                  <a:pt x="13260" y="19402"/>
                  <a:pt x="13260" y="18540"/>
                </a:cubicBezTo>
                <a:cubicBezTo>
                  <a:pt x="13260" y="17678"/>
                  <a:pt x="13958" y="16980"/>
                  <a:pt x="14820" y="16980"/>
                </a:cubicBezTo>
                <a:cubicBezTo>
                  <a:pt x="15682" y="16980"/>
                  <a:pt x="16380" y="17678"/>
                  <a:pt x="16380" y="18540"/>
                </a:cubicBezTo>
                <a:close/>
                <a:moveTo>
                  <a:pt x="3900" y="10740"/>
                </a:moveTo>
                <a:quadBezTo>
                  <a:pt x="9360" y="10740"/>
                  <a:pt x="9360" y="15420"/>
                </a:quadBezTo>
                <a:quadBezTo>
                  <a:pt x="9360" y="18540"/>
                  <a:pt x="14820" y="18540"/>
                </a:quadBezTo>
                <a:moveTo>
                  <a:pt x="3900" y="11013"/>
                </a:moveTo>
                <a:lnTo>
                  <a:pt x="9360" y="11013"/>
                </a:lnTo>
                <a:lnTo>
                  <a:pt x="9360" y="10467"/>
                </a:lnTo>
                <a:lnTo>
                  <a:pt x="3900" y="10467"/>
                </a:lnTo>
                <a:close/>
                <a:moveTo>
                  <a:pt x="9087" y="10740"/>
                </a:moveTo>
                <a:lnTo>
                  <a:pt x="9087" y="18540"/>
                </a:lnTo>
                <a:lnTo>
                  <a:pt x="9633" y="18540"/>
                </a:lnTo>
                <a:lnTo>
                  <a:pt x="9633" y="10740"/>
                </a:lnTo>
                <a:close/>
                <a:moveTo>
                  <a:pt x="9360" y="18813"/>
                </a:moveTo>
                <a:lnTo>
                  <a:pt x="14820" y="18813"/>
                </a:lnTo>
                <a:lnTo>
                  <a:pt x="14820" y="18267"/>
                </a:lnTo>
                <a:lnTo>
                  <a:pt x="9360" y="18267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路线标点·加锁</a:t>
            </a:r>
          </a:p>
        </p:txBody>
      </p:sp>
      <p:sp>
        <p:nvSpPr>
          <p:cNvPr id="94" name="FIELD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200" y="5000"/>
                </a:moveTo>
                <a:lnTo>
                  <a:pt x="19800" y="5000"/>
                </a:lnTo>
                <a:cubicBezTo>
                  <a:pt x="20463" y="5000"/>
                  <a:pt x="21000" y="5537"/>
                  <a:pt x="21000" y="6200"/>
                </a:cubicBezTo>
                <a:lnTo>
                  <a:pt x="21000" y="19800"/>
                </a:lnTo>
                <a:cubicBezTo>
                  <a:pt x="21000" y="20463"/>
                  <a:pt x="20463" y="21000"/>
                  <a:pt x="19800" y="21000"/>
                </a:cubicBezTo>
                <a:lnTo>
                  <a:pt x="4200" y="21000"/>
                </a:lnTo>
                <a:cubicBezTo>
                  <a:pt x="3537" y="21000"/>
                  <a:pt x="3000" y="20463"/>
                  <a:pt x="3000" y="19800"/>
                </a:cubicBezTo>
                <a:lnTo>
                  <a:pt x="3000" y="6200"/>
                </a:lnTo>
                <a:cubicBezTo>
                  <a:pt x="3000" y="5537"/>
                  <a:pt x="3537" y="5000"/>
                  <a:pt x="4200" y="5000"/>
                </a:cubicBezTo>
                <a:close/>
                <a:moveTo>
                  <a:pt x="3000" y="5000"/>
                </a:moveTo>
                <a:lnTo>
                  <a:pt x="21000" y="5000"/>
                </a:lnTo>
                <a:lnTo>
                  <a:pt x="21000" y="9000"/>
                </a:lnTo>
                <a:lnTo>
                  <a:pt x="3000" y="9000"/>
                </a:lnTo>
                <a:close/>
                <a:moveTo>
                  <a:pt x="7500" y="2500"/>
                </a:moveTo>
                <a:lnTo>
                  <a:pt x="8100" y="2500"/>
                </a:lnTo>
                <a:cubicBezTo>
                  <a:pt x="8376" y="2500"/>
                  <a:pt x="8600" y="2724"/>
                  <a:pt x="8600" y="3000"/>
                </a:cubicBezTo>
                <a:lnTo>
                  <a:pt x="8600" y="6000"/>
                </a:lnTo>
                <a:cubicBezTo>
                  <a:pt x="8600" y="6276"/>
                  <a:pt x="8376" y="6500"/>
                  <a:pt x="8100" y="6500"/>
                </a:cubicBezTo>
                <a:lnTo>
                  <a:pt x="7500" y="6500"/>
                </a:lnTo>
                <a:cubicBezTo>
                  <a:pt x="7224" y="6500"/>
                  <a:pt x="7000" y="6276"/>
                  <a:pt x="7000" y="6000"/>
                </a:cubicBezTo>
                <a:lnTo>
                  <a:pt x="7000" y="3000"/>
                </a:lnTo>
                <a:cubicBezTo>
                  <a:pt x="7000" y="2724"/>
                  <a:pt x="7224" y="2500"/>
                  <a:pt x="7500" y="2500"/>
                </a:cubicBezTo>
                <a:close/>
                <a:moveTo>
                  <a:pt x="15900" y="2500"/>
                </a:moveTo>
                <a:lnTo>
                  <a:pt x="16500" y="2500"/>
                </a:lnTo>
                <a:cubicBezTo>
                  <a:pt x="16776" y="2500"/>
                  <a:pt x="17000" y="2724"/>
                  <a:pt x="17000" y="3000"/>
                </a:cubicBezTo>
                <a:lnTo>
                  <a:pt x="17000" y="6000"/>
                </a:lnTo>
                <a:cubicBezTo>
                  <a:pt x="17000" y="6276"/>
                  <a:pt x="16776" y="6500"/>
                  <a:pt x="16500" y="6500"/>
                </a:cubicBezTo>
                <a:lnTo>
                  <a:pt x="15900" y="6500"/>
                </a:lnTo>
                <a:cubicBezTo>
                  <a:pt x="15624" y="6500"/>
                  <a:pt x="15400" y="6276"/>
                  <a:pt x="15400" y="6000"/>
                </a:cubicBezTo>
                <a:lnTo>
                  <a:pt x="15400" y="3000"/>
                </a:lnTo>
                <a:cubicBezTo>
                  <a:pt x="15400" y="2724"/>
                  <a:pt x="15624" y="2500"/>
                  <a:pt x="15900" y="2500"/>
                </a:cubicBezTo>
                <a:close/>
                <a:moveTo>
                  <a:pt x="6300" y="12000"/>
                </a:moveTo>
                <a:lnTo>
                  <a:pt x="9700" y="12000"/>
                </a:lnTo>
                <a:cubicBezTo>
                  <a:pt x="9866" y="12000"/>
                  <a:pt x="10000" y="12134"/>
                  <a:pt x="10000" y="12300"/>
                </a:cubicBezTo>
                <a:lnTo>
                  <a:pt x="10000" y="14100"/>
                </a:lnTo>
                <a:cubicBezTo>
                  <a:pt x="10000" y="14266"/>
                  <a:pt x="9866" y="14400"/>
                  <a:pt x="9700" y="14400"/>
                </a:cubicBezTo>
                <a:lnTo>
                  <a:pt x="6300" y="14400"/>
                </a:lnTo>
                <a:cubicBezTo>
                  <a:pt x="6134" y="14400"/>
                  <a:pt x="6000" y="14266"/>
                  <a:pt x="6000" y="14100"/>
                </a:cubicBezTo>
                <a:lnTo>
                  <a:pt x="6000" y="12300"/>
                </a:lnTo>
                <a:cubicBezTo>
                  <a:pt x="6000" y="12134"/>
                  <a:pt x="6134" y="12000"/>
                  <a:pt x="6300" y="12000"/>
                </a:cubicBezTo>
                <a:close/>
                <a:moveTo>
                  <a:pt x="11300" y="12000"/>
                </a:moveTo>
                <a:lnTo>
                  <a:pt x="14700" y="12000"/>
                </a:lnTo>
                <a:cubicBezTo>
                  <a:pt x="14866" y="12000"/>
                  <a:pt x="15000" y="12134"/>
                  <a:pt x="15000" y="12300"/>
                </a:cubicBezTo>
                <a:lnTo>
                  <a:pt x="15000" y="14100"/>
                </a:lnTo>
                <a:cubicBezTo>
                  <a:pt x="15000" y="14266"/>
                  <a:pt x="14866" y="14400"/>
                  <a:pt x="14700" y="14400"/>
                </a:cubicBezTo>
                <a:lnTo>
                  <a:pt x="11300" y="14400"/>
                </a:lnTo>
                <a:cubicBezTo>
                  <a:pt x="11134" y="14400"/>
                  <a:pt x="11000" y="14266"/>
                  <a:pt x="11000" y="14100"/>
                </a:cubicBezTo>
                <a:lnTo>
                  <a:pt x="11000" y="12300"/>
                </a:lnTo>
                <a:cubicBezTo>
                  <a:pt x="11000" y="12134"/>
                  <a:pt x="11134" y="12000"/>
                  <a:pt x="11300" y="12000"/>
                </a:cubicBezTo>
                <a:close/>
                <a:moveTo>
                  <a:pt x="16300" y="12000"/>
                </a:moveTo>
                <a:lnTo>
                  <a:pt x="18700" y="12000"/>
                </a:lnTo>
                <a:cubicBezTo>
                  <a:pt x="18866" y="12000"/>
                  <a:pt x="19000" y="12134"/>
                  <a:pt x="19000" y="12300"/>
                </a:cubicBezTo>
                <a:lnTo>
                  <a:pt x="19000" y="14100"/>
                </a:lnTo>
                <a:cubicBezTo>
                  <a:pt x="19000" y="14266"/>
                  <a:pt x="18866" y="14400"/>
                  <a:pt x="18700" y="14400"/>
                </a:cubicBezTo>
                <a:lnTo>
                  <a:pt x="16300" y="14400"/>
                </a:lnTo>
                <a:cubicBezTo>
                  <a:pt x="16134" y="14400"/>
                  <a:pt x="16000" y="14266"/>
                  <a:pt x="16000" y="14100"/>
                </a:cubicBezTo>
                <a:lnTo>
                  <a:pt x="16000" y="12300"/>
                </a:lnTo>
                <a:cubicBezTo>
                  <a:pt x="16000" y="12134"/>
                  <a:pt x="16134" y="12000"/>
                  <a:pt x="16300" y="12000"/>
                </a:cubicBezTo>
                <a:close/>
                <a:moveTo>
                  <a:pt x="6300" y="16000"/>
                </a:moveTo>
                <a:lnTo>
                  <a:pt x="13700" y="16000"/>
                </a:lnTo>
                <a:cubicBezTo>
                  <a:pt x="13866" y="16000"/>
                  <a:pt x="14000" y="16134"/>
                  <a:pt x="14000" y="16300"/>
                </a:cubicBezTo>
                <a:lnTo>
                  <a:pt x="14000" y="18100"/>
                </a:lnTo>
                <a:cubicBezTo>
                  <a:pt x="14000" y="18266"/>
                  <a:pt x="13866" y="18400"/>
                  <a:pt x="13700" y="18400"/>
                </a:cubicBezTo>
                <a:lnTo>
                  <a:pt x="6300" y="18400"/>
                </a:lnTo>
                <a:cubicBezTo>
                  <a:pt x="6134" y="18400"/>
                  <a:pt x="6000" y="18266"/>
                  <a:pt x="6000" y="18100"/>
                </a:cubicBezTo>
                <a:lnTo>
                  <a:pt x="6000" y="16300"/>
                </a:lnTo>
                <a:cubicBezTo>
                  <a:pt x="6000" y="16134"/>
                  <a:pt x="6134" y="16000"/>
                  <a:pt x="6300" y="16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排班</a:t>
            </a:r>
          </a:p>
        </p:txBody>
      </p:sp>
      <p:sp>
        <p:nvSpPr>
          <p:cNvPr id="97" name="FIELD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4914" y="14640"/>
                </a:moveTo>
                <a:lnTo>
                  <a:pt x="7566" y="14640"/>
                </a:lnTo>
                <a:cubicBezTo>
                  <a:pt x="7695" y="14640"/>
                  <a:pt x="7800" y="14745"/>
                  <a:pt x="7800" y="14874"/>
                </a:cubicBezTo>
                <a:lnTo>
                  <a:pt x="7800" y="16278"/>
                </a:lnTo>
                <a:cubicBezTo>
                  <a:pt x="7800" y="16407"/>
                  <a:pt x="7695" y="16512"/>
                  <a:pt x="7566" y="16512"/>
                </a:cubicBezTo>
                <a:lnTo>
                  <a:pt x="4914" y="16512"/>
                </a:lnTo>
                <a:cubicBezTo>
                  <a:pt x="4785" y="16512"/>
                  <a:pt x="4680" y="16407"/>
                  <a:pt x="4680" y="16278"/>
                </a:cubicBezTo>
                <a:lnTo>
                  <a:pt x="4680" y="14874"/>
                </a:lnTo>
                <a:cubicBezTo>
                  <a:pt x="4680" y="14745"/>
                  <a:pt x="4785" y="14640"/>
                  <a:pt x="4914" y="14640"/>
                </a:cubicBezTo>
                <a:close/>
                <a:moveTo>
                  <a:pt x="8814" y="14640"/>
                </a:moveTo>
                <a:lnTo>
                  <a:pt x="11466" y="14640"/>
                </a:lnTo>
                <a:cubicBezTo>
                  <a:pt x="11595" y="14640"/>
                  <a:pt x="11700" y="14745"/>
                  <a:pt x="11700" y="14874"/>
                </a:cubicBezTo>
                <a:lnTo>
                  <a:pt x="11700" y="16278"/>
                </a:lnTo>
                <a:cubicBezTo>
                  <a:pt x="11700" y="16407"/>
                  <a:pt x="11595" y="16512"/>
                  <a:pt x="11466" y="16512"/>
                </a:cubicBezTo>
                <a:lnTo>
                  <a:pt x="8814" y="16512"/>
                </a:lnTo>
                <a:cubicBezTo>
                  <a:pt x="8685" y="16512"/>
                  <a:pt x="8580" y="16407"/>
                  <a:pt x="8580" y="16278"/>
                </a:cubicBezTo>
                <a:lnTo>
                  <a:pt x="8580" y="14874"/>
                </a:lnTo>
                <a:cubicBezTo>
                  <a:pt x="8580" y="14745"/>
                  <a:pt x="8685" y="14640"/>
                  <a:pt x="8814" y="14640"/>
                </a:cubicBezTo>
                <a:close/>
                <a:moveTo>
                  <a:pt x="12714" y="14640"/>
                </a:moveTo>
                <a:lnTo>
                  <a:pt x="14586" y="14640"/>
                </a:lnTo>
                <a:cubicBezTo>
                  <a:pt x="14715" y="14640"/>
                  <a:pt x="14820" y="14745"/>
                  <a:pt x="14820" y="14874"/>
                </a:cubicBezTo>
                <a:lnTo>
                  <a:pt x="14820" y="16278"/>
                </a:lnTo>
                <a:cubicBezTo>
                  <a:pt x="14820" y="16407"/>
                  <a:pt x="14715" y="16512"/>
                  <a:pt x="14586" y="16512"/>
                </a:cubicBezTo>
                <a:lnTo>
                  <a:pt x="12714" y="16512"/>
                </a:lnTo>
                <a:cubicBezTo>
                  <a:pt x="12585" y="16512"/>
                  <a:pt x="12480" y="16407"/>
                  <a:pt x="12480" y="16278"/>
                </a:cubicBezTo>
                <a:lnTo>
                  <a:pt x="12480" y="14874"/>
                </a:lnTo>
                <a:cubicBezTo>
                  <a:pt x="12480" y="14745"/>
                  <a:pt x="12585" y="14640"/>
                  <a:pt x="12714" y="14640"/>
                </a:cubicBezTo>
                <a:close/>
                <a:moveTo>
                  <a:pt x="4914" y="17760"/>
                </a:moveTo>
                <a:lnTo>
                  <a:pt x="10686" y="17760"/>
                </a:lnTo>
                <a:cubicBezTo>
                  <a:pt x="10815" y="17760"/>
                  <a:pt x="10920" y="17865"/>
                  <a:pt x="10920" y="17994"/>
                </a:cubicBezTo>
                <a:lnTo>
                  <a:pt x="10920" y="19398"/>
                </a:lnTo>
                <a:cubicBezTo>
                  <a:pt x="10920" y="19527"/>
                  <a:pt x="10815" y="19632"/>
                  <a:pt x="10686" y="19632"/>
                </a:cubicBezTo>
                <a:lnTo>
                  <a:pt x="4914" y="19632"/>
                </a:lnTo>
                <a:cubicBezTo>
                  <a:pt x="4785" y="19632"/>
                  <a:pt x="4680" y="19527"/>
                  <a:pt x="4680" y="19398"/>
                </a:cubicBezTo>
                <a:lnTo>
                  <a:pt x="4680" y="17994"/>
                </a:lnTo>
                <a:cubicBezTo>
                  <a:pt x="4680" y="17865"/>
                  <a:pt x="4785" y="17760"/>
                  <a:pt x="4914" y="177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排班·已验证</a:t>
            </a:r>
          </a:p>
        </p:txBody>
      </p:sp>
      <p:sp>
        <p:nvSpPr>
          <p:cNvPr id="100" name="FIELD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4914" y="14640"/>
                </a:moveTo>
                <a:lnTo>
                  <a:pt x="7566" y="14640"/>
                </a:lnTo>
                <a:cubicBezTo>
                  <a:pt x="7695" y="14640"/>
                  <a:pt x="7800" y="14745"/>
                  <a:pt x="7800" y="14874"/>
                </a:cubicBezTo>
                <a:lnTo>
                  <a:pt x="7800" y="16278"/>
                </a:lnTo>
                <a:cubicBezTo>
                  <a:pt x="7800" y="16407"/>
                  <a:pt x="7695" y="16512"/>
                  <a:pt x="7566" y="16512"/>
                </a:cubicBezTo>
                <a:lnTo>
                  <a:pt x="4914" y="16512"/>
                </a:lnTo>
                <a:cubicBezTo>
                  <a:pt x="4785" y="16512"/>
                  <a:pt x="4680" y="16407"/>
                  <a:pt x="4680" y="16278"/>
                </a:cubicBezTo>
                <a:lnTo>
                  <a:pt x="4680" y="14874"/>
                </a:lnTo>
                <a:cubicBezTo>
                  <a:pt x="4680" y="14745"/>
                  <a:pt x="4785" y="14640"/>
                  <a:pt x="4914" y="14640"/>
                </a:cubicBezTo>
                <a:close/>
                <a:moveTo>
                  <a:pt x="8814" y="14640"/>
                </a:moveTo>
                <a:lnTo>
                  <a:pt x="11466" y="14640"/>
                </a:lnTo>
                <a:cubicBezTo>
                  <a:pt x="11595" y="14640"/>
                  <a:pt x="11700" y="14745"/>
                  <a:pt x="11700" y="14874"/>
                </a:cubicBezTo>
                <a:lnTo>
                  <a:pt x="11700" y="16278"/>
                </a:lnTo>
                <a:cubicBezTo>
                  <a:pt x="11700" y="16407"/>
                  <a:pt x="11595" y="16512"/>
                  <a:pt x="11466" y="16512"/>
                </a:cubicBezTo>
                <a:lnTo>
                  <a:pt x="8814" y="16512"/>
                </a:lnTo>
                <a:cubicBezTo>
                  <a:pt x="8685" y="16512"/>
                  <a:pt x="8580" y="16407"/>
                  <a:pt x="8580" y="16278"/>
                </a:cubicBezTo>
                <a:lnTo>
                  <a:pt x="8580" y="14874"/>
                </a:lnTo>
                <a:cubicBezTo>
                  <a:pt x="8580" y="14745"/>
                  <a:pt x="8685" y="14640"/>
                  <a:pt x="8814" y="14640"/>
                </a:cubicBezTo>
                <a:close/>
                <a:moveTo>
                  <a:pt x="12714" y="14640"/>
                </a:moveTo>
                <a:lnTo>
                  <a:pt x="14586" y="14640"/>
                </a:lnTo>
                <a:cubicBezTo>
                  <a:pt x="14715" y="14640"/>
                  <a:pt x="14820" y="14745"/>
                  <a:pt x="14820" y="14874"/>
                </a:cubicBezTo>
                <a:lnTo>
                  <a:pt x="14820" y="16278"/>
                </a:lnTo>
                <a:cubicBezTo>
                  <a:pt x="14820" y="16407"/>
                  <a:pt x="14715" y="16512"/>
                  <a:pt x="14586" y="16512"/>
                </a:cubicBezTo>
                <a:lnTo>
                  <a:pt x="12714" y="16512"/>
                </a:lnTo>
                <a:cubicBezTo>
                  <a:pt x="12585" y="16512"/>
                  <a:pt x="12480" y="16407"/>
                  <a:pt x="12480" y="16278"/>
                </a:cubicBezTo>
                <a:lnTo>
                  <a:pt x="12480" y="14874"/>
                </a:lnTo>
                <a:cubicBezTo>
                  <a:pt x="12480" y="14745"/>
                  <a:pt x="12585" y="14640"/>
                  <a:pt x="12714" y="14640"/>
                </a:cubicBezTo>
                <a:close/>
                <a:moveTo>
                  <a:pt x="4914" y="17760"/>
                </a:moveTo>
                <a:lnTo>
                  <a:pt x="10686" y="17760"/>
                </a:lnTo>
                <a:cubicBezTo>
                  <a:pt x="10815" y="17760"/>
                  <a:pt x="10920" y="17865"/>
                  <a:pt x="10920" y="17994"/>
                </a:cubicBezTo>
                <a:lnTo>
                  <a:pt x="10920" y="19398"/>
                </a:lnTo>
                <a:cubicBezTo>
                  <a:pt x="10920" y="19527"/>
                  <a:pt x="10815" y="19632"/>
                  <a:pt x="10686" y="19632"/>
                </a:cubicBezTo>
                <a:lnTo>
                  <a:pt x="4914" y="19632"/>
                </a:lnTo>
                <a:cubicBezTo>
                  <a:pt x="4785" y="19632"/>
                  <a:pt x="4680" y="19527"/>
                  <a:pt x="4680" y="19398"/>
                </a:cubicBezTo>
                <a:lnTo>
                  <a:pt x="4680" y="17994"/>
                </a:lnTo>
                <a:cubicBezTo>
                  <a:pt x="4680" y="17865"/>
                  <a:pt x="4785" y="17760"/>
                  <a:pt x="4914" y="1776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排班·预警</a:t>
            </a:r>
          </a:p>
        </p:txBody>
      </p:sp>
      <p:sp>
        <p:nvSpPr>
          <p:cNvPr id="103" name="FIELD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4914" y="14640"/>
                </a:moveTo>
                <a:lnTo>
                  <a:pt x="7566" y="14640"/>
                </a:lnTo>
                <a:cubicBezTo>
                  <a:pt x="7695" y="14640"/>
                  <a:pt x="7800" y="14745"/>
                  <a:pt x="7800" y="14874"/>
                </a:cubicBezTo>
                <a:lnTo>
                  <a:pt x="7800" y="16278"/>
                </a:lnTo>
                <a:cubicBezTo>
                  <a:pt x="7800" y="16407"/>
                  <a:pt x="7695" y="16512"/>
                  <a:pt x="7566" y="16512"/>
                </a:cubicBezTo>
                <a:lnTo>
                  <a:pt x="4914" y="16512"/>
                </a:lnTo>
                <a:cubicBezTo>
                  <a:pt x="4785" y="16512"/>
                  <a:pt x="4680" y="16407"/>
                  <a:pt x="4680" y="16278"/>
                </a:cubicBezTo>
                <a:lnTo>
                  <a:pt x="4680" y="14874"/>
                </a:lnTo>
                <a:cubicBezTo>
                  <a:pt x="4680" y="14745"/>
                  <a:pt x="4785" y="14640"/>
                  <a:pt x="4914" y="14640"/>
                </a:cubicBezTo>
                <a:close/>
                <a:moveTo>
                  <a:pt x="8814" y="14640"/>
                </a:moveTo>
                <a:lnTo>
                  <a:pt x="11466" y="14640"/>
                </a:lnTo>
                <a:cubicBezTo>
                  <a:pt x="11595" y="14640"/>
                  <a:pt x="11700" y="14745"/>
                  <a:pt x="11700" y="14874"/>
                </a:cubicBezTo>
                <a:lnTo>
                  <a:pt x="11700" y="16278"/>
                </a:lnTo>
                <a:cubicBezTo>
                  <a:pt x="11700" y="16407"/>
                  <a:pt x="11595" y="16512"/>
                  <a:pt x="11466" y="16512"/>
                </a:cubicBezTo>
                <a:lnTo>
                  <a:pt x="8814" y="16512"/>
                </a:lnTo>
                <a:cubicBezTo>
                  <a:pt x="8685" y="16512"/>
                  <a:pt x="8580" y="16407"/>
                  <a:pt x="8580" y="16278"/>
                </a:cubicBezTo>
                <a:lnTo>
                  <a:pt x="8580" y="14874"/>
                </a:lnTo>
                <a:cubicBezTo>
                  <a:pt x="8580" y="14745"/>
                  <a:pt x="8685" y="14640"/>
                  <a:pt x="8814" y="14640"/>
                </a:cubicBezTo>
                <a:close/>
                <a:moveTo>
                  <a:pt x="12714" y="14640"/>
                </a:moveTo>
                <a:lnTo>
                  <a:pt x="14586" y="14640"/>
                </a:lnTo>
                <a:cubicBezTo>
                  <a:pt x="14715" y="14640"/>
                  <a:pt x="14820" y="14745"/>
                  <a:pt x="14820" y="14874"/>
                </a:cubicBezTo>
                <a:lnTo>
                  <a:pt x="14820" y="16278"/>
                </a:lnTo>
                <a:cubicBezTo>
                  <a:pt x="14820" y="16407"/>
                  <a:pt x="14715" y="16512"/>
                  <a:pt x="14586" y="16512"/>
                </a:cubicBezTo>
                <a:lnTo>
                  <a:pt x="12714" y="16512"/>
                </a:lnTo>
                <a:cubicBezTo>
                  <a:pt x="12585" y="16512"/>
                  <a:pt x="12480" y="16407"/>
                  <a:pt x="12480" y="16278"/>
                </a:cubicBezTo>
                <a:lnTo>
                  <a:pt x="12480" y="14874"/>
                </a:lnTo>
                <a:cubicBezTo>
                  <a:pt x="12480" y="14745"/>
                  <a:pt x="12585" y="14640"/>
                  <a:pt x="12714" y="14640"/>
                </a:cubicBezTo>
                <a:close/>
                <a:moveTo>
                  <a:pt x="4914" y="17760"/>
                </a:moveTo>
                <a:lnTo>
                  <a:pt x="10686" y="17760"/>
                </a:lnTo>
                <a:cubicBezTo>
                  <a:pt x="10815" y="17760"/>
                  <a:pt x="10920" y="17865"/>
                  <a:pt x="10920" y="17994"/>
                </a:cubicBezTo>
                <a:lnTo>
                  <a:pt x="10920" y="19398"/>
                </a:lnTo>
                <a:cubicBezTo>
                  <a:pt x="10920" y="19527"/>
                  <a:pt x="10815" y="19632"/>
                  <a:pt x="10686" y="19632"/>
                </a:cubicBezTo>
                <a:lnTo>
                  <a:pt x="4914" y="19632"/>
                </a:lnTo>
                <a:cubicBezTo>
                  <a:pt x="4785" y="19632"/>
                  <a:pt x="4680" y="19527"/>
                  <a:pt x="4680" y="19398"/>
                </a:cubicBezTo>
                <a:lnTo>
                  <a:pt x="4680" y="17994"/>
                </a:lnTo>
                <a:cubicBezTo>
                  <a:pt x="4680" y="17865"/>
                  <a:pt x="4785" y="17760"/>
                  <a:pt x="4914" y="177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排班·洞察</a:t>
            </a:r>
          </a:p>
        </p:txBody>
      </p:sp>
      <p:sp>
        <p:nvSpPr>
          <p:cNvPr id="106" name="FIELD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4914" y="14640"/>
                </a:moveTo>
                <a:lnTo>
                  <a:pt x="7566" y="14640"/>
                </a:lnTo>
                <a:cubicBezTo>
                  <a:pt x="7695" y="14640"/>
                  <a:pt x="7800" y="14745"/>
                  <a:pt x="7800" y="14874"/>
                </a:cubicBezTo>
                <a:lnTo>
                  <a:pt x="7800" y="16278"/>
                </a:lnTo>
                <a:cubicBezTo>
                  <a:pt x="7800" y="16407"/>
                  <a:pt x="7695" y="16512"/>
                  <a:pt x="7566" y="16512"/>
                </a:cubicBezTo>
                <a:lnTo>
                  <a:pt x="4914" y="16512"/>
                </a:lnTo>
                <a:cubicBezTo>
                  <a:pt x="4785" y="16512"/>
                  <a:pt x="4680" y="16407"/>
                  <a:pt x="4680" y="16278"/>
                </a:cubicBezTo>
                <a:lnTo>
                  <a:pt x="4680" y="14874"/>
                </a:lnTo>
                <a:cubicBezTo>
                  <a:pt x="4680" y="14745"/>
                  <a:pt x="4785" y="14640"/>
                  <a:pt x="4914" y="14640"/>
                </a:cubicBezTo>
                <a:close/>
                <a:moveTo>
                  <a:pt x="8814" y="14640"/>
                </a:moveTo>
                <a:lnTo>
                  <a:pt x="11466" y="14640"/>
                </a:lnTo>
                <a:cubicBezTo>
                  <a:pt x="11595" y="14640"/>
                  <a:pt x="11700" y="14745"/>
                  <a:pt x="11700" y="14874"/>
                </a:cubicBezTo>
                <a:lnTo>
                  <a:pt x="11700" y="16278"/>
                </a:lnTo>
                <a:cubicBezTo>
                  <a:pt x="11700" y="16407"/>
                  <a:pt x="11595" y="16512"/>
                  <a:pt x="11466" y="16512"/>
                </a:cubicBezTo>
                <a:lnTo>
                  <a:pt x="8814" y="16512"/>
                </a:lnTo>
                <a:cubicBezTo>
                  <a:pt x="8685" y="16512"/>
                  <a:pt x="8580" y="16407"/>
                  <a:pt x="8580" y="16278"/>
                </a:cubicBezTo>
                <a:lnTo>
                  <a:pt x="8580" y="14874"/>
                </a:lnTo>
                <a:cubicBezTo>
                  <a:pt x="8580" y="14745"/>
                  <a:pt x="8685" y="14640"/>
                  <a:pt x="8814" y="14640"/>
                </a:cubicBezTo>
                <a:close/>
                <a:moveTo>
                  <a:pt x="12714" y="14640"/>
                </a:moveTo>
                <a:lnTo>
                  <a:pt x="14586" y="14640"/>
                </a:lnTo>
                <a:cubicBezTo>
                  <a:pt x="14715" y="14640"/>
                  <a:pt x="14820" y="14745"/>
                  <a:pt x="14820" y="14874"/>
                </a:cubicBezTo>
                <a:lnTo>
                  <a:pt x="14820" y="16278"/>
                </a:lnTo>
                <a:cubicBezTo>
                  <a:pt x="14820" y="16407"/>
                  <a:pt x="14715" y="16512"/>
                  <a:pt x="14586" y="16512"/>
                </a:cubicBezTo>
                <a:lnTo>
                  <a:pt x="12714" y="16512"/>
                </a:lnTo>
                <a:cubicBezTo>
                  <a:pt x="12585" y="16512"/>
                  <a:pt x="12480" y="16407"/>
                  <a:pt x="12480" y="16278"/>
                </a:cubicBezTo>
                <a:lnTo>
                  <a:pt x="12480" y="14874"/>
                </a:lnTo>
                <a:cubicBezTo>
                  <a:pt x="12480" y="14745"/>
                  <a:pt x="12585" y="14640"/>
                  <a:pt x="12714" y="14640"/>
                </a:cubicBezTo>
                <a:close/>
                <a:moveTo>
                  <a:pt x="4914" y="17760"/>
                </a:moveTo>
                <a:lnTo>
                  <a:pt x="10686" y="17760"/>
                </a:lnTo>
                <a:cubicBezTo>
                  <a:pt x="10815" y="17760"/>
                  <a:pt x="10920" y="17865"/>
                  <a:pt x="10920" y="17994"/>
                </a:cubicBezTo>
                <a:lnTo>
                  <a:pt x="10920" y="19398"/>
                </a:lnTo>
                <a:cubicBezTo>
                  <a:pt x="10920" y="19527"/>
                  <a:pt x="10815" y="19632"/>
                  <a:pt x="10686" y="19632"/>
                </a:cubicBezTo>
                <a:lnTo>
                  <a:pt x="4914" y="19632"/>
                </a:lnTo>
                <a:cubicBezTo>
                  <a:pt x="4785" y="19632"/>
                  <a:pt x="4680" y="19527"/>
                  <a:pt x="4680" y="19398"/>
                </a:cubicBezTo>
                <a:lnTo>
                  <a:pt x="4680" y="17994"/>
                </a:lnTo>
                <a:cubicBezTo>
                  <a:pt x="4680" y="17865"/>
                  <a:pt x="4785" y="17760"/>
                  <a:pt x="4914" y="177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排班·定时</a:t>
            </a:r>
          </a:p>
        </p:txBody>
      </p:sp>
      <p:sp>
        <p:nvSpPr>
          <p:cNvPr id="109" name="FIELD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76" y="9180"/>
                </a:moveTo>
                <a:lnTo>
                  <a:pt x="15444" y="9180"/>
                </a:lnTo>
                <a:cubicBezTo>
                  <a:pt x="15961" y="9180"/>
                  <a:pt x="16380" y="9599"/>
                  <a:pt x="16380" y="10116"/>
                </a:cubicBezTo>
                <a:lnTo>
                  <a:pt x="16380" y="20724"/>
                </a:lnTo>
                <a:cubicBezTo>
                  <a:pt x="16380" y="21241"/>
                  <a:pt x="15961" y="21660"/>
                  <a:pt x="15444" y="21660"/>
                </a:cubicBezTo>
                <a:lnTo>
                  <a:pt x="3276" y="21660"/>
                </a:lnTo>
                <a:cubicBezTo>
                  <a:pt x="2759" y="21660"/>
                  <a:pt x="2340" y="21241"/>
                  <a:pt x="2340" y="20724"/>
                </a:cubicBezTo>
                <a:lnTo>
                  <a:pt x="2340" y="10116"/>
                </a:lnTo>
                <a:cubicBezTo>
                  <a:pt x="2340" y="9599"/>
                  <a:pt x="2759" y="9180"/>
                  <a:pt x="3276" y="9180"/>
                </a:cubicBezTo>
                <a:close/>
                <a:moveTo>
                  <a:pt x="2340" y="9180"/>
                </a:moveTo>
                <a:lnTo>
                  <a:pt x="16380" y="9180"/>
                </a:lnTo>
                <a:lnTo>
                  <a:pt x="16380" y="12300"/>
                </a:lnTo>
                <a:lnTo>
                  <a:pt x="2340" y="12300"/>
                </a:lnTo>
                <a:close/>
                <a:moveTo>
                  <a:pt x="5850" y="7230"/>
                </a:moveTo>
                <a:lnTo>
                  <a:pt x="6318" y="7230"/>
                </a:lnTo>
                <a:cubicBezTo>
                  <a:pt x="6533" y="7230"/>
                  <a:pt x="6708" y="7405"/>
                  <a:pt x="6708" y="7620"/>
                </a:cubicBezTo>
                <a:lnTo>
                  <a:pt x="6708" y="9960"/>
                </a:lnTo>
                <a:cubicBezTo>
                  <a:pt x="6708" y="10175"/>
                  <a:pt x="6533" y="10350"/>
                  <a:pt x="6318" y="10350"/>
                </a:cubicBezTo>
                <a:lnTo>
                  <a:pt x="5850" y="10350"/>
                </a:lnTo>
                <a:cubicBezTo>
                  <a:pt x="5635" y="10350"/>
                  <a:pt x="5460" y="10175"/>
                  <a:pt x="5460" y="9960"/>
                </a:cubicBezTo>
                <a:lnTo>
                  <a:pt x="5460" y="7620"/>
                </a:lnTo>
                <a:cubicBezTo>
                  <a:pt x="5460" y="7405"/>
                  <a:pt x="5635" y="7230"/>
                  <a:pt x="5850" y="7230"/>
                </a:cubicBezTo>
                <a:close/>
                <a:moveTo>
                  <a:pt x="12402" y="7230"/>
                </a:moveTo>
                <a:lnTo>
                  <a:pt x="12870" y="7230"/>
                </a:lnTo>
                <a:cubicBezTo>
                  <a:pt x="13085" y="7230"/>
                  <a:pt x="13260" y="7405"/>
                  <a:pt x="13260" y="7620"/>
                </a:cubicBezTo>
                <a:lnTo>
                  <a:pt x="13260" y="9960"/>
                </a:lnTo>
                <a:cubicBezTo>
                  <a:pt x="13260" y="10175"/>
                  <a:pt x="13085" y="10350"/>
                  <a:pt x="12870" y="10350"/>
                </a:cubicBezTo>
                <a:lnTo>
                  <a:pt x="12402" y="10350"/>
                </a:lnTo>
                <a:cubicBezTo>
                  <a:pt x="12187" y="10350"/>
                  <a:pt x="12012" y="10175"/>
                  <a:pt x="12012" y="9960"/>
                </a:cubicBezTo>
                <a:lnTo>
                  <a:pt x="12012" y="7620"/>
                </a:lnTo>
                <a:cubicBezTo>
                  <a:pt x="12012" y="7405"/>
                  <a:pt x="12187" y="7230"/>
                  <a:pt x="12402" y="7230"/>
                </a:cubicBezTo>
                <a:close/>
                <a:moveTo>
                  <a:pt x="4914" y="14640"/>
                </a:moveTo>
                <a:lnTo>
                  <a:pt x="7566" y="14640"/>
                </a:lnTo>
                <a:cubicBezTo>
                  <a:pt x="7695" y="14640"/>
                  <a:pt x="7800" y="14745"/>
                  <a:pt x="7800" y="14874"/>
                </a:cubicBezTo>
                <a:lnTo>
                  <a:pt x="7800" y="16278"/>
                </a:lnTo>
                <a:cubicBezTo>
                  <a:pt x="7800" y="16407"/>
                  <a:pt x="7695" y="16512"/>
                  <a:pt x="7566" y="16512"/>
                </a:cubicBezTo>
                <a:lnTo>
                  <a:pt x="4914" y="16512"/>
                </a:lnTo>
                <a:cubicBezTo>
                  <a:pt x="4785" y="16512"/>
                  <a:pt x="4680" y="16407"/>
                  <a:pt x="4680" y="16278"/>
                </a:cubicBezTo>
                <a:lnTo>
                  <a:pt x="4680" y="14874"/>
                </a:lnTo>
                <a:cubicBezTo>
                  <a:pt x="4680" y="14745"/>
                  <a:pt x="4785" y="14640"/>
                  <a:pt x="4914" y="14640"/>
                </a:cubicBezTo>
                <a:close/>
                <a:moveTo>
                  <a:pt x="8814" y="14640"/>
                </a:moveTo>
                <a:lnTo>
                  <a:pt x="11466" y="14640"/>
                </a:lnTo>
                <a:cubicBezTo>
                  <a:pt x="11595" y="14640"/>
                  <a:pt x="11700" y="14745"/>
                  <a:pt x="11700" y="14874"/>
                </a:cubicBezTo>
                <a:lnTo>
                  <a:pt x="11700" y="16278"/>
                </a:lnTo>
                <a:cubicBezTo>
                  <a:pt x="11700" y="16407"/>
                  <a:pt x="11595" y="16512"/>
                  <a:pt x="11466" y="16512"/>
                </a:cubicBezTo>
                <a:lnTo>
                  <a:pt x="8814" y="16512"/>
                </a:lnTo>
                <a:cubicBezTo>
                  <a:pt x="8685" y="16512"/>
                  <a:pt x="8580" y="16407"/>
                  <a:pt x="8580" y="16278"/>
                </a:cubicBezTo>
                <a:lnTo>
                  <a:pt x="8580" y="14874"/>
                </a:lnTo>
                <a:cubicBezTo>
                  <a:pt x="8580" y="14745"/>
                  <a:pt x="8685" y="14640"/>
                  <a:pt x="8814" y="14640"/>
                </a:cubicBezTo>
                <a:close/>
                <a:moveTo>
                  <a:pt x="12714" y="14640"/>
                </a:moveTo>
                <a:lnTo>
                  <a:pt x="14586" y="14640"/>
                </a:lnTo>
                <a:cubicBezTo>
                  <a:pt x="14715" y="14640"/>
                  <a:pt x="14820" y="14745"/>
                  <a:pt x="14820" y="14874"/>
                </a:cubicBezTo>
                <a:lnTo>
                  <a:pt x="14820" y="16278"/>
                </a:lnTo>
                <a:cubicBezTo>
                  <a:pt x="14820" y="16407"/>
                  <a:pt x="14715" y="16512"/>
                  <a:pt x="14586" y="16512"/>
                </a:cubicBezTo>
                <a:lnTo>
                  <a:pt x="12714" y="16512"/>
                </a:lnTo>
                <a:cubicBezTo>
                  <a:pt x="12585" y="16512"/>
                  <a:pt x="12480" y="16407"/>
                  <a:pt x="12480" y="16278"/>
                </a:cubicBezTo>
                <a:lnTo>
                  <a:pt x="12480" y="14874"/>
                </a:lnTo>
                <a:cubicBezTo>
                  <a:pt x="12480" y="14745"/>
                  <a:pt x="12585" y="14640"/>
                  <a:pt x="12714" y="14640"/>
                </a:cubicBezTo>
                <a:close/>
                <a:moveTo>
                  <a:pt x="4914" y="17760"/>
                </a:moveTo>
                <a:lnTo>
                  <a:pt x="10686" y="17760"/>
                </a:lnTo>
                <a:cubicBezTo>
                  <a:pt x="10815" y="17760"/>
                  <a:pt x="10920" y="17865"/>
                  <a:pt x="10920" y="17994"/>
                </a:cubicBezTo>
                <a:lnTo>
                  <a:pt x="10920" y="19398"/>
                </a:lnTo>
                <a:cubicBezTo>
                  <a:pt x="10920" y="19527"/>
                  <a:pt x="10815" y="19632"/>
                  <a:pt x="10686" y="19632"/>
                </a:cubicBezTo>
                <a:lnTo>
                  <a:pt x="4914" y="19632"/>
                </a:lnTo>
                <a:cubicBezTo>
                  <a:pt x="4785" y="19632"/>
                  <a:pt x="4680" y="19527"/>
                  <a:pt x="4680" y="19398"/>
                </a:cubicBezTo>
                <a:lnTo>
                  <a:pt x="4680" y="17994"/>
                </a:lnTo>
                <a:cubicBezTo>
                  <a:pt x="4680" y="17865"/>
                  <a:pt x="4785" y="17760"/>
                  <a:pt x="4914" y="1776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排班·加锁</a:t>
            </a:r>
          </a:p>
        </p:txBody>
      </p:sp>
      <p:sp>
        <p:nvSpPr>
          <p:cNvPr id="112" name="FIELD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200" y="7000"/>
                </a:moveTo>
                <a:lnTo>
                  <a:pt x="20800" y="7000"/>
                </a:lnTo>
                <a:cubicBezTo>
                  <a:pt x="21463" y="7000"/>
                  <a:pt x="22000" y="7537"/>
                  <a:pt x="22000" y="8200"/>
                </a:cubicBezTo>
                <a:lnTo>
                  <a:pt x="22000" y="18800"/>
                </a:lnTo>
                <a:cubicBezTo>
                  <a:pt x="22000" y="19463"/>
                  <a:pt x="21463" y="20000"/>
                  <a:pt x="20800" y="20000"/>
                </a:cubicBezTo>
                <a:lnTo>
                  <a:pt x="3200" y="20000"/>
                </a:lnTo>
                <a:cubicBezTo>
                  <a:pt x="2537" y="20000"/>
                  <a:pt x="2000" y="19463"/>
                  <a:pt x="2000" y="18800"/>
                </a:cubicBezTo>
                <a:lnTo>
                  <a:pt x="2000" y="8200"/>
                </a:lnTo>
                <a:cubicBezTo>
                  <a:pt x="2000" y="7537"/>
                  <a:pt x="2537" y="7000"/>
                  <a:pt x="3200" y="7000"/>
                </a:cubicBezTo>
                <a:close/>
                <a:moveTo>
                  <a:pt x="8500" y="5000"/>
                </a:moveTo>
                <a:lnTo>
                  <a:pt x="15500" y="5000"/>
                </a:lnTo>
                <a:cubicBezTo>
                  <a:pt x="15776" y="5000"/>
                  <a:pt x="16000" y="5224"/>
                  <a:pt x="16000" y="5500"/>
                </a:cubicBezTo>
                <a:lnTo>
                  <a:pt x="16000" y="7500"/>
                </a:lnTo>
                <a:cubicBezTo>
                  <a:pt x="16000" y="7776"/>
                  <a:pt x="15776" y="8000"/>
                  <a:pt x="15500" y="8000"/>
                </a:cubicBezTo>
                <a:lnTo>
                  <a:pt x="8500" y="8000"/>
                </a:lnTo>
                <a:cubicBezTo>
                  <a:pt x="8224" y="8000"/>
                  <a:pt x="8000" y="7776"/>
                  <a:pt x="8000" y="7500"/>
                </a:cubicBezTo>
                <a:lnTo>
                  <a:pt x="8000" y="5500"/>
                </a:lnTo>
                <a:cubicBezTo>
                  <a:pt x="8000" y="5224"/>
                  <a:pt x="8224" y="5000"/>
                  <a:pt x="8500" y="5000"/>
                </a:cubicBezTo>
                <a:close/>
                <a:moveTo>
                  <a:pt x="16000" y="13500"/>
                </a:moveTo>
                <a:cubicBezTo>
                  <a:pt x="16000" y="15709"/>
                  <a:pt x="14209" y="17500"/>
                  <a:pt x="12000" y="17500"/>
                </a:cubicBezTo>
                <a:cubicBezTo>
                  <a:pt x="9791" y="17500"/>
                  <a:pt x="8000" y="15709"/>
                  <a:pt x="8000" y="13500"/>
                </a:cubicBezTo>
                <a:cubicBezTo>
                  <a:pt x="8000" y="11291"/>
                  <a:pt x="9791" y="9500"/>
                  <a:pt x="12000" y="9500"/>
                </a:cubicBezTo>
                <a:cubicBezTo>
                  <a:pt x="14209" y="9500"/>
                  <a:pt x="16000" y="11291"/>
                  <a:pt x="16000" y="13500"/>
                </a:cubicBezTo>
                <a:close/>
                <a:moveTo>
                  <a:pt x="14000" y="13500"/>
                </a:moveTo>
                <a:cubicBezTo>
                  <a:pt x="14000" y="14605"/>
                  <a:pt x="13105" y="15500"/>
                  <a:pt x="12000" y="15500"/>
                </a:cubicBezTo>
                <a:cubicBezTo>
                  <a:pt x="10895" y="15500"/>
                  <a:pt x="10000" y="14605"/>
                  <a:pt x="10000" y="13500"/>
                </a:cubicBezTo>
                <a:cubicBezTo>
                  <a:pt x="10000" y="12395"/>
                  <a:pt x="10895" y="11500"/>
                  <a:pt x="12000" y="11500"/>
                </a:cubicBezTo>
                <a:cubicBezTo>
                  <a:pt x="13105" y="11500"/>
                  <a:pt x="14000" y="12395"/>
                  <a:pt x="14000" y="13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拍照取证</a:t>
            </a:r>
          </a:p>
        </p:txBody>
      </p:sp>
      <p:sp>
        <p:nvSpPr>
          <p:cNvPr id="115" name="FIELD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96" y="10740"/>
                </a:moveTo>
                <a:lnTo>
                  <a:pt x="16224" y="10740"/>
                </a:lnTo>
                <a:cubicBezTo>
                  <a:pt x="16741" y="10740"/>
                  <a:pt x="17160" y="11159"/>
                  <a:pt x="17160" y="11676"/>
                </a:cubicBezTo>
                <a:lnTo>
                  <a:pt x="17160" y="19944"/>
                </a:lnTo>
                <a:cubicBezTo>
                  <a:pt x="17160" y="20461"/>
                  <a:pt x="16741" y="20880"/>
                  <a:pt x="16224" y="20880"/>
                </a:cubicBezTo>
                <a:lnTo>
                  <a:pt x="2496" y="20880"/>
                </a:lnTo>
                <a:cubicBezTo>
                  <a:pt x="1979" y="20880"/>
                  <a:pt x="1560" y="20461"/>
                  <a:pt x="1560" y="19944"/>
                </a:cubicBezTo>
                <a:lnTo>
                  <a:pt x="1560" y="11676"/>
                </a:lnTo>
                <a:cubicBezTo>
                  <a:pt x="1560" y="11159"/>
                  <a:pt x="1979" y="10740"/>
                  <a:pt x="2496" y="10740"/>
                </a:cubicBezTo>
                <a:close/>
                <a:moveTo>
                  <a:pt x="6630" y="9180"/>
                </a:moveTo>
                <a:lnTo>
                  <a:pt x="12090" y="9180"/>
                </a:lnTo>
                <a:cubicBezTo>
                  <a:pt x="12305" y="9180"/>
                  <a:pt x="12480" y="9355"/>
                  <a:pt x="12480" y="9570"/>
                </a:cubicBezTo>
                <a:lnTo>
                  <a:pt x="12480" y="11130"/>
                </a:lnTo>
                <a:cubicBezTo>
                  <a:pt x="12480" y="11345"/>
                  <a:pt x="12305" y="11520"/>
                  <a:pt x="12090" y="11520"/>
                </a:cubicBezTo>
                <a:lnTo>
                  <a:pt x="6630" y="11520"/>
                </a:lnTo>
                <a:cubicBezTo>
                  <a:pt x="6415" y="11520"/>
                  <a:pt x="6240" y="11345"/>
                  <a:pt x="6240" y="11130"/>
                </a:cubicBezTo>
                <a:lnTo>
                  <a:pt x="6240" y="9570"/>
                </a:lnTo>
                <a:cubicBezTo>
                  <a:pt x="6240" y="9355"/>
                  <a:pt x="6415" y="9180"/>
                  <a:pt x="6630" y="9180"/>
                </a:cubicBezTo>
                <a:close/>
                <a:moveTo>
                  <a:pt x="12480" y="15810"/>
                </a:moveTo>
                <a:cubicBezTo>
                  <a:pt x="12480" y="17533"/>
                  <a:pt x="11083" y="18930"/>
                  <a:pt x="9360" y="18930"/>
                </a:cubicBezTo>
                <a:cubicBezTo>
                  <a:pt x="7637" y="18930"/>
                  <a:pt x="6240" y="17533"/>
                  <a:pt x="6240" y="15810"/>
                </a:cubicBezTo>
                <a:cubicBezTo>
                  <a:pt x="6240" y="14087"/>
                  <a:pt x="7637" y="12690"/>
                  <a:pt x="9360" y="12690"/>
                </a:cubicBezTo>
                <a:cubicBezTo>
                  <a:pt x="11083" y="12690"/>
                  <a:pt x="12480" y="14087"/>
                  <a:pt x="12480" y="15810"/>
                </a:cubicBezTo>
                <a:close/>
                <a:moveTo>
                  <a:pt x="10920" y="15810"/>
                </a:moveTo>
                <a:cubicBezTo>
                  <a:pt x="10920" y="16672"/>
                  <a:pt x="10222" y="17370"/>
                  <a:pt x="9360" y="17370"/>
                </a:cubicBezTo>
                <a:cubicBezTo>
                  <a:pt x="8498" y="17370"/>
                  <a:pt x="7800" y="16672"/>
                  <a:pt x="7800" y="15810"/>
                </a:cubicBezTo>
                <a:cubicBezTo>
                  <a:pt x="7800" y="14948"/>
                  <a:pt x="8498" y="14250"/>
                  <a:pt x="9360" y="14250"/>
                </a:cubicBezTo>
                <a:cubicBezTo>
                  <a:pt x="10222" y="14250"/>
                  <a:pt x="10920" y="14948"/>
                  <a:pt x="10920" y="1581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拍照取证·已验证</a:t>
            </a:r>
          </a:p>
        </p:txBody>
      </p:sp>
      <p:sp>
        <p:nvSpPr>
          <p:cNvPr id="118" name="FIELD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96" y="10740"/>
                </a:moveTo>
                <a:lnTo>
                  <a:pt x="16224" y="10740"/>
                </a:lnTo>
                <a:cubicBezTo>
                  <a:pt x="16741" y="10740"/>
                  <a:pt x="17160" y="11159"/>
                  <a:pt x="17160" y="11676"/>
                </a:cubicBezTo>
                <a:lnTo>
                  <a:pt x="17160" y="19944"/>
                </a:lnTo>
                <a:cubicBezTo>
                  <a:pt x="17160" y="20461"/>
                  <a:pt x="16741" y="20880"/>
                  <a:pt x="16224" y="20880"/>
                </a:cubicBezTo>
                <a:lnTo>
                  <a:pt x="2496" y="20880"/>
                </a:lnTo>
                <a:cubicBezTo>
                  <a:pt x="1979" y="20880"/>
                  <a:pt x="1560" y="20461"/>
                  <a:pt x="1560" y="19944"/>
                </a:cubicBezTo>
                <a:lnTo>
                  <a:pt x="1560" y="11676"/>
                </a:lnTo>
                <a:cubicBezTo>
                  <a:pt x="1560" y="11159"/>
                  <a:pt x="1979" y="10740"/>
                  <a:pt x="2496" y="10740"/>
                </a:cubicBezTo>
                <a:close/>
                <a:moveTo>
                  <a:pt x="6630" y="9180"/>
                </a:moveTo>
                <a:lnTo>
                  <a:pt x="12090" y="9180"/>
                </a:lnTo>
                <a:cubicBezTo>
                  <a:pt x="12305" y="9180"/>
                  <a:pt x="12480" y="9355"/>
                  <a:pt x="12480" y="9570"/>
                </a:cubicBezTo>
                <a:lnTo>
                  <a:pt x="12480" y="11130"/>
                </a:lnTo>
                <a:cubicBezTo>
                  <a:pt x="12480" y="11345"/>
                  <a:pt x="12305" y="11520"/>
                  <a:pt x="12090" y="11520"/>
                </a:cubicBezTo>
                <a:lnTo>
                  <a:pt x="6630" y="11520"/>
                </a:lnTo>
                <a:cubicBezTo>
                  <a:pt x="6415" y="11520"/>
                  <a:pt x="6240" y="11345"/>
                  <a:pt x="6240" y="11130"/>
                </a:cubicBezTo>
                <a:lnTo>
                  <a:pt x="6240" y="9570"/>
                </a:lnTo>
                <a:cubicBezTo>
                  <a:pt x="6240" y="9355"/>
                  <a:pt x="6415" y="9180"/>
                  <a:pt x="6630" y="9180"/>
                </a:cubicBezTo>
                <a:close/>
                <a:moveTo>
                  <a:pt x="12480" y="15810"/>
                </a:moveTo>
                <a:cubicBezTo>
                  <a:pt x="12480" y="17533"/>
                  <a:pt x="11083" y="18930"/>
                  <a:pt x="9360" y="18930"/>
                </a:cubicBezTo>
                <a:cubicBezTo>
                  <a:pt x="7637" y="18930"/>
                  <a:pt x="6240" y="17533"/>
                  <a:pt x="6240" y="15810"/>
                </a:cubicBezTo>
                <a:cubicBezTo>
                  <a:pt x="6240" y="14087"/>
                  <a:pt x="7637" y="12690"/>
                  <a:pt x="9360" y="12690"/>
                </a:cubicBezTo>
                <a:cubicBezTo>
                  <a:pt x="11083" y="12690"/>
                  <a:pt x="12480" y="14087"/>
                  <a:pt x="12480" y="15810"/>
                </a:cubicBezTo>
                <a:close/>
                <a:moveTo>
                  <a:pt x="10920" y="15810"/>
                </a:moveTo>
                <a:cubicBezTo>
                  <a:pt x="10920" y="16672"/>
                  <a:pt x="10222" y="17370"/>
                  <a:pt x="9360" y="17370"/>
                </a:cubicBezTo>
                <a:cubicBezTo>
                  <a:pt x="8498" y="17370"/>
                  <a:pt x="7800" y="16672"/>
                  <a:pt x="7800" y="15810"/>
                </a:cubicBezTo>
                <a:cubicBezTo>
                  <a:pt x="7800" y="14948"/>
                  <a:pt x="8498" y="14250"/>
                  <a:pt x="9360" y="14250"/>
                </a:cubicBezTo>
                <a:cubicBezTo>
                  <a:pt x="10222" y="14250"/>
                  <a:pt x="10920" y="14948"/>
                  <a:pt x="10920" y="1581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拍照取证·预警</a:t>
            </a:r>
          </a:p>
        </p:txBody>
      </p:sp>
      <p:sp>
        <p:nvSpPr>
          <p:cNvPr id="121" name="FIELD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96" y="10740"/>
                </a:moveTo>
                <a:lnTo>
                  <a:pt x="16224" y="10740"/>
                </a:lnTo>
                <a:cubicBezTo>
                  <a:pt x="16741" y="10740"/>
                  <a:pt x="17160" y="11159"/>
                  <a:pt x="17160" y="11676"/>
                </a:cubicBezTo>
                <a:lnTo>
                  <a:pt x="17160" y="19944"/>
                </a:lnTo>
                <a:cubicBezTo>
                  <a:pt x="17160" y="20461"/>
                  <a:pt x="16741" y="20880"/>
                  <a:pt x="16224" y="20880"/>
                </a:cubicBezTo>
                <a:lnTo>
                  <a:pt x="2496" y="20880"/>
                </a:lnTo>
                <a:cubicBezTo>
                  <a:pt x="1979" y="20880"/>
                  <a:pt x="1560" y="20461"/>
                  <a:pt x="1560" y="19944"/>
                </a:cubicBezTo>
                <a:lnTo>
                  <a:pt x="1560" y="11676"/>
                </a:lnTo>
                <a:cubicBezTo>
                  <a:pt x="1560" y="11159"/>
                  <a:pt x="1979" y="10740"/>
                  <a:pt x="2496" y="10740"/>
                </a:cubicBezTo>
                <a:close/>
                <a:moveTo>
                  <a:pt x="6630" y="9180"/>
                </a:moveTo>
                <a:lnTo>
                  <a:pt x="12090" y="9180"/>
                </a:lnTo>
                <a:cubicBezTo>
                  <a:pt x="12305" y="9180"/>
                  <a:pt x="12480" y="9355"/>
                  <a:pt x="12480" y="9570"/>
                </a:cubicBezTo>
                <a:lnTo>
                  <a:pt x="12480" y="11130"/>
                </a:lnTo>
                <a:cubicBezTo>
                  <a:pt x="12480" y="11345"/>
                  <a:pt x="12305" y="11520"/>
                  <a:pt x="12090" y="11520"/>
                </a:cubicBezTo>
                <a:lnTo>
                  <a:pt x="6630" y="11520"/>
                </a:lnTo>
                <a:cubicBezTo>
                  <a:pt x="6415" y="11520"/>
                  <a:pt x="6240" y="11345"/>
                  <a:pt x="6240" y="11130"/>
                </a:cubicBezTo>
                <a:lnTo>
                  <a:pt x="6240" y="9570"/>
                </a:lnTo>
                <a:cubicBezTo>
                  <a:pt x="6240" y="9355"/>
                  <a:pt x="6415" y="9180"/>
                  <a:pt x="6630" y="9180"/>
                </a:cubicBezTo>
                <a:close/>
                <a:moveTo>
                  <a:pt x="12480" y="15810"/>
                </a:moveTo>
                <a:cubicBezTo>
                  <a:pt x="12480" y="17533"/>
                  <a:pt x="11083" y="18930"/>
                  <a:pt x="9360" y="18930"/>
                </a:cubicBezTo>
                <a:cubicBezTo>
                  <a:pt x="7637" y="18930"/>
                  <a:pt x="6240" y="17533"/>
                  <a:pt x="6240" y="15810"/>
                </a:cubicBezTo>
                <a:cubicBezTo>
                  <a:pt x="6240" y="14087"/>
                  <a:pt x="7637" y="12690"/>
                  <a:pt x="9360" y="12690"/>
                </a:cubicBezTo>
                <a:cubicBezTo>
                  <a:pt x="11083" y="12690"/>
                  <a:pt x="12480" y="14087"/>
                  <a:pt x="12480" y="15810"/>
                </a:cubicBezTo>
                <a:close/>
                <a:moveTo>
                  <a:pt x="10920" y="15810"/>
                </a:moveTo>
                <a:cubicBezTo>
                  <a:pt x="10920" y="16672"/>
                  <a:pt x="10222" y="17370"/>
                  <a:pt x="9360" y="17370"/>
                </a:cubicBezTo>
                <a:cubicBezTo>
                  <a:pt x="8498" y="17370"/>
                  <a:pt x="7800" y="16672"/>
                  <a:pt x="7800" y="15810"/>
                </a:cubicBezTo>
                <a:cubicBezTo>
                  <a:pt x="7800" y="14948"/>
                  <a:pt x="8498" y="14250"/>
                  <a:pt x="9360" y="14250"/>
                </a:cubicBezTo>
                <a:cubicBezTo>
                  <a:pt x="10222" y="14250"/>
                  <a:pt x="10920" y="14948"/>
                  <a:pt x="10920" y="1581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拍照取证·洞察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09_现场管理巡检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FIELD · 第 2/3 页 · 共 83 个</a:t>
            </a:r>
          </a:p>
        </p:txBody>
      </p:sp>
      <p:sp>
        <p:nvSpPr>
          <p:cNvPr id="4" name="FIELD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96" y="10740"/>
                </a:moveTo>
                <a:lnTo>
                  <a:pt x="16224" y="10740"/>
                </a:lnTo>
                <a:cubicBezTo>
                  <a:pt x="16741" y="10740"/>
                  <a:pt x="17160" y="11159"/>
                  <a:pt x="17160" y="11676"/>
                </a:cubicBezTo>
                <a:lnTo>
                  <a:pt x="17160" y="19944"/>
                </a:lnTo>
                <a:cubicBezTo>
                  <a:pt x="17160" y="20461"/>
                  <a:pt x="16741" y="20880"/>
                  <a:pt x="16224" y="20880"/>
                </a:cubicBezTo>
                <a:lnTo>
                  <a:pt x="2496" y="20880"/>
                </a:lnTo>
                <a:cubicBezTo>
                  <a:pt x="1979" y="20880"/>
                  <a:pt x="1560" y="20461"/>
                  <a:pt x="1560" y="19944"/>
                </a:cubicBezTo>
                <a:lnTo>
                  <a:pt x="1560" y="11676"/>
                </a:lnTo>
                <a:cubicBezTo>
                  <a:pt x="1560" y="11159"/>
                  <a:pt x="1979" y="10740"/>
                  <a:pt x="2496" y="10740"/>
                </a:cubicBezTo>
                <a:close/>
                <a:moveTo>
                  <a:pt x="6630" y="9180"/>
                </a:moveTo>
                <a:lnTo>
                  <a:pt x="12090" y="9180"/>
                </a:lnTo>
                <a:cubicBezTo>
                  <a:pt x="12305" y="9180"/>
                  <a:pt x="12480" y="9355"/>
                  <a:pt x="12480" y="9570"/>
                </a:cubicBezTo>
                <a:lnTo>
                  <a:pt x="12480" y="11130"/>
                </a:lnTo>
                <a:cubicBezTo>
                  <a:pt x="12480" y="11345"/>
                  <a:pt x="12305" y="11520"/>
                  <a:pt x="12090" y="11520"/>
                </a:cubicBezTo>
                <a:lnTo>
                  <a:pt x="6630" y="11520"/>
                </a:lnTo>
                <a:cubicBezTo>
                  <a:pt x="6415" y="11520"/>
                  <a:pt x="6240" y="11345"/>
                  <a:pt x="6240" y="11130"/>
                </a:cubicBezTo>
                <a:lnTo>
                  <a:pt x="6240" y="9570"/>
                </a:lnTo>
                <a:cubicBezTo>
                  <a:pt x="6240" y="9355"/>
                  <a:pt x="6415" y="9180"/>
                  <a:pt x="6630" y="9180"/>
                </a:cubicBezTo>
                <a:close/>
                <a:moveTo>
                  <a:pt x="12480" y="15810"/>
                </a:moveTo>
                <a:cubicBezTo>
                  <a:pt x="12480" y="17533"/>
                  <a:pt x="11083" y="18930"/>
                  <a:pt x="9360" y="18930"/>
                </a:cubicBezTo>
                <a:cubicBezTo>
                  <a:pt x="7637" y="18930"/>
                  <a:pt x="6240" y="17533"/>
                  <a:pt x="6240" y="15810"/>
                </a:cubicBezTo>
                <a:cubicBezTo>
                  <a:pt x="6240" y="14087"/>
                  <a:pt x="7637" y="12690"/>
                  <a:pt x="9360" y="12690"/>
                </a:cubicBezTo>
                <a:cubicBezTo>
                  <a:pt x="11083" y="12690"/>
                  <a:pt x="12480" y="14087"/>
                  <a:pt x="12480" y="15810"/>
                </a:cubicBezTo>
                <a:close/>
                <a:moveTo>
                  <a:pt x="10920" y="15810"/>
                </a:moveTo>
                <a:cubicBezTo>
                  <a:pt x="10920" y="16672"/>
                  <a:pt x="10222" y="17370"/>
                  <a:pt x="9360" y="17370"/>
                </a:cubicBezTo>
                <a:cubicBezTo>
                  <a:pt x="8498" y="17370"/>
                  <a:pt x="7800" y="16672"/>
                  <a:pt x="7800" y="15810"/>
                </a:cubicBezTo>
                <a:cubicBezTo>
                  <a:pt x="7800" y="14948"/>
                  <a:pt x="8498" y="14250"/>
                  <a:pt x="9360" y="14250"/>
                </a:cubicBezTo>
                <a:cubicBezTo>
                  <a:pt x="10222" y="14250"/>
                  <a:pt x="10920" y="14948"/>
                  <a:pt x="10920" y="1581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拍照取证·定时</a:t>
            </a:r>
          </a:p>
        </p:txBody>
      </p:sp>
      <p:sp>
        <p:nvSpPr>
          <p:cNvPr id="7" name="FIELD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496" y="10740"/>
                </a:moveTo>
                <a:lnTo>
                  <a:pt x="16224" y="10740"/>
                </a:lnTo>
                <a:cubicBezTo>
                  <a:pt x="16741" y="10740"/>
                  <a:pt x="17160" y="11159"/>
                  <a:pt x="17160" y="11676"/>
                </a:cubicBezTo>
                <a:lnTo>
                  <a:pt x="17160" y="19944"/>
                </a:lnTo>
                <a:cubicBezTo>
                  <a:pt x="17160" y="20461"/>
                  <a:pt x="16741" y="20880"/>
                  <a:pt x="16224" y="20880"/>
                </a:cubicBezTo>
                <a:lnTo>
                  <a:pt x="2496" y="20880"/>
                </a:lnTo>
                <a:cubicBezTo>
                  <a:pt x="1979" y="20880"/>
                  <a:pt x="1560" y="20461"/>
                  <a:pt x="1560" y="19944"/>
                </a:cubicBezTo>
                <a:lnTo>
                  <a:pt x="1560" y="11676"/>
                </a:lnTo>
                <a:cubicBezTo>
                  <a:pt x="1560" y="11159"/>
                  <a:pt x="1979" y="10740"/>
                  <a:pt x="2496" y="10740"/>
                </a:cubicBezTo>
                <a:close/>
                <a:moveTo>
                  <a:pt x="6630" y="9180"/>
                </a:moveTo>
                <a:lnTo>
                  <a:pt x="12090" y="9180"/>
                </a:lnTo>
                <a:cubicBezTo>
                  <a:pt x="12305" y="9180"/>
                  <a:pt x="12480" y="9355"/>
                  <a:pt x="12480" y="9570"/>
                </a:cubicBezTo>
                <a:lnTo>
                  <a:pt x="12480" y="11130"/>
                </a:lnTo>
                <a:cubicBezTo>
                  <a:pt x="12480" y="11345"/>
                  <a:pt x="12305" y="11520"/>
                  <a:pt x="12090" y="11520"/>
                </a:cubicBezTo>
                <a:lnTo>
                  <a:pt x="6630" y="11520"/>
                </a:lnTo>
                <a:cubicBezTo>
                  <a:pt x="6415" y="11520"/>
                  <a:pt x="6240" y="11345"/>
                  <a:pt x="6240" y="11130"/>
                </a:cubicBezTo>
                <a:lnTo>
                  <a:pt x="6240" y="9570"/>
                </a:lnTo>
                <a:cubicBezTo>
                  <a:pt x="6240" y="9355"/>
                  <a:pt x="6415" y="9180"/>
                  <a:pt x="6630" y="9180"/>
                </a:cubicBezTo>
                <a:close/>
                <a:moveTo>
                  <a:pt x="12480" y="15810"/>
                </a:moveTo>
                <a:cubicBezTo>
                  <a:pt x="12480" y="17533"/>
                  <a:pt x="11083" y="18930"/>
                  <a:pt x="9360" y="18930"/>
                </a:cubicBezTo>
                <a:cubicBezTo>
                  <a:pt x="7637" y="18930"/>
                  <a:pt x="6240" y="17533"/>
                  <a:pt x="6240" y="15810"/>
                </a:cubicBezTo>
                <a:cubicBezTo>
                  <a:pt x="6240" y="14087"/>
                  <a:pt x="7637" y="12690"/>
                  <a:pt x="9360" y="12690"/>
                </a:cubicBezTo>
                <a:cubicBezTo>
                  <a:pt x="11083" y="12690"/>
                  <a:pt x="12480" y="14087"/>
                  <a:pt x="12480" y="15810"/>
                </a:cubicBezTo>
                <a:close/>
                <a:moveTo>
                  <a:pt x="10920" y="15810"/>
                </a:moveTo>
                <a:cubicBezTo>
                  <a:pt x="10920" y="16672"/>
                  <a:pt x="10222" y="17370"/>
                  <a:pt x="9360" y="17370"/>
                </a:cubicBezTo>
                <a:cubicBezTo>
                  <a:pt x="8498" y="17370"/>
                  <a:pt x="7800" y="16672"/>
                  <a:pt x="7800" y="15810"/>
                </a:cubicBezTo>
                <a:cubicBezTo>
                  <a:pt x="7800" y="14948"/>
                  <a:pt x="8498" y="14250"/>
                  <a:pt x="9360" y="14250"/>
                </a:cubicBezTo>
                <a:cubicBezTo>
                  <a:pt x="10222" y="14250"/>
                  <a:pt x="10920" y="14948"/>
                  <a:pt x="10920" y="1581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拍照取证·加锁</a:t>
            </a:r>
          </a:p>
        </p:txBody>
      </p:sp>
      <p:sp>
        <p:nvSpPr>
          <p:cNvPr id="10" name="FIELD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4000"/>
                </a:moveTo>
                <a:lnTo>
                  <a:pt x="20000" y="4000"/>
                </a:lnTo>
                <a:cubicBezTo>
                  <a:pt x="20552" y="4000"/>
                  <a:pt x="21000" y="4448"/>
                  <a:pt x="21000" y="5000"/>
                </a:cubicBezTo>
                <a:lnTo>
                  <a:pt x="21000" y="19000"/>
                </a:lnTo>
                <a:cubicBezTo>
                  <a:pt x="21000" y="19552"/>
                  <a:pt x="20552" y="20000"/>
                  <a:pt x="20000" y="20000"/>
                </a:cubicBezTo>
                <a:lnTo>
                  <a:pt x="4000" y="20000"/>
                </a:lnTo>
                <a:cubicBezTo>
                  <a:pt x="3448" y="20000"/>
                  <a:pt x="3000" y="19552"/>
                  <a:pt x="3000" y="19000"/>
                </a:cubicBezTo>
                <a:lnTo>
                  <a:pt x="3000" y="5000"/>
                </a:lnTo>
                <a:cubicBezTo>
                  <a:pt x="3000" y="4448"/>
                  <a:pt x="3448" y="4000"/>
                  <a:pt x="4000" y="4000"/>
                </a:cubicBezTo>
                <a:close/>
                <a:moveTo>
                  <a:pt x="6000" y="7000"/>
                </a:moveTo>
                <a:lnTo>
                  <a:pt x="7400" y="7000"/>
                </a:lnTo>
                <a:lnTo>
                  <a:pt x="7400" y="17000"/>
                </a:lnTo>
                <a:lnTo>
                  <a:pt x="6000" y="17000"/>
                </a:lnTo>
                <a:close/>
                <a:moveTo>
                  <a:pt x="8000" y="7000"/>
                </a:moveTo>
                <a:lnTo>
                  <a:pt x="8800" y="7000"/>
                </a:lnTo>
                <a:lnTo>
                  <a:pt x="8800" y="17000"/>
                </a:lnTo>
                <a:lnTo>
                  <a:pt x="8000" y="17000"/>
                </a:lnTo>
                <a:close/>
                <a:moveTo>
                  <a:pt x="10000" y="7000"/>
                </a:moveTo>
                <a:lnTo>
                  <a:pt x="11600" y="7000"/>
                </a:lnTo>
                <a:lnTo>
                  <a:pt x="11600" y="17000"/>
                </a:lnTo>
                <a:lnTo>
                  <a:pt x="10000" y="17000"/>
                </a:lnTo>
                <a:close/>
                <a:moveTo>
                  <a:pt x="13000" y="7000"/>
                </a:moveTo>
                <a:lnTo>
                  <a:pt x="13800" y="7000"/>
                </a:lnTo>
                <a:lnTo>
                  <a:pt x="13800" y="17000"/>
                </a:lnTo>
                <a:lnTo>
                  <a:pt x="13000" y="17000"/>
                </a:lnTo>
                <a:close/>
                <a:moveTo>
                  <a:pt x="15000" y="7000"/>
                </a:moveTo>
                <a:lnTo>
                  <a:pt x="16400" y="7000"/>
                </a:lnTo>
                <a:lnTo>
                  <a:pt x="16400" y="17000"/>
                </a:lnTo>
                <a:lnTo>
                  <a:pt x="15000" y="17000"/>
                </a:lnTo>
                <a:close/>
                <a:moveTo>
                  <a:pt x="17000" y="7000"/>
                </a:moveTo>
                <a:lnTo>
                  <a:pt x="18000" y="7000"/>
                </a:lnTo>
                <a:lnTo>
                  <a:pt x="18000" y="17000"/>
                </a:lnTo>
                <a:lnTo>
                  <a:pt x="17000" y="17000"/>
                </a:lnTo>
                <a:close/>
                <a:moveTo>
                  <a:pt x="2000" y="11000"/>
                </a:moveTo>
                <a:lnTo>
                  <a:pt x="22000" y="11000"/>
                </a:lnTo>
                <a:lnTo>
                  <a:pt x="22000" y="12400"/>
                </a:lnTo>
                <a:lnTo>
                  <a:pt x="2000" y="12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扫码核验</a:t>
            </a:r>
          </a:p>
        </p:txBody>
      </p:sp>
      <p:sp>
        <p:nvSpPr>
          <p:cNvPr id="13" name="FIELD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20100"/>
                </a:lnTo>
                <a:cubicBezTo>
                  <a:pt x="16380" y="20531"/>
                  <a:pt x="16031" y="20880"/>
                  <a:pt x="15600" y="20880"/>
                </a:cubicBezTo>
                <a:lnTo>
                  <a:pt x="3120" y="20880"/>
                </a:lnTo>
                <a:cubicBezTo>
                  <a:pt x="2689" y="20880"/>
                  <a:pt x="2340" y="20531"/>
                  <a:pt x="2340" y="2010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680" y="10740"/>
                </a:moveTo>
                <a:lnTo>
                  <a:pt x="5772" y="10740"/>
                </a:lnTo>
                <a:lnTo>
                  <a:pt x="5772" y="18540"/>
                </a:lnTo>
                <a:lnTo>
                  <a:pt x="4680" y="18540"/>
                </a:lnTo>
                <a:close/>
                <a:moveTo>
                  <a:pt x="6240" y="10740"/>
                </a:moveTo>
                <a:lnTo>
                  <a:pt x="6864" y="10740"/>
                </a:lnTo>
                <a:lnTo>
                  <a:pt x="6864" y="18540"/>
                </a:lnTo>
                <a:lnTo>
                  <a:pt x="6240" y="18540"/>
                </a:lnTo>
                <a:close/>
                <a:moveTo>
                  <a:pt x="7800" y="10740"/>
                </a:moveTo>
                <a:lnTo>
                  <a:pt x="9048" y="10740"/>
                </a:lnTo>
                <a:lnTo>
                  <a:pt x="9048" y="18540"/>
                </a:lnTo>
                <a:lnTo>
                  <a:pt x="7800" y="18540"/>
                </a:lnTo>
                <a:close/>
                <a:moveTo>
                  <a:pt x="10140" y="10740"/>
                </a:moveTo>
                <a:lnTo>
                  <a:pt x="10764" y="10740"/>
                </a:lnTo>
                <a:lnTo>
                  <a:pt x="10764" y="18540"/>
                </a:lnTo>
                <a:lnTo>
                  <a:pt x="10140" y="18540"/>
                </a:lnTo>
                <a:close/>
                <a:moveTo>
                  <a:pt x="11700" y="10740"/>
                </a:moveTo>
                <a:lnTo>
                  <a:pt x="12792" y="10740"/>
                </a:lnTo>
                <a:lnTo>
                  <a:pt x="12792" y="18540"/>
                </a:lnTo>
                <a:lnTo>
                  <a:pt x="11700" y="18540"/>
                </a:lnTo>
                <a:close/>
                <a:moveTo>
                  <a:pt x="13260" y="10740"/>
                </a:moveTo>
                <a:lnTo>
                  <a:pt x="14040" y="10740"/>
                </a:lnTo>
                <a:lnTo>
                  <a:pt x="14040" y="18540"/>
                </a:lnTo>
                <a:lnTo>
                  <a:pt x="13260" y="18540"/>
                </a:lnTo>
                <a:close/>
                <a:moveTo>
                  <a:pt x="1560" y="13860"/>
                </a:moveTo>
                <a:lnTo>
                  <a:pt x="17160" y="13860"/>
                </a:lnTo>
                <a:lnTo>
                  <a:pt x="17160" y="14952"/>
                </a:lnTo>
                <a:lnTo>
                  <a:pt x="1560" y="14952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扫码核验·已验证</a:t>
            </a:r>
          </a:p>
        </p:txBody>
      </p:sp>
      <p:sp>
        <p:nvSpPr>
          <p:cNvPr id="16" name="FIELD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20100"/>
                </a:lnTo>
                <a:cubicBezTo>
                  <a:pt x="16380" y="20531"/>
                  <a:pt x="16031" y="20880"/>
                  <a:pt x="15600" y="20880"/>
                </a:cubicBezTo>
                <a:lnTo>
                  <a:pt x="3120" y="20880"/>
                </a:lnTo>
                <a:cubicBezTo>
                  <a:pt x="2689" y="20880"/>
                  <a:pt x="2340" y="20531"/>
                  <a:pt x="2340" y="2010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680" y="10740"/>
                </a:moveTo>
                <a:lnTo>
                  <a:pt x="5772" y="10740"/>
                </a:lnTo>
                <a:lnTo>
                  <a:pt x="5772" y="18540"/>
                </a:lnTo>
                <a:lnTo>
                  <a:pt x="4680" y="18540"/>
                </a:lnTo>
                <a:close/>
                <a:moveTo>
                  <a:pt x="6240" y="10740"/>
                </a:moveTo>
                <a:lnTo>
                  <a:pt x="6864" y="10740"/>
                </a:lnTo>
                <a:lnTo>
                  <a:pt x="6864" y="18540"/>
                </a:lnTo>
                <a:lnTo>
                  <a:pt x="6240" y="18540"/>
                </a:lnTo>
                <a:close/>
                <a:moveTo>
                  <a:pt x="7800" y="10740"/>
                </a:moveTo>
                <a:lnTo>
                  <a:pt x="9048" y="10740"/>
                </a:lnTo>
                <a:lnTo>
                  <a:pt x="9048" y="18540"/>
                </a:lnTo>
                <a:lnTo>
                  <a:pt x="7800" y="18540"/>
                </a:lnTo>
                <a:close/>
                <a:moveTo>
                  <a:pt x="10140" y="10740"/>
                </a:moveTo>
                <a:lnTo>
                  <a:pt x="10764" y="10740"/>
                </a:lnTo>
                <a:lnTo>
                  <a:pt x="10764" y="18540"/>
                </a:lnTo>
                <a:lnTo>
                  <a:pt x="10140" y="18540"/>
                </a:lnTo>
                <a:close/>
                <a:moveTo>
                  <a:pt x="11700" y="10740"/>
                </a:moveTo>
                <a:lnTo>
                  <a:pt x="12792" y="10740"/>
                </a:lnTo>
                <a:lnTo>
                  <a:pt x="12792" y="18540"/>
                </a:lnTo>
                <a:lnTo>
                  <a:pt x="11700" y="18540"/>
                </a:lnTo>
                <a:close/>
                <a:moveTo>
                  <a:pt x="13260" y="10740"/>
                </a:moveTo>
                <a:lnTo>
                  <a:pt x="14040" y="10740"/>
                </a:lnTo>
                <a:lnTo>
                  <a:pt x="14040" y="18540"/>
                </a:lnTo>
                <a:lnTo>
                  <a:pt x="13260" y="18540"/>
                </a:lnTo>
                <a:close/>
                <a:moveTo>
                  <a:pt x="1560" y="13860"/>
                </a:moveTo>
                <a:lnTo>
                  <a:pt x="17160" y="13860"/>
                </a:lnTo>
                <a:lnTo>
                  <a:pt x="17160" y="14952"/>
                </a:lnTo>
                <a:lnTo>
                  <a:pt x="1560" y="14952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扫码核验·预警</a:t>
            </a:r>
          </a:p>
        </p:txBody>
      </p:sp>
      <p:sp>
        <p:nvSpPr>
          <p:cNvPr id="19" name="FIELD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20100"/>
                </a:lnTo>
                <a:cubicBezTo>
                  <a:pt x="16380" y="20531"/>
                  <a:pt x="16031" y="20880"/>
                  <a:pt x="15600" y="20880"/>
                </a:cubicBezTo>
                <a:lnTo>
                  <a:pt x="3120" y="20880"/>
                </a:lnTo>
                <a:cubicBezTo>
                  <a:pt x="2689" y="20880"/>
                  <a:pt x="2340" y="20531"/>
                  <a:pt x="2340" y="2010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680" y="10740"/>
                </a:moveTo>
                <a:lnTo>
                  <a:pt x="5772" y="10740"/>
                </a:lnTo>
                <a:lnTo>
                  <a:pt x="5772" y="18540"/>
                </a:lnTo>
                <a:lnTo>
                  <a:pt x="4680" y="18540"/>
                </a:lnTo>
                <a:close/>
                <a:moveTo>
                  <a:pt x="6240" y="10740"/>
                </a:moveTo>
                <a:lnTo>
                  <a:pt x="6864" y="10740"/>
                </a:lnTo>
                <a:lnTo>
                  <a:pt x="6864" y="18540"/>
                </a:lnTo>
                <a:lnTo>
                  <a:pt x="6240" y="18540"/>
                </a:lnTo>
                <a:close/>
                <a:moveTo>
                  <a:pt x="7800" y="10740"/>
                </a:moveTo>
                <a:lnTo>
                  <a:pt x="9048" y="10740"/>
                </a:lnTo>
                <a:lnTo>
                  <a:pt x="9048" y="18540"/>
                </a:lnTo>
                <a:lnTo>
                  <a:pt x="7800" y="18540"/>
                </a:lnTo>
                <a:close/>
                <a:moveTo>
                  <a:pt x="10140" y="10740"/>
                </a:moveTo>
                <a:lnTo>
                  <a:pt x="10764" y="10740"/>
                </a:lnTo>
                <a:lnTo>
                  <a:pt x="10764" y="18540"/>
                </a:lnTo>
                <a:lnTo>
                  <a:pt x="10140" y="18540"/>
                </a:lnTo>
                <a:close/>
                <a:moveTo>
                  <a:pt x="11700" y="10740"/>
                </a:moveTo>
                <a:lnTo>
                  <a:pt x="12792" y="10740"/>
                </a:lnTo>
                <a:lnTo>
                  <a:pt x="12792" y="18540"/>
                </a:lnTo>
                <a:lnTo>
                  <a:pt x="11700" y="18540"/>
                </a:lnTo>
                <a:close/>
                <a:moveTo>
                  <a:pt x="13260" y="10740"/>
                </a:moveTo>
                <a:lnTo>
                  <a:pt x="14040" y="10740"/>
                </a:lnTo>
                <a:lnTo>
                  <a:pt x="14040" y="18540"/>
                </a:lnTo>
                <a:lnTo>
                  <a:pt x="13260" y="18540"/>
                </a:lnTo>
                <a:close/>
                <a:moveTo>
                  <a:pt x="1560" y="13860"/>
                </a:moveTo>
                <a:lnTo>
                  <a:pt x="17160" y="13860"/>
                </a:lnTo>
                <a:lnTo>
                  <a:pt x="17160" y="14952"/>
                </a:lnTo>
                <a:lnTo>
                  <a:pt x="1560" y="14952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扫码核验·洞察</a:t>
            </a:r>
          </a:p>
        </p:txBody>
      </p:sp>
      <p:sp>
        <p:nvSpPr>
          <p:cNvPr id="22" name="FIELD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20100"/>
                </a:lnTo>
                <a:cubicBezTo>
                  <a:pt x="16380" y="20531"/>
                  <a:pt x="16031" y="20880"/>
                  <a:pt x="15600" y="20880"/>
                </a:cubicBezTo>
                <a:lnTo>
                  <a:pt x="3120" y="20880"/>
                </a:lnTo>
                <a:cubicBezTo>
                  <a:pt x="2689" y="20880"/>
                  <a:pt x="2340" y="20531"/>
                  <a:pt x="2340" y="2010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680" y="10740"/>
                </a:moveTo>
                <a:lnTo>
                  <a:pt x="5772" y="10740"/>
                </a:lnTo>
                <a:lnTo>
                  <a:pt x="5772" y="18540"/>
                </a:lnTo>
                <a:lnTo>
                  <a:pt x="4680" y="18540"/>
                </a:lnTo>
                <a:close/>
                <a:moveTo>
                  <a:pt x="6240" y="10740"/>
                </a:moveTo>
                <a:lnTo>
                  <a:pt x="6864" y="10740"/>
                </a:lnTo>
                <a:lnTo>
                  <a:pt x="6864" y="18540"/>
                </a:lnTo>
                <a:lnTo>
                  <a:pt x="6240" y="18540"/>
                </a:lnTo>
                <a:close/>
                <a:moveTo>
                  <a:pt x="7800" y="10740"/>
                </a:moveTo>
                <a:lnTo>
                  <a:pt x="9048" y="10740"/>
                </a:lnTo>
                <a:lnTo>
                  <a:pt x="9048" y="18540"/>
                </a:lnTo>
                <a:lnTo>
                  <a:pt x="7800" y="18540"/>
                </a:lnTo>
                <a:close/>
                <a:moveTo>
                  <a:pt x="10140" y="10740"/>
                </a:moveTo>
                <a:lnTo>
                  <a:pt x="10764" y="10740"/>
                </a:lnTo>
                <a:lnTo>
                  <a:pt x="10764" y="18540"/>
                </a:lnTo>
                <a:lnTo>
                  <a:pt x="10140" y="18540"/>
                </a:lnTo>
                <a:close/>
                <a:moveTo>
                  <a:pt x="11700" y="10740"/>
                </a:moveTo>
                <a:lnTo>
                  <a:pt x="12792" y="10740"/>
                </a:lnTo>
                <a:lnTo>
                  <a:pt x="12792" y="18540"/>
                </a:lnTo>
                <a:lnTo>
                  <a:pt x="11700" y="18540"/>
                </a:lnTo>
                <a:close/>
                <a:moveTo>
                  <a:pt x="13260" y="10740"/>
                </a:moveTo>
                <a:lnTo>
                  <a:pt x="14040" y="10740"/>
                </a:lnTo>
                <a:lnTo>
                  <a:pt x="14040" y="18540"/>
                </a:lnTo>
                <a:lnTo>
                  <a:pt x="13260" y="18540"/>
                </a:lnTo>
                <a:close/>
                <a:moveTo>
                  <a:pt x="1560" y="13860"/>
                </a:moveTo>
                <a:lnTo>
                  <a:pt x="17160" y="13860"/>
                </a:lnTo>
                <a:lnTo>
                  <a:pt x="17160" y="14952"/>
                </a:lnTo>
                <a:lnTo>
                  <a:pt x="1560" y="14952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扫码核验·定时</a:t>
            </a:r>
          </a:p>
        </p:txBody>
      </p:sp>
      <p:sp>
        <p:nvSpPr>
          <p:cNvPr id="25" name="FIELD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20100"/>
                </a:lnTo>
                <a:cubicBezTo>
                  <a:pt x="16380" y="20531"/>
                  <a:pt x="16031" y="20880"/>
                  <a:pt x="15600" y="20880"/>
                </a:cubicBezTo>
                <a:lnTo>
                  <a:pt x="3120" y="20880"/>
                </a:lnTo>
                <a:cubicBezTo>
                  <a:pt x="2689" y="20880"/>
                  <a:pt x="2340" y="20531"/>
                  <a:pt x="2340" y="2010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680" y="10740"/>
                </a:moveTo>
                <a:lnTo>
                  <a:pt x="5772" y="10740"/>
                </a:lnTo>
                <a:lnTo>
                  <a:pt x="5772" y="18540"/>
                </a:lnTo>
                <a:lnTo>
                  <a:pt x="4680" y="18540"/>
                </a:lnTo>
                <a:close/>
                <a:moveTo>
                  <a:pt x="6240" y="10740"/>
                </a:moveTo>
                <a:lnTo>
                  <a:pt x="6864" y="10740"/>
                </a:lnTo>
                <a:lnTo>
                  <a:pt x="6864" y="18540"/>
                </a:lnTo>
                <a:lnTo>
                  <a:pt x="6240" y="18540"/>
                </a:lnTo>
                <a:close/>
                <a:moveTo>
                  <a:pt x="7800" y="10740"/>
                </a:moveTo>
                <a:lnTo>
                  <a:pt x="9048" y="10740"/>
                </a:lnTo>
                <a:lnTo>
                  <a:pt x="9048" y="18540"/>
                </a:lnTo>
                <a:lnTo>
                  <a:pt x="7800" y="18540"/>
                </a:lnTo>
                <a:close/>
                <a:moveTo>
                  <a:pt x="10140" y="10740"/>
                </a:moveTo>
                <a:lnTo>
                  <a:pt x="10764" y="10740"/>
                </a:lnTo>
                <a:lnTo>
                  <a:pt x="10764" y="18540"/>
                </a:lnTo>
                <a:lnTo>
                  <a:pt x="10140" y="18540"/>
                </a:lnTo>
                <a:close/>
                <a:moveTo>
                  <a:pt x="11700" y="10740"/>
                </a:moveTo>
                <a:lnTo>
                  <a:pt x="12792" y="10740"/>
                </a:lnTo>
                <a:lnTo>
                  <a:pt x="12792" y="18540"/>
                </a:lnTo>
                <a:lnTo>
                  <a:pt x="11700" y="18540"/>
                </a:lnTo>
                <a:close/>
                <a:moveTo>
                  <a:pt x="13260" y="10740"/>
                </a:moveTo>
                <a:lnTo>
                  <a:pt x="14040" y="10740"/>
                </a:lnTo>
                <a:lnTo>
                  <a:pt x="14040" y="18540"/>
                </a:lnTo>
                <a:lnTo>
                  <a:pt x="13260" y="18540"/>
                </a:lnTo>
                <a:close/>
                <a:moveTo>
                  <a:pt x="1560" y="13860"/>
                </a:moveTo>
                <a:lnTo>
                  <a:pt x="17160" y="13860"/>
                </a:lnTo>
                <a:lnTo>
                  <a:pt x="17160" y="14952"/>
                </a:lnTo>
                <a:lnTo>
                  <a:pt x="1560" y="14952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扫码核验·加锁</a:t>
            </a:r>
          </a:p>
        </p:txBody>
      </p:sp>
      <p:sp>
        <p:nvSpPr>
          <p:cNvPr id="28" name="FIELD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200" y="3000"/>
                </a:moveTo>
                <a:lnTo>
                  <a:pt x="15800" y="3000"/>
                </a:lnTo>
                <a:cubicBezTo>
                  <a:pt x="16463" y="3000"/>
                  <a:pt x="17000" y="3537"/>
                  <a:pt x="17000" y="4200"/>
                </a:cubicBezTo>
                <a:lnTo>
                  <a:pt x="17000" y="19800"/>
                </a:lnTo>
                <a:cubicBezTo>
                  <a:pt x="17000" y="20463"/>
                  <a:pt x="16463" y="21000"/>
                  <a:pt x="15800" y="21000"/>
                </a:cubicBezTo>
                <a:lnTo>
                  <a:pt x="8200" y="21000"/>
                </a:lnTo>
                <a:cubicBezTo>
                  <a:pt x="7537" y="21000"/>
                  <a:pt x="7000" y="20463"/>
                  <a:pt x="7000" y="19800"/>
                </a:cubicBezTo>
                <a:lnTo>
                  <a:pt x="7000" y="4200"/>
                </a:lnTo>
                <a:cubicBezTo>
                  <a:pt x="7000" y="3537"/>
                  <a:pt x="7537" y="3000"/>
                  <a:pt x="8200" y="3000"/>
                </a:cubicBezTo>
                <a:close/>
                <a:moveTo>
                  <a:pt x="11400" y="1500"/>
                </a:moveTo>
                <a:lnTo>
                  <a:pt x="12600" y="1500"/>
                </a:lnTo>
                <a:cubicBezTo>
                  <a:pt x="12821" y="1500"/>
                  <a:pt x="13000" y="1679"/>
                  <a:pt x="13000" y="1900"/>
                </a:cubicBezTo>
                <a:lnTo>
                  <a:pt x="13000" y="3600"/>
                </a:lnTo>
                <a:cubicBezTo>
                  <a:pt x="13000" y="3821"/>
                  <a:pt x="12821" y="4000"/>
                  <a:pt x="12600" y="4000"/>
                </a:cubicBezTo>
                <a:lnTo>
                  <a:pt x="11400" y="4000"/>
                </a:lnTo>
                <a:cubicBezTo>
                  <a:pt x="11179" y="4000"/>
                  <a:pt x="11000" y="3821"/>
                  <a:pt x="11000" y="3600"/>
                </a:cubicBezTo>
                <a:lnTo>
                  <a:pt x="11000" y="1900"/>
                </a:lnTo>
                <a:cubicBezTo>
                  <a:pt x="11000" y="1679"/>
                  <a:pt x="11179" y="1500"/>
                  <a:pt x="11400" y="1500"/>
                </a:cubicBezTo>
                <a:close/>
                <a:moveTo>
                  <a:pt x="8900" y="6000"/>
                </a:moveTo>
                <a:lnTo>
                  <a:pt x="15100" y="6000"/>
                </a:lnTo>
                <a:cubicBezTo>
                  <a:pt x="15321" y="6000"/>
                  <a:pt x="15500" y="6179"/>
                  <a:pt x="15500" y="6400"/>
                </a:cubicBezTo>
                <a:lnTo>
                  <a:pt x="15500" y="9600"/>
                </a:lnTo>
                <a:cubicBezTo>
                  <a:pt x="15500" y="9821"/>
                  <a:pt x="15321" y="10000"/>
                  <a:pt x="15100" y="10000"/>
                </a:cubicBezTo>
                <a:lnTo>
                  <a:pt x="8900" y="10000"/>
                </a:lnTo>
                <a:cubicBezTo>
                  <a:pt x="8679" y="10000"/>
                  <a:pt x="8500" y="9821"/>
                  <a:pt x="8500" y="9600"/>
                </a:cubicBezTo>
                <a:lnTo>
                  <a:pt x="8500" y="6400"/>
                </a:lnTo>
                <a:cubicBezTo>
                  <a:pt x="8500" y="6179"/>
                  <a:pt x="8679" y="6000"/>
                  <a:pt x="8900" y="6000"/>
                </a:cubicBezTo>
                <a:close/>
                <a:moveTo>
                  <a:pt x="10900" y="13000"/>
                </a:moveTo>
                <a:cubicBezTo>
                  <a:pt x="10900" y="13497"/>
                  <a:pt x="10497" y="13900"/>
                  <a:pt x="10000" y="13900"/>
                </a:cubicBezTo>
                <a:cubicBezTo>
                  <a:pt x="9503" y="13900"/>
                  <a:pt x="9100" y="13497"/>
                  <a:pt x="9100" y="13000"/>
                </a:cubicBezTo>
                <a:cubicBezTo>
                  <a:pt x="9100" y="12503"/>
                  <a:pt x="9503" y="12100"/>
                  <a:pt x="10000" y="12100"/>
                </a:cubicBezTo>
                <a:cubicBezTo>
                  <a:pt x="10497" y="12100"/>
                  <a:pt x="10900" y="12503"/>
                  <a:pt x="10900" y="13000"/>
                </a:cubicBezTo>
                <a:close/>
                <a:moveTo>
                  <a:pt x="12900" y="13000"/>
                </a:moveTo>
                <a:cubicBezTo>
                  <a:pt x="12900" y="13497"/>
                  <a:pt x="12497" y="13900"/>
                  <a:pt x="12000" y="13900"/>
                </a:cubicBezTo>
                <a:cubicBezTo>
                  <a:pt x="11503" y="13900"/>
                  <a:pt x="11100" y="13497"/>
                  <a:pt x="11100" y="13000"/>
                </a:cubicBezTo>
                <a:cubicBezTo>
                  <a:pt x="11100" y="12503"/>
                  <a:pt x="11503" y="12100"/>
                  <a:pt x="12000" y="12100"/>
                </a:cubicBezTo>
                <a:cubicBezTo>
                  <a:pt x="12497" y="12100"/>
                  <a:pt x="12900" y="12503"/>
                  <a:pt x="12900" y="13000"/>
                </a:cubicBezTo>
                <a:close/>
                <a:moveTo>
                  <a:pt x="14900" y="13000"/>
                </a:moveTo>
                <a:cubicBezTo>
                  <a:pt x="14900" y="13497"/>
                  <a:pt x="14497" y="13900"/>
                  <a:pt x="14000" y="13900"/>
                </a:cubicBezTo>
                <a:cubicBezTo>
                  <a:pt x="13503" y="13900"/>
                  <a:pt x="13100" y="13497"/>
                  <a:pt x="13100" y="13000"/>
                </a:cubicBezTo>
                <a:cubicBezTo>
                  <a:pt x="13100" y="12503"/>
                  <a:pt x="13503" y="12100"/>
                  <a:pt x="14000" y="12100"/>
                </a:cubicBezTo>
                <a:cubicBezTo>
                  <a:pt x="14497" y="12100"/>
                  <a:pt x="14900" y="12503"/>
                  <a:pt x="14900" y="13000"/>
                </a:cubicBezTo>
                <a:close/>
                <a:moveTo>
                  <a:pt x="10900" y="16000"/>
                </a:moveTo>
                <a:cubicBezTo>
                  <a:pt x="10900" y="16497"/>
                  <a:pt x="10497" y="16900"/>
                  <a:pt x="10000" y="16900"/>
                </a:cubicBezTo>
                <a:cubicBezTo>
                  <a:pt x="9503" y="16900"/>
                  <a:pt x="9100" y="16497"/>
                  <a:pt x="9100" y="16000"/>
                </a:cubicBezTo>
                <a:cubicBezTo>
                  <a:pt x="9100" y="15503"/>
                  <a:pt x="9503" y="15100"/>
                  <a:pt x="10000" y="15100"/>
                </a:cubicBezTo>
                <a:cubicBezTo>
                  <a:pt x="10497" y="15100"/>
                  <a:pt x="10900" y="15503"/>
                  <a:pt x="10900" y="16000"/>
                </a:cubicBezTo>
                <a:close/>
                <a:moveTo>
                  <a:pt x="12900" y="16000"/>
                </a:moveTo>
                <a:cubicBezTo>
                  <a:pt x="12900" y="16497"/>
                  <a:pt x="12497" y="16900"/>
                  <a:pt x="12000" y="16900"/>
                </a:cubicBezTo>
                <a:cubicBezTo>
                  <a:pt x="11503" y="16900"/>
                  <a:pt x="11100" y="16497"/>
                  <a:pt x="11100" y="16000"/>
                </a:cubicBezTo>
                <a:cubicBezTo>
                  <a:pt x="11100" y="15503"/>
                  <a:pt x="11503" y="15100"/>
                  <a:pt x="12000" y="15100"/>
                </a:cubicBezTo>
                <a:cubicBezTo>
                  <a:pt x="12497" y="15100"/>
                  <a:pt x="12900" y="15503"/>
                  <a:pt x="12900" y="16000"/>
                </a:cubicBezTo>
                <a:close/>
                <a:moveTo>
                  <a:pt x="14900" y="16000"/>
                </a:moveTo>
                <a:cubicBezTo>
                  <a:pt x="14900" y="16497"/>
                  <a:pt x="14497" y="16900"/>
                  <a:pt x="14000" y="16900"/>
                </a:cubicBezTo>
                <a:cubicBezTo>
                  <a:pt x="13503" y="16900"/>
                  <a:pt x="13100" y="16497"/>
                  <a:pt x="13100" y="16000"/>
                </a:cubicBezTo>
                <a:cubicBezTo>
                  <a:pt x="13100" y="15503"/>
                  <a:pt x="13503" y="15100"/>
                  <a:pt x="14000" y="15100"/>
                </a:cubicBezTo>
                <a:cubicBezTo>
                  <a:pt x="14497" y="15100"/>
                  <a:pt x="14900" y="15503"/>
                  <a:pt x="14900" y="16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对讲机</a:t>
            </a:r>
          </a:p>
        </p:txBody>
      </p:sp>
      <p:sp>
        <p:nvSpPr>
          <p:cNvPr id="31" name="FIELD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396" y="7620"/>
                </a:moveTo>
                <a:lnTo>
                  <a:pt x="12324" y="7620"/>
                </a:lnTo>
                <a:cubicBezTo>
                  <a:pt x="12841" y="7620"/>
                  <a:pt x="13260" y="8039"/>
                  <a:pt x="13260" y="8556"/>
                </a:cubicBezTo>
                <a:lnTo>
                  <a:pt x="13260" y="20724"/>
                </a:lnTo>
                <a:cubicBezTo>
                  <a:pt x="13260" y="21241"/>
                  <a:pt x="12841" y="21660"/>
                  <a:pt x="12324" y="21660"/>
                </a:cubicBezTo>
                <a:lnTo>
                  <a:pt x="6396" y="21660"/>
                </a:lnTo>
                <a:cubicBezTo>
                  <a:pt x="5879" y="21660"/>
                  <a:pt x="5460" y="21241"/>
                  <a:pt x="5460" y="20724"/>
                </a:cubicBezTo>
                <a:lnTo>
                  <a:pt x="5460" y="8556"/>
                </a:lnTo>
                <a:cubicBezTo>
                  <a:pt x="5460" y="8039"/>
                  <a:pt x="5879" y="7620"/>
                  <a:pt x="6396" y="7620"/>
                </a:cubicBezTo>
                <a:close/>
                <a:moveTo>
                  <a:pt x="8892" y="6450"/>
                </a:moveTo>
                <a:lnTo>
                  <a:pt x="9828" y="6450"/>
                </a:lnTo>
                <a:cubicBezTo>
                  <a:pt x="10000" y="6450"/>
                  <a:pt x="10140" y="6590"/>
                  <a:pt x="10140" y="6762"/>
                </a:cubicBezTo>
                <a:lnTo>
                  <a:pt x="10140" y="8088"/>
                </a:lnTo>
                <a:cubicBezTo>
                  <a:pt x="10140" y="8260"/>
                  <a:pt x="10000" y="8400"/>
                  <a:pt x="9828" y="8400"/>
                </a:cubicBezTo>
                <a:lnTo>
                  <a:pt x="8892" y="8400"/>
                </a:lnTo>
                <a:cubicBezTo>
                  <a:pt x="8720" y="8400"/>
                  <a:pt x="8580" y="8260"/>
                  <a:pt x="8580" y="8088"/>
                </a:cubicBezTo>
                <a:lnTo>
                  <a:pt x="8580" y="6762"/>
                </a:lnTo>
                <a:cubicBezTo>
                  <a:pt x="8580" y="6590"/>
                  <a:pt x="8720" y="6450"/>
                  <a:pt x="8892" y="6450"/>
                </a:cubicBezTo>
                <a:close/>
                <a:moveTo>
                  <a:pt x="6942" y="9960"/>
                </a:moveTo>
                <a:lnTo>
                  <a:pt x="11778" y="9960"/>
                </a:lnTo>
                <a:cubicBezTo>
                  <a:pt x="11950" y="9960"/>
                  <a:pt x="12090" y="10100"/>
                  <a:pt x="12090" y="10272"/>
                </a:cubicBezTo>
                <a:lnTo>
                  <a:pt x="12090" y="12768"/>
                </a:lnTo>
                <a:cubicBezTo>
                  <a:pt x="12090" y="12940"/>
                  <a:pt x="11950" y="13080"/>
                  <a:pt x="11778" y="13080"/>
                </a:cubicBezTo>
                <a:lnTo>
                  <a:pt x="6942" y="13080"/>
                </a:lnTo>
                <a:cubicBezTo>
                  <a:pt x="6770" y="13080"/>
                  <a:pt x="6630" y="12940"/>
                  <a:pt x="6630" y="12768"/>
                </a:cubicBezTo>
                <a:lnTo>
                  <a:pt x="6630" y="10272"/>
                </a:lnTo>
                <a:cubicBezTo>
                  <a:pt x="6630" y="10100"/>
                  <a:pt x="6770" y="9960"/>
                  <a:pt x="6942" y="9960"/>
                </a:cubicBezTo>
                <a:close/>
                <a:moveTo>
                  <a:pt x="8502" y="15420"/>
                </a:moveTo>
                <a:cubicBezTo>
                  <a:pt x="8502" y="15808"/>
                  <a:pt x="8188" y="16122"/>
                  <a:pt x="7800" y="16122"/>
                </a:cubicBezTo>
                <a:cubicBezTo>
                  <a:pt x="7412" y="16122"/>
                  <a:pt x="7098" y="15808"/>
                  <a:pt x="7098" y="15420"/>
                </a:cubicBezTo>
                <a:cubicBezTo>
                  <a:pt x="7098" y="15032"/>
                  <a:pt x="7412" y="14718"/>
                  <a:pt x="7800" y="14718"/>
                </a:cubicBezTo>
                <a:cubicBezTo>
                  <a:pt x="8188" y="14718"/>
                  <a:pt x="8502" y="15032"/>
                  <a:pt x="8502" y="15420"/>
                </a:cubicBezTo>
                <a:close/>
                <a:moveTo>
                  <a:pt x="10062" y="15420"/>
                </a:moveTo>
                <a:cubicBezTo>
                  <a:pt x="10062" y="15808"/>
                  <a:pt x="9748" y="16122"/>
                  <a:pt x="9360" y="16122"/>
                </a:cubicBezTo>
                <a:cubicBezTo>
                  <a:pt x="8972" y="16122"/>
                  <a:pt x="8658" y="15808"/>
                  <a:pt x="8658" y="15420"/>
                </a:cubicBezTo>
                <a:cubicBezTo>
                  <a:pt x="8658" y="15032"/>
                  <a:pt x="8972" y="14718"/>
                  <a:pt x="9360" y="14718"/>
                </a:cubicBezTo>
                <a:cubicBezTo>
                  <a:pt x="9748" y="14718"/>
                  <a:pt x="10062" y="15032"/>
                  <a:pt x="10062" y="15420"/>
                </a:cubicBezTo>
                <a:close/>
                <a:moveTo>
                  <a:pt x="11622" y="15420"/>
                </a:moveTo>
                <a:cubicBezTo>
                  <a:pt x="11622" y="15808"/>
                  <a:pt x="11308" y="16122"/>
                  <a:pt x="10920" y="16122"/>
                </a:cubicBezTo>
                <a:cubicBezTo>
                  <a:pt x="10532" y="16122"/>
                  <a:pt x="10218" y="15808"/>
                  <a:pt x="10218" y="15420"/>
                </a:cubicBezTo>
                <a:cubicBezTo>
                  <a:pt x="10218" y="15032"/>
                  <a:pt x="10532" y="14718"/>
                  <a:pt x="10920" y="14718"/>
                </a:cubicBezTo>
                <a:cubicBezTo>
                  <a:pt x="11308" y="14718"/>
                  <a:pt x="11622" y="15032"/>
                  <a:pt x="11622" y="15420"/>
                </a:cubicBezTo>
                <a:close/>
                <a:moveTo>
                  <a:pt x="8502" y="17760"/>
                </a:moveTo>
                <a:cubicBezTo>
                  <a:pt x="8502" y="18148"/>
                  <a:pt x="8188" y="18462"/>
                  <a:pt x="7800" y="18462"/>
                </a:cubicBezTo>
                <a:cubicBezTo>
                  <a:pt x="7412" y="18462"/>
                  <a:pt x="7098" y="18148"/>
                  <a:pt x="7098" y="17760"/>
                </a:cubicBezTo>
                <a:cubicBezTo>
                  <a:pt x="7098" y="17372"/>
                  <a:pt x="7412" y="17058"/>
                  <a:pt x="7800" y="17058"/>
                </a:cubicBezTo>
                <a:cubicBezTo>
                  <a:pt x="8188" y="17058"/>
                  <a:pt x="8502" y="17372"/>
                  <a:pt x="8502" y="17760"/>
                </a:cubicBezTo>
                <a:close/>
                <a:moveTo>
                  <a:pt x="10062" y="17760"/>
                </a:moveTo>
                <a:cubicBezTo>
                  <a:pt x="10062" y="18148"/>
                  <a:pt x="9748" y="18462"/>
                  <a:pt x="9360" y="18462"/>
                </a:cubicBezTo>
                <a:cubicBezTo>
                  <a:pt x="8972" y="18462"/>
                  <a:pt x="8658" y="18148"/>
                  <a:pt x="8658" y="17760"/>
                </a:cubicBezTo>
                <a:cubicBezTo>
                  <a:pt x="8658" y="17372"/>
                  <a:pt x="8972" y="17058"/>
                  <a:pt x="9360" y="17058"/>
                </a:cubicBezTo>
                <a:cubicBezTo>
                  <a:pt x="9748" y="17058"/>
                  <a:pt x="10062" y="17372"/>
                  <a:pt x="10062" y="17760"/>
                </a:cubicBezTo>
                <a:close/>
                <a:moveTo>
                  <a:pt x="11622" y="17760"/>
                </a:moveTo>
                <a:cubicBezTo>
                  <a:pt x="11622" y="18148"/>
                  <a:pt x="11308" y="18462"/>
                  <a:pt x="10920" y="18462"/>
                </a:cubicBezTo>
                <a:cubicBezTo>
                  <a:pt x="10532" y="18462"/>
                  <a:pt x="10218" y="18148"/>
                  <a:pt x="10218" y="17760"/>
                </a:cubicBezTo>
                <a:cubicBezTo>
                  <a:pt x="10218" y="17372"/>
                  <a:pt x="10532" y="17058"/>
                  <a:pt x="10920" y="17058"/>
                </a:cubicBezTo>
                <a:cubicBezTo>
                  <a:pt x="11308" y="17058"/>
                  <a:pt x="11622" y="17372"/>
                  <a:pt x="11622" y="177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对讲机·已验证</a:t>
            </a:r>
          </a:p>
        </p:txBody>
      </p:sp>
      <p:sp>
        <p:nvSpPr>
          <p:cNvPr id="34" name="FIELD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396" y="7620"/>
                </a:moveTo>
                <a:lnTo>
                  <a:pt x="12324" y="7620"/>
                </a:lnTo>
                <a:cubicBezTo>
                  <a:pt x="12841" y="7620"/>
                  <a:pt x="13260" y="8039"/>
                  <a:pt x="13260" y="8556"/>
                </a:cubicBezTo>
                <a:lnTo>
                  <a:pt x="13260" y="20724"/>
                </a:lnTo>
                <a:cubicBezTo>
                  <a:pt x="13260" y="21241"/>
                  <a:pt x="12841" y="21660"/>
                  <a:pt x="12324" y="21660"/>
                </a:cubicBezTo>
                <a:lnTo>
                  <a:pt x="6396" y="21660"/>
                </a:lnTo>
                <a:cubicBezTo>
                  <a:pt x="5879" y="21660"/>
                  <a:pt x="5460" y="21241"/>
                  <a:pt x="5460" y="20724"/>
                </a:cubicBezTo>
                <a:lnTo>
                  <a:pt x="5460" y="8556"/>
                </a:lnTo>
                <a:cubicBezTo>
                  <a:pt x="5460" y="8039"/>
                  <a:pt x="5879" y="7620"/>
                  <a:pt x="6396" y="7620"/>
                </a:cubicBezTo>
                <a:close/>
                <a:moveTo>
                  <a:pt x="8892" y="6450"/>
                </a:moveTo>
                <a:lnTo>
                  <a:pt x="9828" y="6450"/>
                </a:lnTo>
                <a:cubicBezTo>
                  <a:pt x="10000" y="6450"/>
                  <a:pt x="10140" y="6590"/>
                  <a:pt x="10140" y="6762"/>
                </a:cubicBezTo>
                <a:lnTo>
                  <a:pt x="10140" y="8088"/>
                </a:lnTo>
                <a:cubicBezTo>
                  <a:pt x="10140" y="8260"/>
                  <a:pt x="10000" y="8400"/>
                  <a:pt x="9828" y="8400"/>
                </a:cubicBezTo>
                <a:lnTo>
                  <a:pt x="8892" y="8400"/>
                </a:lnTo>
                <a:cubicBezTo>
                  <a:pt x="8720" y="8400"/>
                  <a:pt x="8580" y="8260"/>
                  <a:pt x="8580" y="8088"/>
                </a:cubicBezTo>
                <a:lnTo>
                  <a:pt x="8580" y="6762"/>
                </a:lnTo>
                <a:cubicBezTo>
                  <a:pt x="8580" y="6590"/>
                  <a:pt x="8720" y="6450"/>
                  <a:pt x="8892" y="6450"/>
                </a:cubicBezTo>
                <a:close/>
                <a:moveTo>
                  <a:pt x="6942" y="9960"/>
                </a:moveTo>
                <a:lnTo>
                  <a:pt x="11778" y="9960"/>
                </a:lnTo>
                <a:cubicBezTo>
                  <a:pt x="11950" y="9960"/>
                  <a:pt x="12090" y="10100"/>
                  <a:pt x="12090" y="10272"/>
                </a:cubicBezTo>
                <a:lnTo>
                  <a:pt x="12090" y="12768"/>
                </a:lnTo>
                <a:cubicBezTo>
                  <a:pt x="12090" y="12940"/>
                  <a:pt x="11950" y="13080"/>
                  <a:pt x="11778" y="13080"/>
                </a:cubicBezTo>
                <a:lnTo>
                  <a:pt x="6942" y="13080"/>
                </a:lnTo>
                <a:cubicBezTo>
                  <a:pt x="6770" y="13080"/>
                  <a:pt x="6630" y="12940"/>
                  <a:pt x="6630" y="12768"/>
                </a:cubicBezTo>
                <a:lnTo>
                  <a:pt x="6630" y="10272"/>
                </a:lnTo>
                <a:cubicBezTo>
                  <a:pt x="6630" y="10100"/>
                  <a:pt x="6770" y="9960"/>
                  <a:pt x="6942" y="9960"/>
                </a:cubicBezTo>
                <a:close/>
                <a:moveTo>
                  <a:pt x="8502" y="15420"/>
                </a:moveTo>
                <a:cubicBezTo>
                  <a:pt x="8502" y="15808"/>
                  <a:pt x="8188" y="16122"/>
                  <a:pt x="7800" y="16122"/>
                </a:cubicBezTo>
                <a:cubicBezTo>
                  <a:pt x="7412" y="16122"/>
                  <a:pt x="7098" y="15808"/>
                  <a:pt x="7098" y="15420"/>
                </a:cubicBezTo>
                <a:cubicBezTo>
                  <a:pt x="7098" y="15032"/>
                  <a:pt x="7412" y="14718"/>
                  <a:pt x="7800" y="14718"/>
                </a:cubicBezTo>
                <a:cubicBezTo>
                  <a:pt x="8188" y="14718"/>
                  <a:pt x="8502" y="15032"/>
                  <a:pt x="8502" y="15420"/>
                </a:cubicBezTo>
                <a:close/>
                <a:moveTo>
                  <a:pt x="10062" y="15420"/>
                </a:moveTo>
                <a:cubicBezTo>
                  <a:pt x="10062" y="15808"/>
                  <a:pt x="9748" y="16122"/>
                  <a:pt x="9360" y="16122"/>
                </a:cubicBezTo>
                <a:cubicBezTo>
                  <a:pt x="8972" y="16122"/>
                  <a:pt x="8658" y="15808"/>
                  <a:pt x="8658" y="15420"/>
                </a:cubicBezTo>
                <a:cubicBezTo>
                  <a:pt x="8658" y="15032"/>
                  <a:pt x="8972" y="14718"/>
                  <a:pt x="9360" y="14718"/>
                </a:cubicBezTo>
                <a:cubicBezTo>
                  <a:pt x="9748" y="14718"/>
                  <a:pt x="10062" y="15032"/>
                  <a:pt x="10062" y="15420"/>
                </a:cubicBezTo>
                <a:close/>
                <a:moveTo>
                  <a:pt x="11622" y="15420"/>
                </a:moveTo>
                <a:cubicBezTo>
                  <a:pt x="11622" y="15808"/>
                  <a:pt x="11308" y="16122"/>
                  <a:pt x="10920" y="16122"/>
                </a:cubicBezTo>
                <a:cubicBezTo>
                  <a:pt x="10532" y="16122"/>
                  <a:pt x="10218" y="15808"/>
                  <a:pt x="10218" y="15420"/>
                </a:cubicBezTo>
                <a:cubicBezTo>
                  <a:pt x="10218" y="15032"/>
                  <a:pt x="10532" y="14718"/>
                  <a:pt x="10920" y="14718"/>
                </a:cubicBezTo>
                <a:cubicBezTo>
                  <a:pt x="11308" y="14718"/>
                  <a:pt x="11622" y="15032"/>
                  <a:pt x="11622" y="15420"/>
                </a:cubicBezTo>
                <a:close/>
                <a:moveTo>
                  <a:pt x="8502" y="17760"/>
                </a:moveTo>
                <a:cubicBezTo>
                  <a:pt x="8502" y="18148"/>
                  <a:pt x="8188" y="18462"/>
                  <a:pt x="7800" y="18462"/>
                </a:cubicBezTo>
                <a:cubicBezTo>
                  <a:pt x="7412" y="18462"/>
                  <a:pt x="7098" y="18148"/>
                  <a:pt x="7098" y="17760"/>
                </a:cubicBezTo>
                <a:cubicBezTo>
                  <a:pt x="7098" y="17372"/>
                  <a:pt x="7412" y="17058"/>
                  <a:pt x="7800" y="17058"/>
                </a:cubicBezTo>
                <a:cubicBezTo>
                  <a:pt x="8188" y="17058"/>
                  <a:pt x="8502" y="17372"/>
                  <a:pt x="8502" y="17760"/>
                </a:cubicBezTo>
                <a:close/>
                <a:moveTo>
                  <a:pt x="10062" y="17760"/>
                </a:moveTo>
                <a:cubicBezTo>
                  <a:pt x="10062" y="18148"/>
                  <a:pt x="9748" y="18462"/>
                  <a:pt x="9360" y="18462"/>
                </a:cubicBezTo>
                <a:cubicBezTo>
                  <a:pt x="8972" y="18462"/>
                  <a:pt x="8658" y="18148"/>
                  <a:pt x="8658" y="17760"/>
                </a:cubicBezTo>
                <a:cubicBezTo>
                  <a:pt x="8658" y="17372"/>
                  <a:pt x="8972" y="17058"/>
                  <a:pt x="9360" y="17058"/>
                </a:cubicBezTo>
                <a:cubicBezTo>
                  <a:pt x="9748" y="17058"/>
                  <a:pt x="10062" y="17372"/>
                  <a:pt x="10062" y="17760"/>
                </a:cubicBezTo>
                <a:close/>
                <a:moveTo>
                  <a:pt x="11622" y="17760"/>
                </a:moveTo>
                <a:cubicBezTo>
                  <a:pt x="11622" y="18148"/>
                  <a:pt x="11308" y="18462"/>
                  <a:pt x="10920" y="18462"/>
                </a:cubicBezTo>
                <a:cubicBezTo>
                  <a:pt x="10532" y="18462"/>
                  <a:pt x="10218" y="18148"/>
                  <a:pt x="10218" y="17760"/>
                </a:cubicBezTo>
                <a:cubicBezTo>
                  <a:pt x="10218" y="17372"/>
                  <a:pt x="10532" y="17058"/>
                  <a:pt x="10920" y="17058"/>
                </a:cubicBezTo>
                <a:cubicBezTo>
                  <a:pt x="11308" y="17058"/>
                  <a:pt x="11622" y="17372"/>
                  <a:pt x="11622" y="1776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对讲机·预警</a:t>
            </a:r>
          </a:p>
        </p:txBody>
      </p:sp>
      <p:sp>
        <p:nvSpPr>
          <p:cNvPr id="37" name="FIELD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396" y="7620"/>
                </a:moveTo>
                <a:lnTo>
                  <a:pt x="12324" y="7620"/>
                </a:lnTo>
                <a:cubicBezTo>
                  <a:pt x="12841" y="7620"/>
                  <a:pt x="13260" y="8039"/>
                  <a:pt x="13260" y="8556"/>
                </a:cubicBezTo>
                <a:lnTo>
                  <a:pt x="13260" y="20724"/>
                </a:lnTo>
                <a:cubicBezTo>
                  <a:pt x="13260" y="21241"/>
                  <a:pt x="12841" y="21660"/>
                  <a:pt x="12324" y="21660"/>
                </a:cubicBezTo>
                <a:lnTo>
                  <a:pt x="6396" y="21660"/>
                </a:lnTo>
                <a:cubicBezTo>
                  <a:pt x="5879" y="21660"/>
                  <a:pt x="5460" y="21241"/>
                  <a:pt x="5460" y="20724"/>
                </a:cubicBezTo>
                <a:lnTo>
                  <a:pt x="5460" y="8556"/>
                </a:lnTo>
                <a:cubicBezTo>
                  <a:pt x="5460" y="8039"/>
                  <a:pt x="5879" y="7620"/>
                  <a:pt x="6396" y="7620"/>
                </a:cubicBezTo>
                <a:close/>
                <a:moveTo>
                  <a:pt x="8892" y="6450"/>
                </a:moveTo>
                <a:lnTo>
                  <a:pt x="9828" y="6450"/>
                </a:lnTo>
                <a:cubicBezTo>
                  <a:pt x="10000" y="6450"/>
                  <a:pt x="10140" y="6590"/>
                  <a:pt x="10140" y="6762"/>
                </a:cubicBezTo>
                <a:lnTo>
                  <a:pt x="10140" y="8088"/>
                </a:lnTo>
                <a:cubicBezTo>
                  <a:pt x="10140" y="8260"/>
                  <a:pt x="10000" y="8400"/>
                  <a:pt x="9828" y="8400"/>
                </a:cubicBezTo>
                <a:lnTo>
                  <a:pt x="8892" y="8400"/>
                </a:lnTo>
                <a:cubicBezTo>
                  <a:pt x="8720" y="8400"/>
                  <a:pt x="8580" y="8260"/>
                  <a:pt x="8580" y="8088"/>
                </a:cubicBezTo>
                <a:lnTo>
                  <a:pt x="8580" y="6762"/>
                </a:lnTo>
                <a:cubicBezTo>
                  <a:pt x="8580" y="6590"/>
                  <a:pt x="8720" y="6450"/>
                  <a:pt x="8892" y="6450"/>
                </a:cubicBezTo>
                <a:close/>
                <a:moveTo>
                  <a:pt x="6942" y="9960"/>
                </a:moveTo>
                <a:lnTo>
                  <a:pt x="11778" y="9960"/>
                </a:lnTo>
                <a:cubicBezTo>
                  <a:pt x="11950" y="9960"/>
                  <a:pt x="12090" y="10100"/>
                  <a:pt x="12090" y="10272"/>
                </a:cubicBezTo>
                <a:lnTo>
                  <a:pt x="12090" y="12768"/>
                </a:lnTo>
                <a:cubicBezTo>
                  <a:pt x="12090" y="12940"/>
                  <a:pt x="11950" y="13080"/>
                  <a:pt x="11778" y="13080"/>
                </a:cubicBezTo>
                <a:lnTo>
                  <a:pt x="6942" y="13080"/>
                </a:lnTo>
                <a:cubicBezTo>
                  <a:pt x="6770" y="13080"/>
                  <a:pt x="6630" y="12940"/>
                  <a:pt x="6630" y="12768"/>
                </a:cubicBezTo>
                <a:lnTo>
                  <a:pt x="6630" y="10272"/>
                </a:lnTo>
                <a:cubicBezTo>
                  <a:pt x="6630" y="10100"/>
                  <a:pt x="6770" y="9960"/>
                  <a:pt x="6942" y="9960"/>
                </a:cubicBezTo>
                <a:close/>
                <a:moveTo>
                  <a:pt x="8502" y="15420"/>
                </a:moveTo>
                <a:cubicBezTo>
                  <a:pt x="8502" y="15808"/>
                  <a:pt x="8188" y="16122"/>
                  <a:pt x="7800" y="16122"/>
                </a:cubicBezTo>
                <a:cubicBezTo>
                  <a:pt x="7412" y="16122"/>
                  <a:pt x="7098" y="15808"/>
                  <a:pt x="7098" y="15420"/>
                </a:cubicBezTo>
                <a:cubicBezTo>
                  <a:pt x="7098" y="15032"/>
                  <a:pt x="7412" y="14718"/>
                  <a:pt x="7800" y="14718"/>
                </a:cubicBezTo>
                <a:cubicBezTo>
                  <a:pt x="8188" y="14718"/>
                  <a:pt x="8502" y="15032"/>
                  <a:pt x="8502" y="15420"/>
                </a:cubicBezTo>
                <a:close/>
                <a:moveTo>
                  <a:pt x="10062" y="15420"/>
                </a:moveTo>
                <a:cubicBezTo>
                  <a:pt x="10062" y="15808"/>
                  <a:pt x="9748" y="16122"/>
                  <a:pt x="9360" y="16122"/>
                </a:cubicBezTo>
                <a:cubicBezTo>
                  <a:pt x="8972" y="16122"/>
                  <a:pt x="8658" y="15808"/>
                  <a:pt x="8658" y="15420"/>
                </a:cubicBezTo>
                <a:cubicBezTo>
                  <a:pt x="8658" y="15032"/>
                  <a:pt x="8972" y="14718"/>
                  <a:pt x="9360" y="14718"/>
                </a:cubicBezTo>
                <a:cubicBezTo>
                  <a:pt x="9748" y="14718"/>
                  <a:pt x="10062" y="15032"/>
                  <a:pt x="10062" y="15420"/>
                </a:cubicBezTo>
                <a:close/>
                <a:moveTo>
                  <a:pt x="11622" y="15420"/>
                </a:moveTo>
                <a:cubicBezTo>
                  <a:pt x="11622" y="15808"/>
                  <a:pt x="11308" y="16122"/>
                  <a:pt x="10920" y="16122"/>
                </a:cubicBezTo>
                <a:cubicBezTo>
                  <a:pt x="10532" y="16122"/>
                  <a:pt x="10218" y="15808"/>
                  <a:pt x="10218" y="15420"/>
                </a:cubicBezTo>
                <a:cubicBezTo>
                  <a:pt x="10218" y="15032"/>
                  <a:pt x="10532" y="14718"/>
                  <a:pt x="10920" y="14718"/>
                </a:cubicBezTo>
                <a:cubicBezTo>
                  <a:pt x="11308" y="14718"/>
                  <a:pt x="11622" y="15032"/>
                  <a:pt x="11622" y="15420"/>
                </a:cubicBezTo>
                <a:close/>
                <a:moveTo>
                  <a:pt x="8502" y="17760"/>
                </a:moveTo>
                <a:cubicBezTo>
                  <a:pt x="8502" y="18148"/>
                  <a:pt x="8188" y="18462"/>
                  <a:pt x="7800" y="18462"/>
                </a:cubicBezTo>
                <a:cubicBezTo>
                  <a:pt x="7412" y="18462"/>
                  <a:pt x="7098" y="18148"/>
                  <a:pt x="7098" y="17760"/>
                </a:cubicBezTo>
                <a:cubicBezTo>
                  <a:pt x="7098" y="17372"/>
                  <a:pt x="7412" y="17058"/>
                  <a:pt x="7800" y="17058"/>
                </a:cubicBezTo>
                <a:cubicBezTo>
                  <a:pt x="8188" y="17058"/>
                  <a:pt x="8502" y="17372"/>
                  <a:pt x="8502" y="17760"/>
                </a:cubicBezTo>
                <a:close/>
                <a:moveTo>
                  <a:pt x="10062" y="17760"/>
                </a:moveTo>
                <a:cubicBezTo>
                  <a:pt x="10062" y="18148"/>
                  <a:pt x="9748" y="18462"/>
                  <a:pt x="9360" y="18462"/>
                </a:cubicBezTo>
                <a:cubicBezTo>
                  <a:pt x="8972" y="18462"/>
                  <a:pt x="8658" y="18148"/>
                  <a:pt x="8658" y="17760"/>
                </a:cubicBezTo>
                <a:cubicBezTo>
                  <a:pt x="8658" y="17372"/>
                  <a:pt x="8972" y="17058"/>
                  <a:pt x="9360" y="17058"/>
                </a:cubicBezTo>
                <a:cubicBezTo>
                  <a:pt x="9748" y="17058"/>
                  <a:pt x="10062" y="17372"/>
                  <a:pt x="10062" y="17760"/>
                </a:cubicBezTo>
                <a:close/>
                <a:moveTo>
                  <a:pt x="11622" y="17760"/>
                </a:moveTo>
                <a:cubicBezTo>
                  <a:pt x="11622" y="18148"/>
                  <a:pt x="11308" y="18462"/>
                  <a:pt x="10920" y="18462"/>
                </a:cubicBezTo>
                <a:cubicBezTo>
                  <a:pt x="10532" y="18462"/>
                  <a:pt x="10218" y="18148"/>
                  <a:pt x="10218" y="17760"/>
                </a:cubicBezTo>
                <a:cubicBezTo>
                  <a:pt x="10218" y="17372"/>
                  <a:pt x="10532" y="17058"/>
                  <a:pt x="10920" y="17058"/>
                </a:cubicBezTo>
                <a:cubicBezTo>
                  <a:pt x="11308" y="17058"/>
                  <a:pt x="11622" y="17372"/>
                  <a:pt x="11622" y="177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对讲机·洞察</a:t>
            </a:r>
          </a:p>
        </p:txBody>
      </p:sp>
      <p:sp>
        <p:nvSpPr>
          <p:cNvPr id="40" name="FIELD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396" y="7620"/>
                </a:moveTo>
                <a:lnTo>
                  <a:pt x="12324" y="7620"/>
                </a:lnTo>
                <a:cubicBezTo>
                  <a:pt x="12841" y="7620"/>
                  <a:pt x="13260" y="8039"/>
                  <a:pt x="13260" y="8556"/>
                </a:cubicBezTo>
                <a:lnTo>
                  <a:pt x="13260" y="20724"/>
                </a:lnTo>
                <a:cubicBezTo>
                  <a:pt x="13260" y="21241"/>
                  <a:pt x="12841" y="21660"/>
                  <a:pt x="12324" y="21660"/>
                </a:cubicBezTo>
                <a:lnTo>
                  <a:pt x="6396" y="21660"/>
                </a:lnTo>
                <a:cubicBezTo>
                  <a:pt x="5879" y="21660"/>
                  <a:pt x="5460" y="21241"/>
                  <a:pt x="5460" y="20724"/>
                </a:cubicBezTo>
                <a:lnTo>
                  <a:pt x="5460" y="8556"/>
                </a:lnTo>
                <a:cubicBezTo>
                  <a:pt x="5460" y="8039"/>
                  <a:pt x="5879" y="7620"/>
                  <a:pt x="6396" y="7620"/>
                </a:cubicBezTo>
                <a:close/>
                <a:moveTo>
                  <a:pt x="8892" y="6450"/>
                </a:moveTo>
                <a:lnTo>
                  <a:pt x="9828" y="6450"/>
                </a:lnTo>
                <a:cubicBezTo>
                  <a:pt x="10000" y="6450"/>
                  <a:pt x="10140" y="6590"/>
                  <a:pt x="10140" y="6762"/>
                </a:cubicBezTo>
                <a:lnTo>
                  <a:pt x="10140" y="8088"/>
                </a:lnTo>
                <a:cubicBezTo>
                  <a:pt x="10140" y="8260"/>
                  <a:pt x="10000" y="8400"/>
                  <a:pt x="9828" y="8400"/>
                </a:cubicBezTo>
                <a:lnTo>
                  <a:pt x="8892" y="8400"/>
                </a:lnTo>
                <a:cubicBezTo>
                  <a:pt x="8720" y="8400"/>
                  <a:pt x="8580" y="8260"/>
                  <a:pt x="8580" y="8088"/>
                </a:cubicBezTo>
                <a:lnTo>
                  <a:pt x="8580" y="6762"/>
                </a:lnTo>
                <a:cubicBezTo>
                  <a:pt x="8580" y="6590"/>
                  <a:pt x="8720" y="6450"/>
                  <a:pt x="8892" y="6450"/>
                </a:cubicBezTo>
                <a:close/>
                <a:moveTo>
                  <a:pt x="6942" y="9960"/>
                </a:moveTo>
                <a:lnTo>
                  <a:pt x="11778" y="9960"/>
                </a:lnTo>
                <a:cubicBezTo>
                  <a:pt x="11950" y="9960"/>
                  <a:pt x="12090" y="10100"/>
                  <a:pt x="12090" y="10272"/>
                </a:cubicBezTo>
                <a:lnTo>
                  <a:pt x="12090" y="12768"/>
                </a:lnTo>
                <a:cubicBezTo>
                  <a:pt x="12090" y="12940"/>
                  <a:pt x="11950" y="13080"/>
                  <a:pt x="11778" y="13080"/>
                </a:cubicBezTo>
                <a:lnTo>
                  <a:pt x="6942" y="13080"/>
                </a:lnTo>
                <a:cubicBezTo>
                  <a:pt x="6770" y="13080"/>
                  <a:pt x="6630" y="12940"/>
                  <a:pt x="6630" y="12768"/>
                </a:cubicBezTo>
                <a:lnTo>
                  <a:pt x="6630" y="10272"/>
                </a:lnTo>
                <a:cubicBezTo>
                  <a:pt x="6630" y="10100"/>
                  <a:pt x="6770" y="9960"/>
                  <a:pt x="6942" y="9960"/>
                </a:cubicBezTo>
                <a:close/>
                <a:moveTo>
                  <a:pt x="8502" y="15420"/>
                </a:moveTo>
                <a:cubicBezTo>
                  <a:pt x="8502" y="15808"/>
                  <a:pt x="8188" y="16122"/>
                  <a:pt x="7800" y="16122"/>
                </a:cubicBezTo>
                <a:cubicBezTo>
                  <a:pt x="7412" y="16122"/>
                  <a:pt x="7098" y="15808"/>
                  <a:pt x="7098" y="15420"/>
                </a:cubicBezTo>
                <a:cubicBezTo>
                  <a:pt x="7098" y="15032"/>
                  <a:pt x="7412" y="14718"/>
                  <a:pt x="7800" y="14718"/>
                </a:cubicBezTo>
                <a:cubicBezTo>
                  <a:pt x="8188" y="14718"/>
                  <a:pt x="8502" y="15032"/>
                  <a:pt x="8502" y="15420"/>
                </a:cubicBezTo>
                <a:close/>
                <a:moveTo>
                  <a:pt x="10062" y="15420"/>
                </a:moveTo>
                <a:cubicBezTo>
                  <a:pt x="10062" y="15808"/>
                  <a:pt x="9748" y="16122"/>
                  <a:pt x="9360" y="16122"/>
                </a:cubicBezTo>
                <a:cubicBezTo>
                  <a:pt x="8972" y="16122"/>
                  <a:pt x="8658" y="15808"/>
                  <a:pt x="8658" y="15420"/>
                </a:cubicBezTo>
                <a:cubicBezTo>
                  <a:pt x="8658" y="15032"/>
                  <a:pt x="8972" y="14718"/>
                  <a:pt x="9360" y="14718"/>
                </a:cubicBezTo>
                <a:cubicBezTo>
                  <a:pt x="9748" y="14718"/>
                  <a:pt x="10062" y="15032"/>
                  <a:pt x="10062" y="15420"/>
                </a:cubicBezTo>
                <a:close/>
                <a:moveTo>
                  <a:pt x="11622" y="15420"/>
                </a:moveTo>
                <a:cubicBezTo>
                  <a:pt x="11622" y="15808"/>
                  <a:pt x="11308" y="16122"/>
                  <a:pt x="10920" y="16122"/>
                </a:cubicBezTo>
                <a:cubicBezTo>
                  <a:pt x="10532" y="16122"/>
                  <a:pt x="10218" y="15808"/>
                  <a:pt x="10218" y="15420"/>
                </a:cubicBezTo>
                <a:cubicBezTo>
                  <a:pt x="10218" y="15032"/>
                  <a:pt x="10532" y="14718"/>
                  <a:pt x="10920" y="14718"/>
                </a:cubicBezTo>
                <a:cubicBezTo>
                  <a:pt x="11308" y="14718"/>
                  <a:pt x="11622" y="15032"/>
                  <a:pt x="11622" y="15420"/>
                </a:cubicBezTo>
                <a:close/>
                <a:moveTo>
                  <a:pt x="8502" y="17760"/>
                </a:moveTo>
                <a:cubicBezTo>
                  <a:pt x="8502" y="18148"/>
                  <a:pt x="8188" y="18462"/>
                  <a:pt x="7800" y="18462"/>
                </a:cubicBezTo>
                <a:cubicBezTo>
                  <a:pt x="7412" y="18462"/>
                  <a:pt x="7098" y="18148"/>
                  <a:pt x="7098" y="17760"/>
                </a:cubicBezTo>
                <a:cubicBezTo>
                  <a:pt x="7098" y="17372"/>
                  <a:pt x="7412" y="17058"/>
                  <a:pt x="7800" y="17058"/>
                </a:cubicBezTo>
                <a:cubicBezTo>
                  <a:pt x="8188" y="17058"/>
                  <a:pt x="8502" y="17372"/>
                  <a:pt x="8502" y="17760"/>
                </a:cubicBezTo>
                <a:close/>
                <a:moveTo>
                  <a:pt x="10062" y="17760"/>
                </a:moveTo>
                <a:cubicBezTo>
                  <a:pt x="10062" y="18148"/>
                  <a:pt x="9748" y="18462"/>
                  <a:pt x="9360" y="18462"/>
                </a:cubicBezTo>
                <a:cubicBezTo>
                  <a:pt x="8972" y="18462"/>
                  <a:pt x="8658" y="18148"/>
                  <a:pt x="8658" y="17760"/>
                </a:cubicBezTo>
                <a:cubicBezTo>
                  <a:pt x="8658" y="17372"/>
                  <a:pt x="8972" y="17058"/>
                  <a:pt x="9360" y="17058"/>
                </a:cubicBezTo>
                <a:cubicBezTo>
                  <a:pt x="9748" y="17058"/>
                  <a:pt x="10062" y="17372"/>
                  <a:pt x="10062" y="17760"/>
                </a:cubicBezTo>
                <a:close/>
                <a:moveTo>
                  <a:pt x="11622" y="17760"/>
                </a:moveTo>
                <a:cubicBezTo>
                  <a:pt x="11622" y="18148"/>
                  <a:pt x="11308" y="18462"/>
                  <a:pt x="10920" y="18462"/>
                </a:cubicBezTo>
                <a:cubicBezTo>
                  <a:pt x="10532" y="18462"/>
                  <a:pt x="10218" y="18148"/>
                  <a:pt x="10218" y="17760"/>
                </a:cubicBezTo>
                <a:cubicBezTo>
                  <a:pt x="10218" y="17372"/>
                  <a:pt x="10532" y="17058"/>
                  <a:pt x="10920" y="17058"/>
                </a:cubicBezTo>
                <a:cubicBezTo>
                  <a:pt x="11308" y="17058"/>
                  <a:pt x="11622" y="17372"/>
                  <a:pt x="11622" y="177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对讲机·定时</a:t>
            </a:r>
          </a:p>
        </p:txBody>
      </p:sp>
      <p:sp>
        <p:nvSpPr>
          <p:cNvPr id="43" name="FIELD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396" y="7620"/>
                </a:moveTo>
                <a:lnTo>
                  <a:pt x="12324" y="7620"/>
                </a:lnTo>
                <a:cubicBezTo>
                  <a:pt x="12841" y="7620"/>
                  <a:pt x="13260" y="8039"/>
                  <a:pt x="13260" y="8556"/>
                </a:cubicBezTo>
                <a:lnTo>
                  <a:pt x="13260" y="20724"/>
                </a:lnTo>
                <a:cubicBezTo>
                  <a:pt x="13260" y="21241"/>
                  <a:pt x="12841" y="21660"/>
                  <a:pt x="12324" y="21660"/>
                </a:cubicBezTo>
                <a:lnTo>
                  <a:pt x="6396" y="21660"/>
                </a:lnTo>
                <a:cubicBezTo>
                  <a:pt x="5879" y="21660"/>
                  <a:pt x="5460" y="21241"/>
                  <a:pt x="5460" y="20724"/>
                </a:cubicBezTo>
                <a:lnTo>
                  <a:pt x="5460" y="8556"/>
                </a:lnTo>
                <a:cubicBezTo>
                  <a:pt x="5460" y="8039"/>
                  <a:pt x="5879" y="7620"/>
                  <a:pt x="6396" y="7620"/>
                </a:cubicBezTo>
                <a:close/>
                <a:moveTo>
                  <a:pt x="8892" y="6450"/>
                </a:moveTo>
                <a:lnTo>
                  <a:pt x="9828" y="6450"/>
                </a:lnTo>
                <a:cubicBezTo>
                  <a:pt x="10000" y="6450"/>
                  <a:pt x="10140" y="6590"/>
                  <a:pt x="10140" y="6762"/>
                </a:cubicBezTo>
                <a:lnTo>
                  <a:pt x="10140" y="8088"/>
                </a:lnTo>
                <a:cubicBezTo>
                  <a:pt x="10140" y="8260"/>
                  <a:pt x="10000" y="8400"/>
                  <a:pt x="9828" y="8400"/>
                </a:cubicBezTo>
                <a:lnTo>
                  <a:pt x="8892" y="8400"/>
                </a:lnTo>
                <a:cubicBezTo>
                  <a:pt x="8720" y="8400"/>
                  <a:pt x="8580" y="8260"/>
                  <a:pt x="8580" y="8088"/>
                </a:cubicBezTo>
                <a:lnTo>
                  <a:pt x="8580" y="6762"/>
                </a:lnTo>
                <a:cubicBezTo>
                  <a:pt x="8580" y="6590"/>
                  <a:pt x="8720" y="6450"/>
                  <a:pt x="8892" y="6450"/>
                </a:cubicBezTo>
                <a:close/>
                <a:moveTo>
                  <a:pt x="6942" y="9960"/>
                </a:moveTo>
                <a:lnTo>
                  <a:pt x="11778" y="9960"/>
                </a:lnTo>
                <a:cubicBezTo>
                  <a:pt x="11950" y="9960"/>
                  <a:pt x="12090" y="10100"/>
                  <a:pt x="12090" y="10272"/>
                </a:cubicBezTo>
                <a:lnTo>
                  <a:pt x="12090" y="12768"/>
                </a:lnTo>
                <a:cubicBezTo>
                  <a:pt x="12090" y="12940"/>
                  <a:pt x="11950" y="13080"/>
                  <a:pt x="11778" y="13080"/>
                </a:cubicBezTo>
                <a:lnTo>
                  <a:pt x="6942" y="13080"/>
                </a:lnTo>
                <a:cubicBezTo>
                  <a:pt x="6770" y="13080"/>
                  <a:pt x="6630" y="12940"/>
                  <a:pt x="6630" y="12768"/>
                </a:cubicBezTo>
                <a:lnTo>
                  <a:pt x="6630" y="10272"/>
                </a:lnTo>
                <a:cubicBezTo>
                  <a:pt x="6630" y="10100"/>
                  <a:pt x="6770" y="9960"/>
                  <a:pt x="6942" y="9960"/>
                </a:cubicBezTo>
                <a:close/>
                <a:moveTo>
                  <a:pt x="8502" y="15420"/>
                </a:moveTo>
                <a:cubicBezTo>
                  <a:pt x="8502" y="15808"/>
                  <a:pt x="8188" y="16122"/>
                  <a:pt x="7800" y="16122"/>
                </a:cubicBezTo>
                <a:cubicBezTo>
                  <a:pt x="7412" y="16122"/>
                  <a:pt x="7098" y="15808"/>
                  <a:pt x="7098" y="15420"/>
                </a:cubicBezTo>
                <a:cubicBezTo>
                  <a:pt x="7098" y="15032"/>
                  <a:pt x="7412" y="14718"/>
                  <a:pt x="7800" y="14718"/>
                </a:cubicBezTo>
                <a:cubicBezTo>
                  <a:pt x="8188" y="14718"/>
                  <a:pt x="8502" y="15032"/>
                  <a:pt x="8502" y="15420"/>
                </a:cubicBezTo>
                <a:close/>
                <a:moveTo>
                  <a:pt x="10062" y="15420"/>
                </a:moveTo>
                <a:cubicBezTo>
                  <a:pt x="10062" y="15808"/>
                  <a:pt x="9748" y="16122"/>
                  <a:pt x="9360" y="16122"/>
                </a:cubicBezTo>
                <a:cubicBezTo>
                  <a:pt x="8972" y="16122"/>
                  <a:pt x="8658" y="15808"/>
                  <a:pt x="8658" y="15420"/>
                </a:cubicBezTo>
                <a:cubicBezTo>
                  <a:pt x="8658" y="15032"/>
                  <a:pt x="8972" y="14718"/>
                  <a:pt x="9360" y="14718"/>
                </a:cubicBezTo>
                <a:cubicBezTo>
                  <a:pt x="9748" y="14718"/>
                  <a:pt x="10062" y="15032"/>
                  <a:pt x="10062" y="15420"/>
                </a:cubicBezTo>
                <a:close/>
                <a:moveTo>
                  <a:pt x="11622" y="15420"/>
                </a:moveTo>
                <a:cubicBezTo>
                  <a:pt x="11622" y="15808"/>
                  <a:pt x="11308" y="16122"/>
                  <a:pt x="10920" y="16122"/>
                </a:cubicBezTo>
                <a:cubicBezTo>
                  <a:pt x="10532" y="16122"/>
                  <a:pt x="10218" y="15808"/>
                  <a:pt x="10218" y="15420"/>
                </a:cubicBezTo>
                <a:cubicBezTo>
                  <a:pt x="10218" y="15032"/>
                  <a:pt x="10532" y="14718"/>
                  <a:pt x="10920" y="14718"/>
                </a:cubicBezTo>
                <a:cubicBezTo>
                  <a:pt x="11308" y="14718"/>
                  <a:pt x="11622" y="15032"/>
                  <a:pt x="11622" y="15420"/>
                </a:cubicBezTo>
                <a:close/>
                <a:moveTo>
                  <a:pt x="8502" y="17760"/>
                </a:moveTo>
                <a:cubicBezTo>
                  <a:pt x="8502" y="18148"/>
                  <a:pt x="8188" y="18462"/>
                  <a:pt x="7800" y="18462"/>
                </a:cubicBezTo>
                <a:cubicBezTo>
                  <a:pt x="7412" y="18462"/>
                  <a:pt x="7098" y="18148"/>
                  <a:pt x="7098" y="17760"/>
                </a:cubicBezTo>
                <a:cubicBezTo>
                  <a:pt x="7098" y="17372"/>
                  <a:pt x="7412" y="17058"/>
                  <a:pt x="7800" y="17058"/>
                </a:cubicBezTo>
                <a:cubicBezTo>
                  <a:pt x="8188" y="17058"/>
                  <a:pt x="8502" y="17372"/>
                  <a:pt x="8502" y="17760"/>
                </a:cubicBezTo>
                <a:close/>
                <a:moveTo>
                  <a:pt x="10062" y="17760"/>
                </a:moveTo>
                <a:cubicBezTo>
                  <a:pt x="10062" y="18148"/>
                  <a:pt x="9748" y="18462"/>
                  <a:pt x="9360" y="18462"/>
                </a:cubicBezTo>
                <a:cubicBezTo>
                  <a:pt x="8972" y="18462"/>
                  <a:pt x="8658" y="18148"/>
                  <a:pt x="8658" y="17760"/>
                </a:cubicBezTo>
                <a:cubicBezTo>
                  <a:pt x="8658" y="17372"/>
                  <a:pt x="8972" y="17058"/>
                  <a:pt x="9360" y="17058"/>
                </a:cubicBezTo>
                <a:cubicBezTo>
                  <a:pt x="9748" y="17058"/>
                  <a:pt x="10062" y="17372"/>
                  <a:pt x="10062" y="17760"/>
                </a:cubicBezTo>
                <a:close/>
                <a:moveTo>
                  <a:pt x="11622" y="17760"/>
                </a:moveTo>
                <a:cubicBezTo>
                  <a:pt x="11622" y="18148"/>
                  <a:pt x="11308" y="18462"/>
                  <a:pt x="10920" y="18462"/>
                </a:cubicBezTo>
                <a:cubicBezTo>
                  <a:pt x="10532" y="18462"/>
                  <a:pt x="10218" y="18148"/>
                  <a:pt x="10218" y="17760"/>
                </a:cubicBezTo>
                <a:cubicBezTo>
                  <a:pt x="10218" y="17372"/>
                  <a:pt x="10532" y="17058"/>
                  <a:pt x="10920" y="17058"/>
                </a:cubicBezTo>
                <a:cubicBezTo>
                  <a:pt x="11308" y="17058"/>
                  <a:pt x="11622" y="17372"/>
                  <a:pt x="11622" y="1776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对讲机·加锁</a:t>
            </a:r>
          </a:p>
        </p:txBody>
      </p:sp>
      <p:sp>
        <p:nvSpPr>
          <p:cNvPr id="46" name="FIELD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9000"/>
                </a:moveTo>
                <a:lnTo>
                  <a:pt x="14000" y="9000"/>
                </a:lnTo>
                <a:lnTo>
                  <a:pt x="14000" y="17000"/>
                </a:lnTo>
                <a:lnTo>
                  <a:pt x="2000" y="17000"/>
                </a:lnTo>
                <a:close/>
                <a:moveTo>
                  <a:pt x="14000" y="11000"/>
                </a:moveTo>
                <a:lnTo>
                  <a:pt x="19000" y="11000"/>
                </a:lnTo>
                <a:lnTo>
                  <a:pt x="22000" y="14000"/>
                </a:lnTo>
                <a:lnTo>
                  <a:pt x="22000" y="17000"/>
                </a:lnTo>
                <a:lnTo>
                  <a:pt x="14000" y="17000"/>
                </a:lnTo>
                <a:close/>
                <a:moveTo>
                  <a:pt x="7800" y="18000"/>
                </a:moveTo>
                <a:cubicBezTo>
                  <a:pt x="7800" y="18994"/>
                  <a:pt x="6994" y="19800"/>
                  <a:pt x="6000" y="19800"/>
                </a:cubicBezTo>
                <a:cubicBezTo>
                  <a:pt x="5006" y="19800"/>
                  <a:pt x="4200" y="18994"/>
                  <a:pt x="4200" y="18000"/>
                </a:cubicBezTo>
                <a:cubicBezTo>
                  <a:pt x="4200" y="17006"/>
                  <a:pt x="5006" y="16200"/>
                  <a:pt x="6000" y="16200"/>
                </a:cubicBezTo>
                <a:cubicBezTo>
                  <a:pt x="6994" y="16200"/>
                  <a:pt x="7800" y="17006"/>
                  <a:pt x="7800" y="18000"/>
                </a:cubicBezTo>
                <a:close/>
                <a:moveTo>
                  <a:pt x="19800" y="18000"/>
                </a:moveTo>
                <a:cubicBezTo>
                  <a:pt x="19800" y="18994"/>
                  <a:pt x="18994" y="19800"/>
                  <a:pt x="18000" y="19800"/>
                </a:cubicBezTo>
                <a:cubicBezTo>
                  <a:pt x="17006" y="19800"/>
                  <a:pt x="16200" y="18994"/>
                  <a:pt x="16200" y="18000"/>
                </a:cubicBezTo>
                <a:cubicBezTo>
                  <a:pt x="16200" y="17006"/>
                  <a:pt x="17006" y="16200"/>
                  <a:pt x="18000" y="16200"/>
                </a:cubicBezTo>
                <a:cubicBezTo>
                  <a:pt x="18994" y="16200"/>
                  <a:pt x="19800" y="17006"/>
                  <a:pt x="198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巡检车辆</a:t>
            </a:r>
          </a:p>
        </p:txBody>
      </p:sp>
      <p:sp>
        <p:nvSpPr>
          <p:cNvPr id="49" name="FIELD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2300"/>
                </a:moveTo>
                <a:lnTo>
                  <a:pt x="10920" y="12300"/>
                </a:lnTo>
                <a:lnTo>
                  <a:pt x="10920" y="18540"/>
                </a:lnTo>
                <a:lnTo>
                  <a:pt x="1560" y="18540"/>
                </a:lnTo>
                <a:close/>
                <a:moveTo>
                  <a:pt x="10920" y="13860"/>
                </a:moveTo>
                <a:lnTo>
                  <a:pt x="14820" y="13860"/>
                </a:lnTo>
                <a:lnTo>
                  <a:pt x="17160" y="16200"/>
                </a:lnTo>
                <a:lnTo>
                  <a:pt x="17160" y="18540"/>
                </a:lnTo>
                <a:lnTo>
                  <a:pt x="10920" y="18540"/>
                </a:lnTo>
                <a:close/>
                <a:moveTo>
                  <a:pt x="6084" y="19320"/>
                </a:moveTo>
                <a:cubicBezTo>
                  <a:pt x="6084" y="20095"/>
                  <a:pt x="5455" y="20724"/>
                  <a:pt x="4680" y="20724"/>
                </a:cubicBezTo>
                <a:cubicBezTo>
                  <a:pt x="3905" y="20724"/>
                  <a:pt x="3276" y="20095"/>
                  <a:pt x="3276" y="19320"/>
                </a:cubicBezTo>
                <a:cubicBezTo>
                  <a:pt x="3276" y="18545"/>
                  <a:pt x="3905" y="17916"/>
                  <a:pt x="4680" y="17916"/>
                </a:cubicBezTo>
                <a:cubicBezTo>
                  <a:pt x="5455" y="17916"/>
                  <a:pt x="6084" y="18545"/>
                  <a:pt x="6084" y="19320"/>
                </a:cubicBezTo>
                <a:close/>
                <a:moveTo>
                  <a:pt x="15444" y="19320"/>
                </a:moveTo>
                <a:cubicBezTo>
                  <a:pt x="15444" y="20095"/>
                  <a:pt x="14815" y="20724"/>
                  <a:pt x="14040" y="20724"/>
                </a:cubicBezTo>
                <a:cubicBezTo>
                  <a:pt x="13265" y="20724"/>
                  <a:pt x="12636" y="20095"/>
                  <a:pt x="12636" y="19320"/>
                </a:cubicBezTo>
                <a:cubicBezTo>
                  <a:pt x="12636" y="18545"/>
                  <a:pt x="13265" y="17916"/>
                  <a:pt x="14040" y="17916"/>
                </a:cubicBezTo>
                <a:cubicBezTo>
                  <a:pt x="14815" y="17916"/>
                  <a:pt x="15444" y="18545"/>
                  <a:pt x="15444" y="193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巡检车辆·已验证</a:t>
            </a:r>
          </a:p>
        </p:txBody>
      </p:sp>
      <p:sp>
        <p:nvSpPr>
          <p:cNvPr id="52" name="FIELD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2300"/>
                </a:moveTo>
                <a:lnTo>
                  <a:pt x="10920" y="12300"/>
                </a:lnTo>
                <a:lnTo>
                  <a:pt x="10920" y="18540"/>
                </a:lnTo>
                <a:lnTo>
                  <a:pt x="1560" y="18540"/>
                </a:lnTo>
                <a:close/>
                <a:moveTo>
                  <a:pt x="10920" y="13860"/>
                </a:moveTo>
                <a:lnTo>
                  <a:pt x="14820" y="13860"/>
                </a:lnTo>
                <a:lnTo>
                  <a:pt x="17160" y="16200"/>
                </a:lnTo>
                <a:lnTo>
                  <a:pt x="17160" y="18540"/>
                </a:lnTo>
                <a:lnTo>
                  <a:pt x="10920" y="18540"/>
                </a:lnTo>
                <a:close/>
                <a:moveTo>
                  <a:pt x="6084" y="19320"/>
                </a:moveTo>
                <a:cubicBezTo>
                  <a:pt x="6084" y="20095"/>
                  <a:pt x="5455" y="20724"/>
                  <a:pt x="4680" y="20724"/>
                </a:cubicBezTo>
                <a:cubicBezTo>
                  <a:pt x="3905" y="20724"/>
                  <a:pt x="3276" y="20095"/>
                  <a:pt x="3276" y="19320"/>
                </a:cubicBezTo>
                <a:cubicBezTo>
                  <a:pt x="3276" y="18545"/>
                  <a:pt x="3905" y="17916"/>
                  <a:pt x="4680" y="17916"/>
                </a:cubicBezTo>
                <a:cubicBezTo>
                  <a:pt x="5455" y="17916"/>
                  <a:pt x="6084" y="18545"/>
                  <a:pt x="6084" y="19320"/>
                </a:cubicBezTo>
                <a:close/>
                <a:moveTo>
                  <a:pt x="15444" y="19320"/>
                </a:moveTo>
                <a:cubicBezTo>
                  <a:pt x="15444" y="20095"/>
                  <a:pt x="14815" y="20724"/>
                  <a:pt x="14040" y="20724"/>
                </a:cubicBezTo>
                <a:cubicBezTo>
                  <a:pt x="13265" y="20724"/>
                  <a:pt x="12636" y="20095"/>
                  <a:pt x="12636" y="19320"/>
                </a:cubicBezTo>
                <a:cubicBezTo>
                  <a:pt x="12636" y="18545"/>
                  <a:pt x="13265" y="17916"/>
                  <a:pt x="14040" y="17916"/>
                </a:cubicBezTo>
                <a:cubicBezTo>
                  <a:pt x="14815" y="17916"/>
                  <a:pt x="15444" y="18545"/>
                  <a:pt x="15444" y="1932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巡检车辆·预警</a:t>
            </a:r>
          </a:p>
        </p:txBody>
      </p:sp>
      <p:sp>
        <p:nvSpPr>
          <p:cNvPr id="55" name="FIELD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2300"/>
                </a:moveTo>
                <a:lnTo>
                  <a:pt x="10920" y="12300"/>
                </a:lnTo>
                <a:lnTo>
                  <a:pt x="10920" y="18540"/>
                </a:lnTo>
                <a:lnTo>
                  <a:pt x="1560" y="18540"/>
                </a:lnTo>
                <a:close/>
                <a:moveTo>
                  <a:pt x="10920" y="13860"/>
                </a:moveTo>
                <a:lnTo>
                  <a:pt x="14820" y="13860"/>
                </a:lnTo>
                <a:lnTo>
                  <a:pt x="17160" y="16200"/>
                </a:lnTo>
                <a:lnTo>
                  <a:pt x="17160" y="18540"/>
                </a:lnTo>
                <a:lnTo>
                  <a:pt x="10920" y="18540"/>
                </a:lnTo>
                <a:close/>
                <a:moveTo>
                  <a:pt x="6084" y="19320"/>
                </a:moveTo>
                <a:cubicBezTo>
                  <a:pt x="6084" y="20095"/>
                  <a:pt x="5455" y="20724"/>
                  <a:pt x="4680" y="20724"/>
                </a:cubicBezTo>
                <a:cubicBezTo>
                  <a:pt x="3905" y="20724"/>
                  <a:pt x="3276" y="20095"/>
                  <a:pt x="3276" y="19320"/>
                </a:cubicBezTo>
                <a:cubicBezTo>
                  <a:pt x="3276" y="18545"/>
                  <a:pt x="3905" y="17916"/>
                  <a:pt x="4680" y="17916"/>
                </a:cubicBezTo>
                <a:cubicBezTo>
                  <a:pt x="5455" y="17916"/>
                  <a:pt x="6084" y="18545"/>
                  <a:pt x="6084" y="19320"/>
                </a:cubicBezTo>
                <a:close/>
                <a:moveTo>
                  <a:pt x="15444" y="19320"/>
                </a:moveTo>
                <a:cubicBezTo>
                  <a:pt x="15444" y="20095"/>
                  <a:pt x="14815" y="20724"/>
                  <a:pt x="14040" y="20724"/>
                </a:cubicBezTo>
                <a:cubicBezTo>
                  <a:pt x="13265" y="20724"/>
                  <a:pt x="12636" y="20095"/>
                  <a:pt x="12636" y="19320"/>
                </a:cubicBezTo>
                <a:cubicBezTo>
                  <a:pt x="12636" y="18545"/>
                  <a:pt x="13265" y="17916"/>
                  <a:pt x="14040" y="17916"/>
                </a:cubicBezTo>
                <a:cubicBezTo>
                  <a:pt x="14815" y="17916"/>
                  <a:pt x="15444" y="18545"/>
                  <a:pt x="15444" y="1932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巡检车辆·洞察</a:t>
            </a:r>
          </a:p>
        </p:txBody>
      </p:sp>
      <p:sp>
        <p:nvSpPr>
          <p:cNvPr id="58" name="FIELD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2300"/>
                </a:moveTo>
                <a:lnTo>
                  <a:pt x="10920" y="12300"/>
                </a:lnTo>
                <a:lnTo>
                  <a:pt x="10920" y="18540"/>
                </a:lnTo>
                <a:lnTo>
                  <a:pt x="1560" y="18540"/>
                </a:lnTo>
                <a:close/>
                <a:moveTo>
                  <a:pt x="10920" y="13860"/>
                </a:moveTo>
                <a:lnTo>
                  <a:pt x="14820" y="13860"/>
                </a:lnTo>
                <a:lnTo>
                  <a:pt x="17160" y="16200"/>
                </a:lnTo>
                <a:lnTo>
                  <a:pt x="17160" y="18540"/>
                </a:lnTo>
                <a:lnTo>
                  <a:pt x="10920" y="18540"/>
                </a:lnTo>
                <a:close/>
                <a:moveTo>
                  <a:pt x="6084" y="19320"/>
                </a:moveTo>
                <a:cubicBezTo>
                  <a:pt x="6084" y="20095"/>
                  <a:pt x="5455" y="20724"/>
                  <a:pt x="4680" y="20724"/>
                </a:cubicBezTo>
                <a:cubicBezTo>
                  <a:pt x="3905" y="20724"/>
                  <a:pt x="3276" y="20095"/>
                  <a:pt x="3276" y="19320"/>
                </a:cubicBezTo>
                <a:cubicBezTo>
                  <a:pt x="3276" y="18545"/>
                  <a:pt x="3905" y="17916"/>
                  <a:pt x="4680" y="17916"/>
                </a:cubicBezTo>
                <a:cubicBezTo>
                  <a:pt x="5455" y="17916"/>
                  <a:pt x="6084" y="18545"/>
                  <a:pt x="6084" y="19320"/>
                </a:cubicBezTo>
                <a:close/>
                <a:moveTo>
                  <a:pt x="15444" y="19320"/>
                </a:moveTo>
                <a:cubicBezTo>
                  <a:pt x="15444" y="20095"/>
                  <a:pt x="14815" y="20724"/>
                  <a:pt x="14040" y="20724"/>
                </a:cubicBezTo>
                <a:cubicBezTo>
                  <a:pt x="13265" y="20724"/>
                  <a:pt x="12636" y="20095"/>
                  <a:pt x="12636" y="19320"/>
                </a:cubicBezTo>
                <a:cubicBezTo>
                  <a:pt x="12636" y="18545"/>
                  <a:pt x="13265" y="17916"/>
                  <a:pt x="14040" y="17916"/>
                </a:cubicBezTo>
                <a:cubicBezTo>
                  <a:pt x="14815" y="17916"/>
                  <a:pt x="15444" y="18545"/>
                  <a:pt x="15444" y="1932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巡检车辆·定时</a:t>
            </a:r>
          </a:p>
        </p:txBody>
      </p:sp>
      <p:sp>
        <p:nvSpPr>
          <p:cNvPr id="61" name="FIELD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2300"/>
                </a:moveTo>
                <a:lnTo>
                  <a:pt x="10920" y="12300"/>
                </a:lnTo>
                <a:lnTo>
                  <a:pt x="10920" y="18540"/>
                </a:lnTo>
                <a:lnTo>
                  <a:pt x="1560" y="18540"/>
                </a:lnTo>
                <a:close/>
                <a:moveTo>
                  <a:pt x="10920" y="13860"/>
                </a:moveTo>
                <a:lnTo>
                  <a:pt x="14820" y="13860"/>
                </a:lnTo>
                <a:lnTo>
                  <a:pt x="17160" y="16200"/>
                </a:lnTo>
                <a:lnTo>
                  <a:pt x="17160" y="18540"/>
                </a:lnTo>
                <a:lnTo>
                  <a:pt x="10920" y="18540"/>
                </a:lnTo>
                <a:close/>
                <a:moveTo>
                  <a:pt x="6084" y="19320"/>
                </a:moveTo>
                <a:cubicBezTo>
                  <a:pt x="6084" y="20095"/>
                  <a:pt x="5455" y="20724"/>
                  <a:pt x="4680" y="20724"/>
                </a:cubicBezTo>
                <a:cubicBezTo>
                  <a:pt x="3905" y="20724"/>
                  <a:pt x="3276" y="20095"/>
                  <a:pt x="3276" y="19320"/>
                </a:cubicBezTo>
                <a:cubicBezTo>
                  <a:pt x="3276" y="18545"/>
                  <a:pt x="3905" y="17916"/>
                  <a:pt x="4680" y="17916"/>
                </a:cubicBezTo>
                <a:cubicBezTo>
                  <a:pt x="5455" y="17916"/>
                  <a:pt x="6084" y="18545"/>
                  <a:pt x="6084" y="19320"/>
                </a:cubicBezTo>
                <a:close/>
                <a:moveTo>
                  <a:pt x="15444" y="19320"/>
                </a:moveTo>
                <a:cubicBezTo>
                  <a:pt x="15444" y="20095"/>
                  <a:pt x="14815" y="20724"/>
                  <a:pt x="14040" y="20724"/>
                </a:cubicBezTo>
                <a:cubicBezTo>
                  <a:pt x="13265" y="20724"/>
                  <a:pt x="12636" y="20095"/>
                  <a:pt x="12636" y="19320"/>
                </a:cubicBezTo>
                <a:cubicBezTo>
                  <a:pt x="12636" y="18545"/>
                  <a:pt x="13265" y="17916"/>
                  <a:pt x="14040" y="17916"/>
                </a:cubicBezTo>
                <a:cubicBezTo>
                  <a:pt x="14815" y="17916"/>
                  <a:pt x="15444" y="18545"/>
                  <a:pt x="15444" y="19320"/>
                </a:cubicBez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巡检车辆·加锁</a:t>
            </a:r>
          </a:p>
        </p:txBody>
      </p:sp>
      <p:sp>
        <p:nvSpPr>
          <p:cNvPr id="64" name="FIELD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1000"/>
                </a:moveTo>
                <a:lnTo>
                  <a:pt x="12000" y="5000"/>
                </a:lnTo>
                <a:lnTo>
                  <a:pt x="21000" y="11000"/>
                </a:lnTo>
                <a:lnTo>
                  <a:pt x="21000" y="21000"/>
                </a:lnTo>
                <a:lnTo>
                  <a:pt x="3000" y="21000"/>
                </a:lnTo>
                <a:close/>
                <a:moveTo>
                  <a:pt x="8000" y="13000"/>
                </a:moveTo>
                <a:lnTo>
                  <a:pt x="16000" y="13000"/>
                </a:lnTo>
                <a:lnTo>
                  <a:pt x="16000" y="21000"/>
                </a:lnTo>
                <a:lnTo>
                  <a:pt x="8000" y="21000"/>
                </a:lnTo>
                <a:close/>
                <a:moveTo>
                  <a:pt x="11000" y="13000"/>
                </a:moveTo>
                <a:lnTo>
                  <a:pt x="13000" y="13000"/>
                </a:lnTo>
                <a:lnTo>
                  <a:pt x="13000" y="21000"/>
                </a:lnTo>
                <a:lnTo>
                  <a:pt x="11000" y="21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仓储</a:t>
            </a:r>
          </a:p>
        </p:txBody>
      </p:sp>
      <p:sp>
        <p:nvSpPr>
          <p:cNvPr id="67" name="FIELD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9360" y="9180"/>
                </a:lnTo>
                <a:lnTo>
                  <a:pt x="16380" y="13860"/>
                </a:lnTo>
                <a:lnTo>
                  <a:pt x="16380" y="21660"/>
                </a:lnTo>
                <a:lnTo>
                  <a:pt x="2340" y="21660"/>
                </a:lnTo>
                <a:close/>
                <a:moveTo>
                  <a:pt x="6240" y="15420"/>
                </a:moveTo>
                <a:lnTo>
                  <a:pt x="12480" y="15420"/>
                </a:lnTo>
                <a:lnTo>
                  <a:pt x="12480" y="21660"/>
                </a:lnTo>
                <a:lnTo>
                  <a:pt x="6240" y="21660"/>
                </a:lnTo>
                <a:close/>
                <a:moveTo>
                  <a:pt x="8580" y="15420"/>
                </a:moveTo>
                <a:lnTo>
                  <a:pt x="10140" y="1542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仓储·已验证</a:t>
            </a:r>
          </a:p>
        </p:txBody>
      </p:sp>
      <p:sp>
        <p:nvSpPr>
          <p:cNvPr id="70" name="FIELD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9360" y="9180"/>
                </a:lnTo>
                <a:lnTo>
                  <a:pt x="16380" y="13860"/>
                </a:lnTo>
                <a:lnTo>
                  <a:pt x="16380" y="21660"/>
                </a:lnTo>
                <a:lnTo>
                  <a:pt x="2340" y="21660"/>
                </a:lnTo>
                <a:close/>
                <a:moveTo>
                  <a:pt x="6240" y="15420"/>
                </a:moveTo>
                <a:lnTo>
                  <a:pt x="12480" y="15420"/>
                </a:lnTo>
                <a:lnTo>
                  <a:pt x="12480" y="21660"/>
                </a:lnTo>
                <a:lnTo>
                  <a:pt x="6240" y="21660"/>
                </a:lnTo>
                <a:close/>
                <a:moveTo>
                  <a:pt x="8580" y="15420"/>
                </a:moveTo>
                <a:lnTo>
                  <a:pt x="10140" y="1542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仓储·预警</a:t>
            </a:r>
          </a:p>
        </p:txBody>
      </p:sp>
      <p:sp>
        <p:nvSpPr>
          <p:cNvPr id="73" name="FIELD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9360" y="9180"/>
                </a:lnTo>
                <a:lnTo>
                  <a:pt x="16380" y="13860"/>
                </a:lnTo>
                <a:lnTo>
                  <a:pt x="16380" y="21660"/>
                </a:lnTo>
                <a:lnTo>
                  <a:pt x="2340" y="21660"/>
                </a:lnTo>
                <a:close/>
                <a:moveTo>
                  <a:pt x="6240" y="15420"/>
                </a:moveTo>
                <a:lnTo>
                  <a:pt x="12480" y="15420"/>
                </a:lnTo>
                <a:lnTo>
                  <a:pt x="12480" y="21660"/>
                </a:lnTo>
                <a:lnTo>
                  <a:pt x="6240" y="21660"/>
                </a:lnTo>
                <a:close/>
                <a:moveTo>
                  <a:pt x="8580" y="15420"/>
                </a:moveTo>
                <a:lnTo>
                  <a:pt x="10140" y="1542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仓储·洞察</a:t>
            </a:r>
          </a:p>
        </p:txBody>
      </p:sp>
      <p:sp>
        <p:nvSpPr>
          <p:cNvPr id="76" name="FIELD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9360" y="9180"/>
                </a:lnTo>
                <a:lnTo>
                  <a:pt x="16380" y="13860"/>
                </a:lnTo>
                <a:lnTo>
                  <a:pt x="16380" y="21660"/>
                </a:lnTo>
                <a:lnTo>
                  <a:pt x="2340" y="21660"/>
                </a:lnTo>
                <a:close/>
                <a:moveTo>
                  <a:pt x="6240" y="15420"/>
                </a:moveTo>
                <a:lnTo>
                  <a:pt x="12480" y="15420"/>
                </a:lnTo>
                <a:lnTo>
                  <a:pt x="12480" y="21660"/>
                </a:lnTo>
                <a:lnTo>
                  <a:pt x="6240" y="21660"/>
                </a:lnTo>
                <a:close/>
                <a:moveTo>
                  <a:pt x="8580" y="15420"/>
                </a:moveTo>
                <a:lnTo>
                  <a:pt x="10140" y="1542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仓储·定时</a:t>
            </a:r>
          </a:p>
        </p:txBody>
      </p:sp>
      <p:sp>
        <p:nvSpPr>
          <p:cNvPr id="79" name="FIELD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3860"/>
                </a:moveTo>
                <a:lnTo>
                  <a:pt x="9360" y="9180"/>
                </a:lnTo>
                <a:lnTo>
                  <a:pt x="16380" y="13860"/>
                </a:lnTo>
                <a:lnTo>
                  <a:pt x="16380" y="21660"/>
                </a:lnTo>
                <a:lnTo>
                  <a:pt x="2340" y="21660"/>
                </a:lnTo>
                <a:close/>
                <a:moveTo>
                  <a:pt x="6240" y="15420"/>
                </a:moveTo>
                <a:lnTo>
                  <a:pt x="12480" y="15420"/>
                </a:lnTo>
                <a:lnTo>
                  <a:pt x="12480" y="21660"/>
                </a:lnTo>
                <a:lnTo>
                  <a:pt x="6240" y="21660"/>
                </a:lnTo>
                <a:close/>
                <a:moveTo>
                  <a:pt x="8580" y="15420"/>
                </a:moveTo>
                <a:lnTo>
                  <a:pt x="10140" y="15420"/>
                </a:lnTo>
                <a:lnTo>
                  <a:pt x="10140" y="21660"/>
                </a:lnTo>
                <a:lnTo>
                  <a:pt x="8580" y="2166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仓储·加锁</a:t>
            </a:r>
          </a:p>
        </p:txBody>
      </p:sp>
      <p:sp>
        <p:nvSpPr>
          <p:cNvPr id="82" name="FIELD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5000"/>
                </a:moveTo>
                <a:lnTo>
                  <a:pt x="4500" y="5000"/>
                </a:lnTo>
                <a:lnTo>
                  <a:pt x="4500" y="19000"/>
                </a:lnTo>
                <a:lnTo>
                  <a:pt x="3000" y="19000"/>
                </a:lnTo>
                <a:close/>
                <a:moveTo>
                  <a:pt x="5500" y="5000"/>
                </a:moveTo>
                <a:lnTo>
                  <a:pt x="6200" y="5000"/>
                </a:lnTo>
                <a:lnTo>
                  <a:pt x="6200" y="19000"/>
                </a:lnTo>
                <a:lnTo>
                  <a:pt x="5500" y="19000"/>
                </a:lnTo>
                <a:close/>
                <a:moveTo>
                  <a:pt x="7500" y="5000"/>
                </a:moveTo>
                <a:lnTo>
                  <a:pt x="8500" y="5000"/>
                </a:lnTo>
                <a:lnTo>
                  <a:pt x="8500" y="19000"/>
                </a:lnTo>
                <a:lnTo>
                  <a:pt x="7500" y="19000"/>
                </a:lnTo>
                <a:close/>
                <a:moveTo>
                  <a:pt x="9500" y="5000"/>
                </a:moveTo>
                <a:lnTo>
                  <a:pt x="10900" y="5000"/>
                </a:lnTo>
                <a:lnTo>
                  <a:pt x="10900" y="19000"/>
                </a:lnTo>
                <a:lnTo>
                  <a:pt x="9500" y="19000"/>
                </a:lnTo>
                <a:close/>
                <a:moveTo>
                  <a:pt x="12000" y="5000"/>
                </a:moveTo>
                <a:lnTo>
                  <a:pt x="12600" y="5000"/>
                </a:lnTo>
                <a:lnTo>
                  <a:pt x="12600" y="19000"/>
                </a:lnTo>
                <a:lnTo>
                  <a:pt x="12000" y="19000"/>
                </a:lnTo>
                <a:close/>
                <a:moveTo>
                  <a:pt x="13500" y="5000"/>
                </a:moveTo>
                <a:lnTo>
                  <a:pt x="15100" y="5000"/>
                </a:lnTo>
                <a:lnTo>
                  <a:pt x="15100" y="19000"/>
                </a:lnTo>
                <a:lnTo>
                  <a:pt x="13500" y="19000"/>
                </a:lnTo>
                <a:close/>
                <a:moveTo>
                  <a:pt x="16000" y="5000"/>
                </a:moveTo>
                <a:lnTo>
                  <a:pt x="16700" y="5000"/>
                </a:lnTo>
                <a:lnTo>
                  <a:pt x="16700" y="19000"/>
                </a:lnTo>
                <a:lnTo>
                  <a:pt x="16000" y="19000"/>
                </a:lnTo>
                <a:close/>
                <a:moveTo>
                  <a:pt x="17500" y="5000"/>
                </a:moveTo>
                <a:lnTo>
                  <a:pt x="19100" y="5000"/>
                </a:lnTo>
                <a:lnTo>
                  <a:pt x="19100" y="19000"/>
                </a:lnTo>
                <a:lnTo>
                  <a:pt x="17500" y="19000"/>
                </a:lnTo>
                <a:close/>
                <a:moveTo>
                  <a:pt x="20000" y="5000"/>
                </a:moveTo>
                <a:lnTo>
                  <a:pt x="20700" y="5000"/>
                </a:lnTo>
                <a:lnTo>
                  <a:pt x="20700" y="19000"/>
                </a:lnTo>
                <a:lnTo>
                  <a:pt x="20000" y="19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条码</a:t>
            </a:r>
          </a:p>
        </p:txBody>
      </p:sp>
      <p:sp>
        <p:nvSpPr>
          <p:cNvPr id="85" name="FIELD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3510" y="9180"/>
                </a:lnTo>
                <a:lnTo>
                  <a:pt x="3510" y="20100"/>
                </a:lnTo>
                <a:lnTo>
                  <a:pt x="2340" y="20100"/>
                </a:lnTo>
                <a:close/>
                <a:moveTo>
                  <a:pt x="4290" y="9180"/>
                </a:moveTo>
                <a:lnTo>
                  <a:pt x="4836" y="9180"/>
                </a:lnTo>
                <a:lnTo>
                  <a:pt x="4836" y="20100"/>
                </a:lnTo>
                <a:lnTo>
                  <a:pt x="4290" y="20100"/>
                </a:lnTo>
                <a:close/>
                <a:moveTo>
                  <a:pt x="5850" y="9180"/>
                </a:moveTo>
                <a:lnTo>
                  <a:pt x="6630" y="9180"/>
                </a:lnTo>
                <a:lnTo>
                  <a:pt x="6630" y="20100"/>
                </a:lnTo>
                <a:lnTo>
                  <a:pt x="5850" y="20100"/>
                </a:lnTo>
                <a:close/>
                <a:moveTo>
                  <a:pt x="7410" y="9180"/>
                </a:moveTo>
                <a:lnTo>
                  <a:pt x="8502" y="9180"/>
                </a:lnTo>
                <a:lnTo>
                  <a:pt x="8502" y="20100"/>
                </a:lnTo>
                <a:lnTo>
                  <a:pt x="7410" y="20100"/>
                </a:lnTo>
                <a:close/>
                <a:moveTo>
                  <a:pt x="9360" y="9180"/>
                </a:moveTo>
                <a:lnTo>
                  <a:pt x="9828" y="9180"/>
                </a:lnTo>
                <a:lnTo>
                  <a:pt x="9828" y="20100"/>
                </a:lnTo>
                <a:lnTo>
                  <a:pt x="9360" y="20100"/>
                </a:lnTo>
                <a:close/>
                <a:moveTo>
                  <a:pt x="10530" y="9180"/>
                </a:moveTo>
                <a:lnTo>
                  <a:pt x="11778" y="9180"/>
                </a:lnTo>
                <a:lnTo>
                  <a:pt x="11778" y="20100"/>
                </a:lnTo>
                <a:lnTo>
                  <a:pt x="10530" y="20100"/>
                </a:lnTo>
                <a:close/>
                <a:moveTo>
                  <a:pt x="12480" y="9180"/>
                </a:moveTo>
                <a:lnTo>
                  <a:pt x="13026" y="9180"/>
                </a:lnTo>
                <a:lnTo>
                  <a:pt x="13026" y="20100"/>
                </a:lnTo>
                <a:lnTo>
                  <a:pt x="12480" y="20100"/>
                </a:lnTo>
                <a:close/>
                <a:moveTo>
                  <a:pt x="13650" y="9180"/>
                </a:moveTo>
                <a:lnTo>
                  <a:pt x="14898" y="9180"/>
                </a:lnTo>
                <a:lnTo>
                  <a:pt x="14898" y="20100"/>
                </a:lnTo>
                <a:lnTo>
                  <a:pt x="13650" y="20100"/>
                </a:lnTo>
                <a:close/>
                <a:moveTo>
                  <a:pt x="15600" y="9180"/>
                </a:moveTo>
                <a:lnTo>
                  <a:pt x="16146" y="9180"/>
                </a:lnTo>
                <a:lnTo>
                  <a:pt x="16146" y="20100"/>
                </a:lnTo>
                <a:lnTo>
                  <a:pt x="15600" y="2010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条码·已验证</a:t>
            </a:r>
          </a:p>
        </p:txBody>
      </p:sp>
      <p:sp>
        <p:nvSpPr>
          <p:cNvPr id="88" name="FIELD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3510" y="9180"/>
                </a:lnTo>
                <a:lnTo>
                  <a:pt x="3510" y="20100"/>
                </a:lnTo>
                <a:lnTo>
                  <a:pt x="2340" y="20100"/>
                </a:lnTo>
                <a:close/>
                <a:moveTo>
                  <a:pt x="4290" y="9180"/>
                </a:moveTo>
                <a:lnTo>
                  <a:pt x="4836" y="9180"/>
                </a:lnTo>
                <a:lnTo>
                  <a:pt x="4836" y="20100"/>
                </a:lnTo>
                <a:lnTo>
                  <a:pt x="4290" y="20100"/>
                </a:lnTo>
                <a:close/>
                <a:moveTo>
                  <a:pt x="5850" y="9180"/>
                </a:moveTo>
                <a:lnTo>
                  <a:pt x="6630" y="9180"/>
                </a:lnTo>
                <a:lnTo>
                  <a:pt x="6630" y="20100"/>
                </a:lnTo>
                <a:lnTo>
                  <a:pt x="5850" y="20100"/>
                </a:lnTo>
                <a:close/>
                <a:moveTo>
                  <a:pt x="7410" y="9180"/>
                </a:moveTo>
                <a:lnTo>
                  <a:pt x="8502" y="9180"/>
                </a:lnTo>
                <a:lnTo>
                  <a:pt x="8502" y="20100"/>
                </a:lnTo>
                <a:lnTo>
                  <a:pt x="7410" y="20100"/>
                </a:lnTo>
                <a:close/>
                <a:moveTo>
                  <a:pt x="9360" y="9180"/>
                </a:moveTo>
                <a:lnTo>
                  <a:pt x="9828" y="9180"/>
                </a:lnTo>
                <a:lnTo>
                  <a:pt x="9828" y="20100"/>
                </a:lnTo>
                <a:lnTo>
                  <a:pt x="9360" y="20100"/>
                </a:lnTo>
                <a:close/>
                <a:moveTo>
                  <a:pt x="10530" y="9180"/>
                </a:moveTo>
                <a:lnTo>
                  <a:pt x="11778" y="9180"/>
                </a:lnTo>
                <a:lnTo>
                  <a:pt x="11778" y="20100"/>
                </a:lnTo>
                <a:lnTo>
                  <a:pt x="10530" y="20100"/>
                </a:lnTo>
                <a:close/>
                <a:moveTo>
                  <a:pt x="12480" y="9180"/>
                </a:moveTo>
                <a:lnTo>
                  <a:pt x="13026" y="9180"/>
                </a:lnTo>
                <a:lnTo>
                  <a:pt x="13026" y="20100"/>
                </a:lnTo>
                <a:lnTo>
                  <a:pt x="12480" y="20100"/>
                </a:lnTo>
                <a:close/>
                <a:moveTo>
                  <a:pt x="13650" y="9180"/>
                </a:moveTo>
                <a:lnTo>
                  <a:pt x="14898" y="9180"/>
                </a:lnTo>
                <a:lnTo>
                  <a:pt x="14898" y="20100"/>
                </a:lnTo>
                <a:lnTo>
                  <a:pt x="13650" y="20100"/>
                </a:lnTo>
                <a:close/>
                <a:moveTo>
                  <a:pt x="15600" y="9180"/>
                </a:moveTo>
                <a:lnTo>
                  <a:pt x="16146" y="9180"/>
                </a:lnTo>
                <a:lnTo>
                  <a:pt x="16146" y="20100"/>
                </a:lnTo>
                <a:lnTo>
                  <a:pt x="15600" y="2010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条码·预警</a:t>
            </a:r>
          </a:p>
        </p:txBody>
      </p:sp>
      <p:sp>
        <p:nvSpPr>
          <p:cNvPr id="91" name="FIELD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3510" y="9180"/>
                </a:lnTo>
                <a:lnTo>
                  <a:pt x="3510" y="20100"/>
                </a:lnTo>
                <a:lnTo>
                  <a:pt x="2340" y="20100"/>
                </a:lnTo>
                <a:close/>
                <a:moveTo>
                  <a:pt x="4290" y="9180"/>
                </a:moveTo>
                <a:lnTo>
                  <a:pt x="4836" y="9180"/>
                </a:lnTo>
                <a:lnTo>
                  <a:pt x="4836" y="20100"/>
                </a:lnTo>
                <a:lnTo>
                  <a:pt x="4290" y="20100"/>
                </a:lnTo>
                <a:close/>
                <a:moveTo>
                  <a:pt x="5850" y="9180"/>
                </a:moveTo>
                <a:lnTo>
                  <a:pt x="6630" y="9180"/>
                </a:lnTo>
                <a:lnTo>
                  <a:pt x="6630" y="20100"/>
                </a:lnTo>
                <a:lnTo>
                  <a:pt x="5850" y="20100"/>
                </a:lnTo>
                <a:close/>
                <a:moveTo>
                  <a:pt x="7410" y="9180"/>
                </a:moveTo>
                <a:lnTo>
                  <a:pt x="8502" y="9180"/>
                </a:lnTo>
                <a:lnTo>
                  <a:pt x="8502" y="20100"/>
                </a:lnTo>
                <a:lnTo>
                  <a:pt x="7410" y="20100"/>
                </a:lnTo>
                <a:close/>
                <a:moveTo>
                  <a:pt x="9360" y="9180"/>
                </a:moveTo>
                <a:lnTo>
                  <a:pt x="9828" y="9180"/>
                </a:lnTo>
                <a:lnTo>
                  <a:pt x="9828" y="20100"/>
                </a:lnTo>
                <a:lnTo>
                  <a:pt x="9360" y="20100"/>
                </a:lnTo>
                <a:close/>
                <a:moveTo>
                  <a:pt x="10530" y="9180"/>
                </a:moveTo>
                <a:lnTo>
                  <a:pt x="11778" y="9180"/>
                </a:lnTo>
                <a:lnTo>
                  <a:pt x="11778" y="20100"/>
                </a:lnTo>
                <a:lnTo>
                  <a:pt x="10530" y="20100"/>
                </a:lnTo>
                <a:close/>
                <a:moveTo>
                  <a:pt x="12480" y="9180"/>
                </a:moveTo>
                <a:lnTo>
                  <a:pt x="13026" y="9180"/>
                </a:lnTo>
                <a:lnTo>
                  <a:pt x="13026" y="20100"/>
                </a:lnTo>
                <a:lnTo>
                  <a:pt x="12480" y="20100"/>
                </a:lnTo>
                <a:close/>
                <a:moveTo>
                  <a:pt x="13650" y="9180"/>
                </a:moveTo>
                <a:lnTo>
                  <a:pt x="14898" y="9180"/>
                </a:lnTo>
                <a:lnTo>
                  <a:pt x="14898" y="20100"/>
                </a:lnTo>
                <a:lnTo>
                  <a:pt x="13650" y="20100"/>
                </a:lnTo>
                <a:close/>
                <a:moveTo>
                  <a:pt x="15600" y="9180"/>
                </a:moveTo>
                <a:lnTo>
                  <a:pt x="16146" y="9180"/>
                </a:lnTo>
                <a:lnTo>
                  <a:pt x="16146" y="20100"/>
                </a:lnTo>
                <a:lnTo>
                  <a:pt x="15600" y="2010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条码·洞察</a:t>
            </a:r>
          </a:p>
        </p:txBody>
      </p:sp>
      <p:sp>
        <p:nvSpPr>
          <p:cNvPr id="94" name="FIELD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3510" y="9180"/>
                </a:lnTo>
                <a:lnTo>
                  <a:pt x="3510" y="20100"/>
                </a:lnTo>
                <a:lnTo>
                  <a:pt x="2340" y="20100"/>
                </a:lnTo>
                <a:close/>
                <a:moveTo>
                  <a:pt x="4290" y="9180"/>
                </a:moveTo>
                <a:lnTo>
                  <a:pt x="4836" y="9180"/>
                </a:lnTo>
                <a:lnTo>
                  <a:pt x="4836" y="20100"/>
                </a:lnTo>
                <a:lnTo>
                  <a:pt x="4290" y="20100"/>
                </a:lnTo>
                <a:close/>
                <a:moveTo>
                  <a:pt x="5850" y="9180"/>
                </a:moveTo>
                <a:lnTo>
                  <a:pt x="6630" y="9180"/>
                </a:lnTo>
                <a:lnTo>
                  <a:pt x="6630" y="20100"/>
                </a:lnTo>
                <a:lnTo>
                  <a:pt x="5850" y="20100"/>
                </a:lnTo>
                <a:close/>
                <a:moveTo>
                  <a:pt x="7410" y="9180"/>
                </a:moveTo>
                <a:lnTo>
                  <a:pt x="8502" y="9180"/>
                </a:lnTo>
                <a:lnTo>
                  <a:pt x="8502" y="20100"/>
                </a:lnTo>
                <a:lnTo>
                  <a:pt x="7410" y="20100"/>
                </a:lnTo>
                <a:close/>
                <a:moveTo>
                  <a:pt x="9360" y="9180"/>
                </a:moveTo>
                <a:lnTo>
                  <a:pt x="9828" y="9180"/>
                </a:lnTo>
                <a:lnTo>
                  <a:pt x="9828" y="20100"/>
                </a:lnTo>
                <a:lnTo>
                  <a:pt x="9360" y="20100"/>
                </a:lnTo>
                <a:close/>
                <a:moveTo>
                  <a:pt x="10530" y="9180"/>
                </a:moveTo>
                <a:lnTo>
                  <a:pt x="11778" y="9180"/>
                </a:lnTo>
                <a:lnTo>
                  <a:pt x="11778" y="20100"/>
                </a:lnTo>
                <a:lnTo>
                  <a:pt x="10530" y="20100"/>
                </a:lnTo>
                <a:close/>
                <a:moveTo>
                  <a:pt x="12480" y="9180"/>
                </a:moveTo>
                <a:lnTo>
                  <a:pt x="13026" y="9180"/>
                </a:lnTo>
                <a:lnTo>
                  <a:pt x="13026" y="20100"/>
                </a:lnTo>
                <a:lnTo>
                  <a:pt x="12480" y="20100"/>
                </a:lnTo>
                <a:close/>
                <a:moveTo>
                  <a:pt x="13650" y="9180"/>
                </a:moveTo>
                <a:lnTo>
                  <a:pt x="14898" y="9180"/>
                </a:lnTo>
                <a:lnTo>
                  <a:pt x="14898" y="20100"/>
                </a:lnTo>
                <a:lnTo>
                  <a:pt x="13650" y="20100"/>
                </a:lnTo>
                <a:close/>
                <a:moveTo>
                  <a:pt x="15600" y="9180"/>
                </a:moveTo>
                <a:lnTo>
                  <a:pt x="16146" y="9180"/>
                </a:lnTo>
                <a:lnTo>
                  <a:pt x="16146" y="20100"/>
                </a:lnTo>
                <a:lnTo>
                  <a:pt x="15600" y="2010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条码·定时</a:t>
            </a:r>
          </a:p>
        </p:txBody>
      </p:sp>
      <p:sp>
        <p:nvSpPr>
          <p:cNvPr id="97" name="FIELD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3510" y="9180"/>
                </a:lnTo>
                <a:lnTo>
                  <a:pt x="3510" y="20100"/>
                </a:lnTo>
                <a:lnTo>
                  <a:pt x="2340" y="20100"/>
                </a:lnTo>
                <a:close/>
                <a:moveTo>
                  <a:pt x="4290" y="9180"/>
                </a:moveTo>
                <a:lnTo>
                  <a:pt x="4836" y="9180"/>
                </a:lnTo>
                <a:lnTo>
                  <a:pt x="4836" y="20100"/>
                </a:lnTo>
                <a:lnTo>
                  <a:pt x="4290" y="20100"/>
                </a:lnTo>
                <a:close/>
                <a:moveTo>
                  <a:pt x="5850" y="9180"/>
                </a:moveTo>
                <a:lnTo>
                  <a:pt x="6630" y="9180"/>
                </a:lnTo>
                <a:lnTo>
                  <a:pt x="6630" y="20100"/>
                </a:lnTo>
                <a:lnTo>
                  <a:pt x="5850" y="20100"/>
                </a:lnTo>
                <a:close/>
                <a:moveTo>
                  <a:pt x="7410" y="9180"/>
                </a:moveTo>
                <a:lnTo>
                  <a:pt x="8502" y="9180"/>
                </a:lnTo>
                <a:lnTo>
                  <a:pt x="8502" y="20100"/>
                </a:lnTo>
                <a:lnTo>
                  <a:pt x="7410" y="20100"/>
                </a:lnTo>
                <a:close/>
                <a:moveTo>
                  <a:pt x="9360" y="9180"/>
                </a:moveTo>
                <a:lnTo>
                  <a:pt x="9828" y="9180"/>
                </a:lnTo>
                <a:lnTo>
                  <a:pt x="9828" y="20100"/>
                </a:lnTo>
                <a:lnTo>
                  <a:pt x="9360" y="20100"/>
                </a:lnTo>
                <a:close/>
                <a:moveTo>
                  <a:pt x="10530" y="9180"/>
                </a:moveTo>
                <a:lnTo>
                  <a:pt x="11778" y="9180"/>
                </a:lnTo>
                <a:lnTo>
                  <a:pt x="11778" y="20100"/>
                </a:lnTo>
                <a:lnTo>
                  <a:pt x="10530" y="20100"/>
                </a:lnTo>
                <a:close/>
                <a:moveTo>
                  <a:pt x="12480" y="9180"/>
                </a:moveTo>
                <a:lnTo>
                  <a:pt x="13026" y="9180"/>
                </a:lnTo>
                <a:lnTo>
                  <a:pt x="13026" y="20100"/>
                </a:lnTo>
                <a:lnTo>
                  <a:pt x="12480" y="20100"/>
                </a:lnTo>
                <a:close/>
                <a:moveTo>
                  <a:pt x="13650" y="9180"/>
                </a:moveTo>
                <a:lnTo>
                  <a:pt x="14898" y="9180"/>
                </a:lnTo>
                <a:lnTo>
                  <a:pt x="14898" y="20100"/>
                </a:lnTo>
                <a:lnTo>
                  <a:pt x="13650" y="20100"/>
                </a:lnTo>
                <a:close/>
                <a:moveTo>
                  <a:pt x="15600" y="9180"/>
                </a:moveTo>
                <a:lnTo>
                  <a:pt x="16146" y="9180"/>
                </a:lnTo>
                <a:lnTo>
                  <a:pt x="16146" y="20100"/>
                </a:lnTo>
                <a:lnTo>
                  <a:pt x="15600" y="2010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条码·加锁</a:t>
            </a:r>
          </a:p>
        </p:txBody>
      </p:sp>
      <p:sp>
        <p:nvSpPr>
          <p:cNvPr id="100" name="FIELD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000" y="4000"/>
                </a:moveTo>
                <a:quadBezTo>
                  <a:pt x="11000" y="3000"/>
                  <a:pt x="12000" y="3000"/>
                </a:quadBezTo>
                <a:quadBezTo>
                  <a:pt x="13000" y="3000"/>
                  <a:pt x="13000" y="4000"/>
                </a:quadBezTo>
                <a:lnTo>
                  <a:pt x="13000" y="14000"/>
                </a:lnTo>
                <a:quadBezTo>
                  <a:pt x="14600" y="15000"/>
                  <a:pt x="14600" y="17000"/>
                </a:quadBezTo>
                <a:quadBezTo>
                  <a:pt x="14600" y="20000"/>
                  <a:pt x="12000" y="20000"/>
                </a:quadBezTo>
                <a:quadBezTo>
                  <a:pt x="9400" y="20000"/>
                  <a:pt x="9400" y="17000"/>
                </a:quadBezTo>
                <a:quadBezTo>
                  <a:pt x="9400" y="15000"/>
                  <a:pt x="11000" y="14000"/>
                </a:quadBezTo>
                <a:close/>
                <a:moveTo>
                  <a:pt x="13600" y="17000"/>
                </a:moveTo>
                <a:cubicBezTo>
                  <a:pt x="13600" y="17884"/>
                  <a:pt x="12884" y="18600"/>
                  <a:pt x="12000" y="18600"/>
                </a:cubicBezTo>
                <a:cubicBezTo>
                  <a:pt x="11116" y="18600"/>
                  <a:pt x="10400" y="17884"/>
                  <a:pt x="10400" y="17000"/>
                </a:cubicBezTo>
                <a:cubicBezTo>
                  <a:pt x="10400" y="16116"/>
                  <a:pt x="11116" y="15400"/>
                  <a:pt x="12000" y="15400"/>
                </a:cubicBezTo>
                <a:cubicBezTo>
                  <a:pt x="12884" y="15400"/>
                  <a:pt x="13600" y="16116"/>
                  <a:pt x="13600" y="17000"/>
                </a:cubicBezTo>
                <a:close/>
                <a:moveTo>
                  <a:pt x="11400" y="6000"/>
                </a:moveTo>
                <a:lnTo>
                  <a:pt x="12600" y="6000"/>
                </a:lnTo>
                <a:lnTo>
                  <a:pt x="12600" y="14000"/>
                </a:lnTo>
                <a:lnTo>
                  <a:pt x="11400" y="14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温度计</a:t>
            </a:r>
          </a:p>
        </p:txBody>
      </p:sp>
      <p:sp>
        <p:nvSpPr>
          <p:cNvPr id="103" name="FIELD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580" y="8400"/>
                </a:moveTo>
                <a:quadBezTo>
                  <a:pt x="8580" y="7620"/>
                  <a:pt x="9360" y="7620"/>
                </a:quadBezTo>
                <a:quadBezTo>
                  <a:pt x="10140" y="7620"/>
                  <a:pt x="10140" y="8400"/>
                </a:quadBezTo>
                <a:lnTo>
                  <a:pt x="10140" y="16200"/>
                </a:lnTo>
                <a:quadBezTo>
                  <a:pt x="11388" y="16980"/>
                  <a:pt x="11388" y="18540"/>
                </a:quadBezTo>
                <a:quadBezTo>
                  <a:pt x="11388" y="20880"/>
                  <a:pt x="9360" y="20880"/>
                </a:quadBezTo>
                <a:quadBezTo>
                  <a:pt x="7332" y="20880"/>
                  <a:pt x="7332" y="18540"/>
                </a:quadBezTo>
                <a:quadBezTo>
                  <a:pt x="7332" y="16980"/>
                  <a:pt x="8580" y="16200"/>
                </a:quadBezTo>
                <a:close/>
                <a:moveTo>
                  <a:pt x="10608" y="18540"/>
                </a:moveTo>
                <a:cubicBezTo>
                  <a:pt x="10608" y="19229"/>
                  <a:pt x="10049" y="19788"/>
                  <a:pt x="9360" y="19788"/>
                </a:cubicBezTo>
                <a:cubicBezTo>
                  <a:pt x="8671" y="19788"/>
                  <a:pt x="8112" y="19229"/>
                  <a:pt x="8112" y="18540"/>
                </a:cubicBezTo>
                <a:cubicBezTo>
                  <a:pt x="8112" y="17851"/>
                  <a:pt x="8671" y="17292"/>
                  <a:pt x="9360" y="17292"/>
                </a:cubicBezTo>
                <a:cubicBezTo>
                  <a:pt x="10049" y="17292"/>
                  <a:pt x="10608" y="17851"/>
                  <a:pt x="10608" y="18540"/>
                </a:cubicBezTo>
                <a:close/>
                <a:moveTo>
                  <a:pt x="8892" y="9960"/>
                </a:moveTo>
                <a:lnTo>
                  <a:pt x="9828" y="9960"/>
                </a:lnTo>
                <a:lnTo>
                  <a:pt x="9828" y="16200"/>
                </a:lnTo>
                <a:lnTo>
                  <a:pt x="8892" y="1620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温度计·已验证</a:t>
            </a:r>
          </a:p>
        </p:txBody>
      </p:sp>
      <p:sp>
        <p:nvSpPr>
          <p:cNvPr id="106" name="FIELD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580" y="8400"/>
                </a:moveTo>
                <a:quadBezTo>
                  <a:pt x="8580" y="7620"/>
                  <a:pt x="9360" y="7620"/>
                </a:quadBezTo>
                <a:quadBezTo>
                  <a:pt x="10140" y="7620"/>
                  <a:pt x="10140" y="8400"/>
                </a:quadBezTo>
                <a:lnTo>
                  <a:pt x="10140" y="16200"/>
                </a:lnTo>
                <a:quadBezTo>
                  <a:pt x="11388" y="16980"/>
                  <a:pt x="11388" y="18540"/>
                </a:quadBezTo>
                <a:quadBezTo>
                  <a:pt x="11388" y="20880"/>
                  <a:pt x="9360" y="20880"/>
                </a:quadBezTo>
                <a:quadBezTo>
                  <a:pt x="7332" y="20880"/>
                  <a:pt x="7332" y="18540"/>
                </a:quadBezTo>
                <a:quadBezTo>
                  <a:pt x="7332" y="16980"/>
                  <a:pt x="8580" y="16200"/>
                </a:quadBezTo>
                <a:close/>
                <a:moveTo>
                  <a:pt x="10608" y="18540"/>
                </a:moveTo>
                <a:cubicBezTo>
                  <a:pt x="10608" y="19229"/>
                  <a:pt x="10049" y="19788"/>
                  <a:pt x="9360" y="19788"/>
                </a:cubicBezTo>
                <a:cubicBezTo>
                  <a:pt x="8671" y="19788"/>
                  <a:pt x="8112" y="19229"/>
                  <a:pt x="8112" y="18540"/>
                </a:cubicBezTo>
                <a:cubicBezTo>
                  <a:pt x="8112" y="17851"/>
                  <a:pt x="8671" y="17292"/>
                  <a:pt x="9360" y="17292"/>
                </a:cubicBezTo>
                <a:cubicBezTo>
                  <a:pt x="10049" y="17292"/>
                  <a:pt x="10608" y="17851"/>
                  <a:pt x="10608" y="18540"/>
                </a:cubicBezTo>
                <a:close/>
                <a:moveTo>
                  <a:pt x="8892" y="9960"/>
                </a:moveTo>
                <a:lnTo>
                  <a:pt x="9828" y="9960"/>
                </a:lnTo>
                <a:lnTo>
                  <a:pt x="9828" y="16200"/>
                </a:lnTo>
                <a:lnTo>
                  <a:pt x="8892" y="1620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温度计·预警</a:t>
            </a:r>
          </a:p>
        </p:txBody>
      </p:sp>
      <p:sp>
        <p:nvSpPr>
          <p:cNvPr id="109" name="FIELD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580" y="8400"/>
                </a:moveTo>
                <a:quadBezTo>
                  <a:pt x="8580" y="7620"/>
                  <a:pt x="9360" y="7620"/>
                </a:quadBezTo>
                <a:quadBezTo>
                  <a:pt x="10140" y="7620"/>
                  <a:pt x="10140" y="8400"/>
                </a:quadBezTo>
                <a:lnTo>
                  <a:pt x="10140" y="16200"/>
                </a:lnTo>
                <a:quadBezTo>
                  <a:pt x="11388" y="16980"/>
                  <a:pt x="11388" y="18540"/>
                </a:quadBezTo>
                <a:quadBezTo>
                  <a:pt x="11388" y="20880"/>
                  <a:pt x="9360" y="20880"/>
                </a:quadBezTo>
                <a:quadBezTo>
                  <a:pt x="7332" y="20880"/>
                  <a:pt x="7332" y="18540"/>
                </a:quadBezTo>
                <a:quadBezTo>
                  <a:pt x="7332" y="16980"/>
                  <a:pt x="8580" y="16200"/>
                </a:quadBezTo>
                <a:close/>
                <a:moveTo>
                  <a:pt x="10608" y="18540"/>
                </a:moveTo>
                <a:cubicBezTo>
                  <a:pt x="10608" y="19229"/>
                  <a:pt x="10049" y="19788"/>
                  <a:pt x="9360" y="19788"/>
                </a:cubicBezTo>
                <a:cubicBezTo>
                  <a:pt x="8671" y="19788"/>
                  <a:pt x="8112" y="19229"/>
                  <a:pt x="8112" y="18540"/>
                </a:cubicBezTo>
                <a:cubicBezTo>
                  <a:pt x="8112" y="17851"/>
                  <a:pt x="8671" y="17292"/>
                  <a:pt x="9360" y="17292"/>
                </a:cubicBezTo>
                <a:cubicBezTo>
                  <a:pt x="10049" y="17292"/>
                  <a:pt x="10608" y="17851"/>
                  <a:pt x="10608" y="18540"/>
                </a:cubicBezTo>
                <a:close/>
                <a:moveTo>
                  <a:pt x="8892" y="9960"/>
                </a:moveTo>
                <a:lnTo>
                  <a:pt x="9828" y="9960"/>
                </a:lnTo>
                <a:lnTo>
                  <a:pt x="9828" y="16200"/>
                </a:lnTo>
                <a:lnTo>
                  <a:pt x="8892" y="1620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温度计·洞察</a:t>
            </a:r>
          </a:p>
        </p:txBody>
      </p:sp>
      <p:sp>
        <p:nvSpPr>
          <p:cNvPr id="112" name="FIELD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580" y="8400"/>
                </a:moveTo>
                <a:quadBezTo>
                  <a:pt x="8580" y="7620"/>
                  <a:pt x="9360" y="7620"/>
                </a:quadBezTo>
                <a:quadBezTo>
                  <a:pt x="10140" y="7620"/>
                  <a:pt x="10140" y="8400"/>
                </a:quadBezTo>
                <a:lnTo>
                  <a:pt x="10140" y="16200"/>
                </a:lnTo>
                <a:quadBezTo>
                  <a:pt x="11388" y="16980"/>
                  <a:pt x="11388" y="18540"/>
                </a:quadBezTo>
                <a:quadBezTo>
                  <a:pt x="11388" y="20880"/>
                  <a:pt x="9360" y="20880"/>
                </a:quadBezTo>
                <a:quadBezTo>
                  <a:pt x="7332" y="20880"/>
                  <a:pt x="7332" y="18540"/>
                </a:quadBezTo>
                <a:quadBezTo>
                  <a:pt x="7332" y="16980"/>
                  <a:pt x="8580" y="16200"/>
                </a:quadBezTo>
                <a:close/>
                <a:moveTo>
                  <a:pt x="10608" y="18540"/>
                </a:moveTo>
                <a:cubicBezTo>
                  <a:pt x="10608" y="19229"/>
                  <a:pt x="10049" y="19788"/>
                  <a:pt x="9360" y="19788"/>
                </a:cubicBezTo>
                <a:cubicBezTo>
                  <a:pt x="8671" y="19788"/>
                  <a:pt x="8112" y="19229"/>
                  <a:pt x="8112" y="18540"/>
                </a:cubicBezTo>
                <a:cubicBezTo>
                  <a:pt x="8112" y="17851"/>
                  <a:pt x="8671" y="17292"/>
                  <a:pt x="9360" y="17292"/>
                </a:cubicBezTo>
                <a:cubicBezTo>
                  <a:pt x="10049" y="17292"/>
                  <a:pt x="10608" y="17851"/>
                  <a:pt x="10608" y="18540"/>
                </a:cubicBezTo>
                <a:close/>
                <a:moveTo>
                  <a:pt x="8892" y="9960"/>
                </a:moveTo>
                <a:lnTo>
                  <a:pt x="9828" y="9960"/>
                </a:lnTo>
                <a:lnTo>
                  <a:pt x="9828" y="16200"/>
                </a:lnTo>
                <a:lnTo>
                  <a:pt x="8892" y="1620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温度计·定时</a:t>
            </a:r>
          </a:p>
        </p:txBody>
      </p:sp>
      <p:sp>
        <p:nvSpPr>
          <p:cNvPr id="115" name="FIELD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580" y="8400"/>
                </a:moveTo>
                <a:quadBezTo>
                  <a:pt x="8580" y="7620"/>
                  <a:pt x="9360" y="7620"/>
                </a:quadBezTo>
                <a:quadBezTo>
                  <a:pt x="10140" y="7620"/>
                  <a:pt x="10140" y="8400"/>
                </a:quadBezTo>
                <a:lnTo>
                  <a:pt x="10140" y="16200"/>
                </a:lnTo>
                <a:quadBezTo>
                  <a:pt x="11388" y="16980"/>
                  <a:pt x="11388" y="18540"/>
                </a:quadBezTo>
                <a:quadBezTo>
                  <a:pt x="11388" y="20880"/>
                  <a:pt x="9360" y="20880"/>
                </a:quadBezTo>
                <a:quadBezTo>
                  <a:pt x="7332" y="20880"/>
                  <a:pt x="7332" y="18540"/>
                </a:quadBezTo>
                <a:quadBezTo>
                  <a:pt x="7332" y="16980"/>
                  <a:pt x="8580" y="16200"/>
                </a:quadBezTo>
                <a:close/>
                <a:moveTo>
                  <a:pt x="10608" y="18540"/>
                </a:moveTo>
                <a:cubicBezTo>
                  <a:pt x="10608" y="19229"/>
                  <a:pt x="10049" y="19788"/>
                  <a:pt x="9360" y="19788"/>
                </a:cubicBezTo>
                <a:cubicBezTo>
                  <a:pt x="8671" y="19788"/>
                  <a:pt x="8112" y="19229"/>
                  <a:pt x="8112" y="18540"/>
                </a:cubicBezTo>
                <a:cubicBezTo>
                  <a:pt x="8112" y="17851"/>
                  <a:pt x="8671" y="17292"/>
                  <a:pt x="9360" y="17292"/>
                </a:cubicBezTo>
                <a:cubicBezTo>
                  <a:pt x="10049" y="17292"/>
                  <a:pt x="10608" y="17851"/>
                  <a:pt x="10608" y="18540"/>
                </a:cubicBezTo>
                <a:close/>
                <a:moveTo>
                  <a:pt x="8892" y="9960"/>
                </a:moveTo>
                <a:lnTo>
                  <a:pt x="9828" y="9960"/>
                </a:lnTo>
                <a:lnTo>
                  <a:pt x="9828" y="16200"/>
                </a:lnTo>
                <a:lnTo>
                  <a:pt x="8892" y="16200"/>
                </a:lnTo>
                <a:close/>
                <a:moveTo>
                  <a:pt x="17600" y="4400"/>
                </a:moveTo>
                <a:lnTo>
                  <a:pt x="20400" y="4400"/>
                </a:lnTo>
                <a:cubicBezTo>
                  <a:pt x="20731" y="4400"/>
                  <a:pt x="21000" y="4669"/>
                  <a:pt x="21000" y="5000"/>
                </a:cubicBezTo>
                <a:lnTo>
                  <a:pt x="21000" y="7200"/>
                </a:lnTo>
                <a:cubicBezTo>
                  <a:pt x="21000" y="7531"/>
                  <a:pt x="20731" y="7800"/>
                  <a:pt x="20400" y="7800"/>
                </a:cubicBezTo>
                <a:lnTo>
                  <a:pt x="17600" y="7800"/>
                </a:lnTo>
                <a:cubicBezTo>
                  <a:pt x="17269" y="7800"/>
                  <a:pt x="17000" y="7531"/>
                  <a:pt x="17000" y="7200"/>
                </a:cubicBezTo>
                <a:lnTo>
                  <a:pt x="17000" y="5000"/>
                </a:lnTo>
                <a:cubicBezTo>
                  <a:pt x="17000" y="4669"/>
                  <a:pt x="17269" y="4400"/>
                  <a:pt x="17600" y="4400"/>
                </a:cubicBezTo>
                <a:close/>
                <a:moveTo>
                  <a:pt x="17700" y="4400"/>
                </a:moveTo>
                <a:lnTo>
                  <a:pt x="17700" y="3400"/>
                </a:lnTo>
                <a:cubicBezTo>
                  <a:pt x="17700" y="2000"/>
                  <a:pt x="20300" y="2000"/>
                  <a:pt x="20300" y="3400"/>
                </a:cubicBezTo>
                <a:lnTo>
                  <a:pt x="20300" y="4400"/>
                </a:lnTo>
                <a:lnTo>
                  <a:pt x="19500" y="4400"/>
                </a:lnTo>
                <a:lnTo>
                  <a:pt x="19500" y="3400"/>
                </a:lnTo>
                <a:cubicBezTo>
                  <a:pt x="19500" y="2600"/>
                  <a:pt x="18500" y="2600"/>
                  <a:pt x="18500" y="3400"/>
                </a:cubicBezTo>
                <a:lnTo>
                  <a:pt x="18500" y="4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温度计·加锁</a:t>
            </a:r>
          </a:p>
        </p:txBody>
      </p:sp>
      <p:sp>
        <p:nvSpPr>
          <p:cNvPr id="118" name="FIELD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0" y="12000"/>
                </a:moveTo>
                <a:cubicBezTo>
                  <a:pt x="20000" y="16418"/>
                  <a:pt x="16418" y="20000"/>
                  <a:pt x="12000" y="20000"/>
                </a:cubicBezTo>
                <a:cubicBezTo>
                  <a:pt x="7582" y="20000"/>
                  <a:pt x="4000" y="16418"/>
                  <a:pt x="4000" y="12000"/>
                </a:cubicBezTo>
                <a:cubicBezTo>
                  <a:pt x="4000" y="7582"/>
                  <a:pt x="7582" y="4000"/>
                  <a:pt x="12000" y="4000"/>
                </a:cubicBezTo>
                <a:cubicBezTo>
                  <a:pt x="16418" y="4000"/>
                  <a:pt x="20000" y="7582"/>
                  <a:pt x="20000" y="12000"/>
                </a:cubicBezTo>
                <a:close/>
                <a:moveTo>
                  <a:pt x="18500" y="12000"/>
                </a:moveTo>
                <a:cubicBezTo>
                  <a:pt x="18500" y="15590"/>
                  <a:pt x="15590" y="18500"/>
                  <a:pt x="12000" y="18500"/>
                </a:cubicBezTo>
                <a:cubicBezTo>
                  <a:pt x="8410" y="18500"/>
                  <a:pt x="5500" y="15590"/>
                  <a:pt x="5500" y="12000"/>
                </a:cubicBezTo>
                <a:cubicBezTo>
                  <a:pt x="5500" y="8410"/>
                  <a:pt x="8410" y="5500"/>
                  <a:pt x="12000" y="5500"/>
                </a:cubicBezTo>
                <a:cubicBezTo>
                  <a:pt x="15590" y="5500"/>
                  <a:pt x="18500" y="8410"/>
                  <a:pt x="18500" y="12000"/>
                </a:cubicBezTo>
                <a:close/>
                <a:moveTo>
                  <a:pt x="12420" y="12560"/>
                </a:moveTo>
                <a:lnTo>
                  <a:pt x="16420" y="9560"/>
                </a:lnTo>
                <a:lnTo>
                  <a:pt x="15580" y="8440"/>
                </a:lnTo>
                <a:lnTo>
                  <a:pt x="11580" y="11440"/>
                </a:lnTo>
                <a:close/>
                <a:moveTo>
                  <a:pt x="12900" y="12000"/>
                </a:moveTo>
                <a:cubicBezTo>
                  <a:pt x="12900" y="12497"/>
                  <a:pt x="12497" y="12900"/>
                  <a:pt x="12000" y="12900"/>
                </a:cubicBezTo>
                <a:cubicBezTo>
                  <a:pt x="11503" y="12900"/>
                  <a:pt x="11100" y="12497"/>
                  <a:pt x="11100" y="12000"/>
                </a:cubicBezTo>
                <a:cubicBezTo>
                  <a:pt x="11100" y="11503"/>
                  <a:pt x="11503" y="11100"/>
                  <a:pt x="12000" y="11100"/>
                </a:cubicBezTo>
                <a:cubicBezTo>
                  <a:pt x="12497" y="11100"/>
                  <a:pt x="12900" y="11503"/>
                  <a:pt x="12900" y="12000"/>
                </a:cubicBezTo>
                <a:close/>
                <a:moveTo>
                  <a:pt x="11400" y="19500"/>
                </a:moveTo>
                <a:lnTo>
                  <a:pt x="12600" y="19500"/>
                </a:lnTo>
                <a:lnTo>
                  <a:pt x="12600" y="22000"/>
                </a:lnTo>
                <a:lnTo>
                  <a:pt x="11400" y="22000"/>
                </a:lnTo>
                <a:close/>
                <a:moveTo>
                  <a:pt x="8300" y="21000"/>
                </a:moveTo>
                <a:lnTo>
                  <a:pt x="15700" y="21000"/>
                </a:lnTo>
                <a:cubicBezTo>
                  <a:pt x="15866" y="21000"/>
                  <a:pt x="16000" y="21134"/>
                  <a:pt x="16000" y="21300"/>
                </a:cubicBezTo>
                <a:lnTo>
                  <a:pt x="16000" y="21700"/>
                </a:lnTo>
                <a:cubicBezTo>
                  <a:pt x="16000" y="21866"/>
                  <a:pt x="15866" y="22000"/>
                  <a:pt x="15700" y="22000"/>
                </a:cubicBezTo>
                <a:lnTo>
                  <a:pt x="8300" y="22000"/>
                </a:lnTo>
                <a:cubicBezTo>
                  <a:pt x="8134" y="22000"/>
                  <a:pt x="8000" y="21866"/>
                  <a:pt x="8000" y="21700"/>
                </a:cubicBezTo>
                <a:lnTo>
                  <a:pt x="8000" y="21300"/>
                </a:lnTo>
                <a:cubicBezTo>
                  <a:pt x="8000" y="21134"/>
                  <a:pt x="8134" y="21000"/>
                  <a:pt x="83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压力表</a:t>
            </a:r>
          </a:p>
        </p:txBody>
      </p:sp>
      <p:sp>
        <p:nvSpPr>
          <p:cNvPr id="121" name="FIELD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0" y="14640"/>
                </a:moveTo>
                <a:cubicBezTo>
                  <a:pt x="15600" y="18086"/>
                  <a:pt x="12806" y="20880"/>
                  <a:pt x="9360" y="20880"/>
                </a:cubicBezTo>
                <a:cubicBezTo>
                  <a:pt x="5914" y="20880"/>
                  <a:pt x="3120" y="18086"/>
                  <a:pt x="3120" y="14640"/>
                </a:cubicBezTo>
                <a:cubicBezTo>
                  <a:pt x="3120" y="11194"/>
                  <a:pt x="5914" y="8400"/>
                  <a:pt x="9360" y="8400"/>
                </a:cubicBezTo>
                <a:cubicBezTo>
                  <a:pt x="12806" y="8400"/>
                  <a:pt x="15600" y="11194"/>
                  <a:pt x="15600" y="14640"/>
                </a:cubicBezTo>
                <a:close/>
                <a:moveTo>
                  <a:pt x="14430" y="14640"/>
                </a:moveTo>
                <a:cubicBezTo>
                  <a:pt x="14430" y="17440"/>
                  <a:pt x="12160" y="19710"/>
                  <a:pt x="9360" y="19710"/>
                </a:cubicBezTo>
                <a:cubicBezTo>
                  <a:pt x="6560" y="19710"/>
                  <a:pt x="4290" y="17440"/>
                  <a:pt x="4290" y="14640"/>
                </a:cubicBezTo>
                <a:cubicBezTo>
                  <a:pt x="4290" y="11840"/>
                  <a:pt x="6560" y="9570"/>
                  <a:pt x="9360" y="9570"/>
                </a:cubicBezTo>
                <a:cubicBezTo>
                  <a:pt x="12160" y="9570"/>
                  <a:pt x="14430" y="11840"/>
                  <a:pt x="14430" y="14640"/>
                </a:cubicBezTo>
                <a:close/>
                <a:moveTo>
                  <a:pt x="9688" y="15077"/>
                </a:moveTo>
                <a:lnTo>
                  <a:pt x="12808" y="12737"/>
                </a:lnTo>
                <a:lnTo>
                  <a:pt x="12152" y="11863"/>
                </a:lnTo>
                <a:lnTo>
                  <a:pt x="9032" y="14203"/>
                </a:lnTo>
                <a:close/>
                <a:moveTo>
                  <a:pt x="10062" y="14640"/>
                </a:moveTo>
                <a:cubicBezTo>
                  <a:pt x="10062" y="15028"/>
                  <a:pt x="9748" y="15342"/>
                  <a:pt x="9360" y="15342"/>
                </a:cubicBezTo>
                <a:cubicBezTo>
                  <a:pt x="8972" y="15342"/>
                  <a:pt x="8658" y="15028"/>
                  <a:pt x="8658" y="14640"/>
                </a:cubicBezTo>
                <a:cubicBezTo>
                  <a:pt x="8658" y="14252"/>
                  <a:pt x="8972" y="13938"/>
                  <a:pt x="9360" y="13938"/>
                </a:cubicBezTo>
                <a:cubicBezTo>
                  <a:pt x="9748" y="13938"/>
                  <a:pt x="10062" y="14252"/>
                  <a:pt x="10062" y="14640"/>
                </a:cubicBezTo>
                <a:close/>
                <a:moveTo>
                  <a:pt x="8892" y="20490"/>
                </a:moveTo>
                <a:lnTo>
                  <a:pt x="9828" y="20490"/>
                </a:lnTo>
                <a:lnTo>
                  <a:pt x="9828" y="22440"/>
                </a:lnTo>
                <a:lnTo>
                  <a:pt x="8892" y="2244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压力表·已验证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09_现场管理巡检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FIELD · 第 3/3 页 · 共 83 个</a:t>
            </a:r>
          </a:p>
        </p:txBody>
      </p:sp>
      <p:sp>
        <p:nvSpPr>
          <p:cNvPr id="4" name="FIELD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0" y="14640"/>
                </a:moveTo>
                <a:cubicBezTo>
                  <a:pt x="15600" y="18086"/>
                  <a:pt x="12806" y="20880"/>
                  <a:pt x="9360" y="20880"/>
                </a:cubicBezTo>
                <a:cubicBezTo>
                  <a:pt x="5914" y="20880"/>
                  <a:pt x="3120" y="18086"/>
                  <a:pt x="3120" y="14640"/>
                </a:cubicBezTo>
                <a:cubicBezTo>
                  <a:pt x="3120" y="11194"/>
                  <a:pt x="5914" y="8400"/>
                  <a:pt x="9360" y="8400"/>
                </a:cubicBezTo>
                <a:cubicBezTo>
                  <a:pt x="12806" y="8400"/>
                  <a:pt x="15600" y="11194"/>
                  <a:pt x="15600" y="14640"/>
                </a:cubicBezTo>
                <a:close/>
                <a:moveTo>
                  <a:pt x="14430" y="14640"/>
                </a:moveTo>
                <a:cubicBezTo>
                  <a:pt x="14430" y="17440"/>
                  <a:pt x="12160" y="19710"/>
                  <a:pt x="9360" y="19710"/>
                </a:cubicBezTo>
                <a:cubicBezTo>
                  <a:pt x="6560" y="19710"/>
                  <a:pt x="4290" y="17440"/>
                  <a:pt x="4290" y="14640"/>
                </a:cubicBezTo>
                <a:cubicBezTo>
                  <a:pt x="4290" y="11840"/>
                  <a:pt x="6560" y="9570"/>
                  <a:pt x="9360" y="9570"/>
                </a:cubicBezTo>
                <a:cubicBezTo>
                  <a:pt x="12160" y="9570"/>
                  <a:pt x="14430" y="11840"/>
                  <a:pt x="14430" y="14640"/>
                </a:cubicBezTo>
                <a:close/>
                <a:moveTo>
                  <a:pt x="9688" y="15077"/>
                </a:moveTo>
                <a:lnTo>
                  <a:pt x="12808" y="12737"/>
                </a:lnTo>
                <a:lnTo>
                  <a:pt x="12152" y="11863"/>
                </a:lnTo>
                <a:lnTo>
                  <a:pt x="9032" y="14203"/>
                </a:lnTo>
                <a:close/>
                <a:moveTo>
                  <a:pt x="10062" y="14640"/>
                </a:moveTo>
                <a:cubicBezTo>
                  <a:pt x="10062" y="15028"/>
                  <a:pt x="9748" y="15342"/>
                  <a:pt x="9360" y="15342"/>
                </a:cubicBezTo>
                <a:cubicBezTo>
                  <a:pt x="8972" y="15342"/>
                  <a:pt x="8658" y="15028"/>
                  <a:pt x="8658" y="14640"/>
                </a:cubicBezTo>
                <a:cubicBezTo>
                  <a:pt x="8658" y="14252"/>
                  <a:pt x="8972" y="13938"/>
                  <a:pt x="9360" y="13938"/>
                </a:cubicBezTo>
                <a:cubicBezTo>
                  <a:pt x="9748" y="13938"/>
                  <a:pt x="10062" y="14252"/>
                  <a:pt x="10062" y="14640"/>
                </a:cubicBezTo>
                <a:close/>
                <a:moveTo>
                  <a:pt x="8892" y="20490"/>
                </a:moveTo>
                <a:lnTo>
                  <a:pt x="9828" y="20490"/>
                </a:lnTo>
                <a:lnTo>
                  <a:pt x="9828" y="22440"/>
                </a:lnTo>
                <a:lnTo>
                  <a:pt x="8892" y="2244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压力表·预警</a:t>
            </a:r>
          </a:p>
        </p:txBody>
      </p:sp>
      <p:sp>
        <p:nvSpPr>
          <p:cNvPr id="7" name="FIELD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0" y="14640"/>
                </a:moveTo>
                <a:cubicBezTo>
                  <a:pt x="15600" y="18086"/>
                  <a:pt x="12806" y="20880"/>
                  <a:pt x="9360" y="20880"/>
                </a:cubicBezTo>
                <a:cubicBezTo>
                  <a:pt x="5914" y="20880"/>
                  <a:pt x="3120" y="18086"/>
                  <a:pt x="3120" y="14640"/>
                </a:cubicBezTo>
                <a:cubicBezTo>
                  <a:pt x="3120" y="11194"/>
                  <a:pt x="5914" y="8400"/>
                  <a:pt x="9360" y="8400"/>
                </a:cubicBezTo>
                <a:cubicBezTo>
                  <a:pt x="12806" y="8400"/>
                  <a:pt x="15600" y="11194"/>
                  <a:pt x="15600" y="14640"/>
                </a:cubicBezTo>
                <a:close/>
                <a:moveTo>
                  <a:pt x="14430" y="14640"/>
                </a:moveTo>
                <a:cubicBezTo>
                  <a:pt x="14430" y="17440"/>
                  <a:pt x="12160" y="19710"/>
                  <a:pt x="9360" y="19710"/>
                </a:cubicBezTo>
                <a:cubicBezTo>
                  <a:pt x="6560" y="19710"/>
                  <a:pt x="4290" y="17440"/>
                  <a:pt x="4290" y="14640"/>
                </a:cubicBezTo>
                <a:cubicBezTo>
                  <a:pt x="4290" y="11840"/>
                  <a:pt x="6560" y="9570"/>
                  <a:pt x="9360" y="9570"/>
                </a:cubicBezTo>
                <a:cubicBezTo>
                  <a:pt x="12160" y="9570"/>
                  <a:pt x="14430" y="11840"/>
                  <a:pt x="14430" y="14640"/>
                </a:cubicBezTo>
                <a:close/>
                <a:moveTo>
                  <a:pt x="9688" y="15077"/>
                </a:moveTo>
                <a:lnTo>
                  <a:pt x="12808" y="12737"/>
                </a:lnTo>
                <a:lnTo>
                  <a:pt x="12152" y="11863"/>
                </a:lnTo>
                <a:lnTo>
                  <a:pt x="9032" y="14203"/>
                </a:lnTo>
                <a:close/>
                <a:moveTo>
                  <a:pt x="10062" y="14640"/>
                </a:moveTo>
                <a:cubicBezTo>
                  <a:pt x="10062" y="15028"/>
                  <a:pt x="9748" y="15342"/>
                  <a:pt x="9360" y="15342"/>
                </a:cubicBezTo>
                <a:cubicBezTo>
                  <a:pt x="8972" y="15342"/>
                  <a:pt x="8658" y="15028"/>
                  <a:pt x="8658" y="14640"/>
                </a:cubicBezTo>
                <a:cubicBezTo>
                  <a:pt x="8658" y="14252"/>
                  <a:pt x="8972" y="13938"/>
                  <a:pt x="9360" y="13938"/>
                </a:cubicBezTo>
                <a:cubicBezTo>
                  <a:pt x="9748" y="13938"/>
                  <a:pt x="10062" y="14252"/>
                  <a:pt x="10062" y="14640"/>
                </a:cubicBezTo>
                <a:close/>
                <a:moveTo>
                  <a:pt x="8892" y="20490"/>
                </a:moveTo>
                <a:lnTo>
                  <a:pt x="9828" y="20490"/>
                </a:lnTo>
                <a:lnTo>
                  <a:pt x="9828" y="22440"/>
                </a:lnTo>
                <a:lnTo>
                  <a:pt x="8892" y="2244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压力表·洞察</a:t>
            </a:r>
          </a:p>
        </p:txBody>
      </p:sp>
      <p:sp>
        <p:nvSpPr>
          <p:cNvPr id="10" name="FIELD-08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0" y="14640"/>
                </a:moveTo>
                <a:cubicBezTo>
                  <a:pt x="15600" y="18086"/>
                  <a:pt x="12806" y="20880"/>
                  <a:pt x="9360" y="20880"/>
                </a:cubicBezTo>
                <a:cubicBezTo>
                  <a:pt x="5914" y="20880"/>
                  <a:pt x="3120" y="18086"/>
                  <a:pt x="3120" y="14640"/>
                </a:cubicBezTo>
                <a:cubicBezTo>
                  <a:pt x="3120" y="11194"/>
                  <a:pt x="5914" y="8400"/>
                  <a:pt x="9360" y="8400"/>
                </a:cubicBezTo>
                <a:cubicBezTo>
                  <a:pt x="12806" y="8400"/>
                  <a:pt x="15600" y="11194"/>
                  <a:pt x="15600" y="14640"/>
                </a:cubicBezTo>
                <a:close/>
                <a:moveTo>
                  <a:pt x="14430" y="14640"/>
                </a:moveTo>
                <a:cubicBezTo>
                  <a:pt x="14430" y="17440"/>
                  <a:pt x="12160" y="19710"/>
                  <a:pt x="9360" y="19710"/>
                </a:cubicBezTo>
                <a:cubicBezTo>
                  <a:pt x="6560" y="19710"/>
                  <a:pt x="4290" y="17440"/>
                  <a:pt x="4290" y="14640"/>
                </a:cubicBezTo>
                <a:cubicBezTo>
                  <a:pt x="4290" y="11840"/>
                  <a:pt x="6560" y="9570"/>
                  <a:pt x="9360" y="9570"/>
                </a:cubicBezTo>
                <a:cubicBezTo>
                  <a:pt x="12160" y="9570"/>
                  <a:pt x="14430" y="11840"/>
                  <a:pt x="14430" y="14640"/>
                </a:cubicBezTo>
                <a:close/>
                <a:moveTo>
                  <a:pt x="9688" y="15077"/>
                </a:moveTo>
                <a:lnTo>
                  <a:pt x="12808" y="12737"/>
                </a:lnTo>
                <a:lnTo>
                  <a:pt x="12152" y="11863"/>
                </a:lnTo>
                <a:lnTo>
                  <a:pt x="9032" y="14203"/>
                </a:lnTo>
                <a:close/>
                <a:moveTo>
                  <a:pt x="10062" y="14640"/>
                </a:moveTo>
                <a:cubicBezTo>
                  <a:pt x="10062" y="15028"/>
                  <a:pt x="9748" y="15342"/>
                  <a:pt x="9360" y="15342"/>
                </a:cubicBezTo>
                <a:cubicBezTo>
                  <a:pt x="8972" y="15342"/>
                  <a:pt x="8658" y="15028"/>
                  <a:pt x="8658" y="14640"/>
                </a:cubicBezTo>
                <a:cubicBezTo>
                  <a:pt x="8658" y="14252"/>
                  <a:pt x="8972" y="13938"/>
                  <a:pt x="9360" y="13938"/>
                </a:cubicBezTo>
                <a:cubicBezTo>
                  <a:pt x="9748" y="13938"/>
                  <a:pt x="10062" y="14252"/>
                  <a:pt x="10062" y="14640"/>
                </a:cubicBezTo>
                <a:close/>
                <a:moveTo>
                  <a:pt x="8892" y="20490"/>
                </a:moveTo>
                <a:lnTo>
                  <a:pt x="9828" y="20490"/>
                </a:lnTo>
                <a:lnTo>
                  <a:pt x="9828" y="22440"/>
                </a:lnTo>
                <a:lnTo>
                  <a:pt x="8892" y="22440"/>
                </a:ln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FIELD-083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压力表·定时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10_组织协同推进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ORG · 83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10_组织协同推进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ORG · 第 1/3 页 · 共 83 个</a:t>
            </a:r>
          </a:p>
        </p:txBody>
      </p:sp>
      <p:sp>
        <p:nvSpPr>
          <p:cNvPr id="4" name="ORG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000" y="7000"/>
                </a:moveTo>
                <a:cubicBezTo>
                  <a:pt x="9000" y="8105"/>
                  <a:pt x="8105" y="9000"/>
                  <a:pt x="7000" y="9000"/>
                </a:cubicBezTo>
                <a:cubicBezTo>
                  <a:pt x="5895" y="9000"/>
                  <a:pt x="5000" y="8105"/>
                  <a:pt x="5000" y="7000"/>
                </a:cubicBezTo>
                <a:cubicBezTo>
                  <a:pt x="5000" y="5895"/>
                  <a:pt x="5895" y="5000"/>
                  <a:pt x="7000" y="5000"/>
                </a:cubicBezTo>
                <a:cubicBezTo>
                  <a:pt x="8105" y="5000"/>
                  <a:pt x="9000" y="5895"/>
                  <a:pt x="9000" y="7000"/>
                </a:cubicBezTo>
                <a:close/>
                <a:moveTo>
                  <a:pt x="19000" y="7000"/>
                </a:moveTo>
                <a:cubicBezTo>
                  <a:pt x="19000" y="8105"/>
                  <a:pt x="18105" y="9000"/>
                  <a:pt x="17000" y="9000"/>
                </a:cubicBezTo>
                <a:cubicBezTo>
                  <a:pt x="15895" y="9000"/>
                  <a:pt x="15000" y="8105"/>
                  <a:pt x="15000" y="7000"/>
                </a:cubicBezTo>
                <a:cubicBezTo>
                  <a:pt x="15000" y="5895"/>
                  <a:pt x="15895" y="5000"/>
                  <a:pt x="17000" y="5000"/>
                </a:cubicBezTo>
                <a:cubicBezTo>
                  <a:pt x="18105" y="5000"/>
                  <a:pt x="19000" y="5895"/>
                  <a:pt x="19000" y="7000"/>
                </a:cubicBezTo>
                <a:close/>
                <a:moveTo>
                  <a:pt x="14000" y="6000"/>
                </a:moveTo>
                <a:cubicBezTo>
                  <a:pt x="14000" y="7105"/>
                  <a:pt x="13105" y="8000"/>
                  <a:pt x="12000" y="8000"/>
                </a:cubicBezTo>
                <a:cubicBezTo>
                  <a:pt x="10895" y="8000"/>
                  <a:pt x="10000" y="7105"/>
                  <a:pt x="10000" y="6000"/>
                </a:cubicBezTo>
                <a:cubicBezTo>
                  <a:pt x="10000" y="4895"/>
                  <a:pt x="10895" y="4000"/>
                  <a:pt x="12000" y="4000"/>
                </a:cubicBezTo>
                <a:cubicBezTo>
                  <a:pt x="13105" y="4000"/>
                  <a:pt x="14000" y="4895"/>
                  <a:pt x="14000" y="6000"/>
                </a:cubicBezTo>
                <a:close/>
                <a:moveTo>
                  <a:pt x="3000" y="18000"/>
                </a:moveTo>
                <a:lnTo>
                  <a:pt x="3000" y="14000"/>
                </a:lnTo>
                <a:quadBezTo>
                  <a:pt x="3000" y="12000"/>
                  <a:pt x="7000" y="12000"/>
                </a:quadBezTo>
                <a:quadBezTo>
                  <a:pt x="10000" y="12000"/>
                  <a:pt x="10000" y="14000"/>
                </a:quadBezTo>
                <a:moveTo>
                  <a:pt x="14000" y="18000"/>
                </a:moveTo>
                <a:lnTo>
                  <a:pt x="14000" y="14000"/>
                </a:lnTo>
                <a:quadBezTo>
                  <a:pt x="14000" y="12000"/>
                  <a:pt x="17000" y="12000"/>
                </a:quadBezTo>
                <a:quadBezTo>
                  <a:pt x="21000" y="12000"/>
                  <a:pt x="21000" y="14000"/>
                </a:quadBezTo>
                <a:lnTo>
                  <a:pt x="21000" y="18000"/>
                </a:lnTo>
                <a:moveTo>
                  <a:pt x="8000" y="19000"/>
                </a:moveTo>
                <a:lnTo>
                  <a:pt x="8000" y="13000"/>
                </a:lnTo>
                <a:quadBezTo>
                  <a:pt x="8000" y="11500"/>
                  <a:pt x="12000" y="11500"/>
                </a:quadBezTo>
                <a:quadBezTo>
                  <a:pt x="16000" y="11500"/>
                  <a:pt x="16000" y="13000"/>
                </a:quadBezTo>
                <a:lnTo>
                  <a:pt x="16000" y="19000"/>
                </a:lnTo>
                <a:close/>
                <a:moveTo>
                  <a:pt x="2300" y="19000"/>
                </a:moveTo>
                <a:lnTo>
                  <a:pt x="21700" y="19000"/>
                </a:lnTo>
                <a:cubicBezTo>
                  <a:pt x="21866" y="19000"/>
                  <a:pt x="22000" y="19134"/>
                  <a:pt x="22000" y="19300"/>
                </a:cubicBezTo>
                <a:lnTo>
                  <a:pt x="22000" y="19700"/>
                </a:lnTo>
                <a:cubicBezTo>
                  <a:pt x="22000" y="19866"/>
                  <a:pt x="21866" y="20000"/>
                  <a:pt x="21700" y="20000"/>
                </a:cubicBezTo>
                <a:lnTo>
                  <a:pt x="2300" y="20000"/>
                </a:lnTo>
                <a:cubicBezTo>
                  <a:pt x="2134" y="20000"/>
                  <a:pt x="2000" y="19866"/>
                  <a:pt x="2000" y="19700"/>
                </a:cubicBezTo>
                <a:lnTo>
                  <a:pt x="2000" y="19300"/>
                </a:lnTo>
                <a:cubicBezTo>
                  <a:pt x="2000" y="19134"/>
                  <a:pt x="2134" y="19000"/>
                  <a:pt x="23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三人团队</a:t>
            </a:r>
          </a:p>
        </p:txBody>
      </p:sp>
      <p:sp>
        <p:nvSpPr>
          <p:cNvPr id="7" name="ORG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10740"/>
                </a:moveTo>
                <a:cubicBezTo>
                  <a:pt x="7020" y="11602"/>
                  <a:pt x="6322" y="12300"/>
                  <a:pt x="5460" y="12300"/>
                </a:cubicBezTo>
                <a:cubicBezTo>
                  <a:pt x="4598" y="12300"/>
                  <a:pt x="3900" y="11602"/>
                  <a:pt x="3900" y="10740"/>
                </a:cubicBezTo>
                <a:cubicBezTo>
                  <a:pt x="3900" y="9878"/>
                  <a:pt x="4598" y="9180"/>
                  <a:pt x="5460" y="9180"/>
                </a:cubicBezTo>
                <a:cubicBezTo>
                  <a:pt x="6322" y="9180"/>
                  <a:pt x="7020" y="9878"/>
                  <a:pt x="7020" y="10740"/>
                </a:cubicBezTo>
                <a:close/>
                <a:moveTo>
                  <a:pt x="14820" y="10740"/>
                </a:moveTo>
                <a:cubicBezTo>
                  <a:pt x="14820" y="11602"/>
                  <a:pt x="14122" y="12300"/>
                  <a:pt x="13260" y="12300"/>
                </a:cubicBezTo>
                <a:cubicBezTo>
                  <a:pt x="12398" y="12300"/>
                  <a:pt x="11700" y="11602"/>
                  <a:pt x="11700" y="10740"/>
                </a:cubicBezTo>
                <a:cubicBezTo>
                  <a:pt x="11700" y="9878"/>
                  <a:pt x="12398" y="9180"/>
                  <a:pt x="13260" y="9180"/>
                </a:cubicBezTo>
                <a:cubicBezTo>
                  <a:pt x="14122" y="9180"/>
                  <a:pt x="14820" y="9878"/>
                  <a:pt x="14820" y="10740"/>
                </a:cubicBezTo>
                <a:close/>
                <a:moveTo>
                  <a:pt x="10920" y="9960"/>
                </a:moveTo>
                <a:cubicBezTo>
                  <a:pt x="10920" y="10822"/>
                  <a:pt x="10222" y="11520"/>
                  <a:pt x="9360" y="11520"/>
                </a:cubicBezTo>
                <a:cubicBezTo>
                  <a:pt x="8498" y="11520"/>
                  <a:pt x="7800" y="10822"/>
                  <a:pt x="7800" y="9960"/>
                </a:cubicBezTo>
                <a:cubicBezTo>
                  <a:pt x="7800" y="9098"/>
                  <a:pt x="8498" y="8400"/>
                  <a:pt x="9360" y="8400"/>
                </a:cubicBezTo>
                <a:cubicBezTo>
                  <a:pt x="10222" y="8400"/>
                  <a:pt x="10920" y="9098"/>
                  <a:pt x="10920" y="9960"/>
                </a:cubicBezTo>
                <a:close/>
                <a:moveTo>
                  <a:pt x="2340" y="19320"/>
                </a:moveTo>
                <a:lnTo>
                  <a:pt x="2340" y="16200"/>
                </a:lnTo>
                <a:quadBezTo>
                  <a:pt x="2340" y="14640"/>
                  <a:pt x="5460" y="14640"/>
                </a:quadBezTo>
                <a:quadBezTo>
                  <a:pt x="7800" y="14640"/>
                  <a:pt x="7800" y="16200"/>
                </a:quadBezTo>
                <a:moveTo>
                  <a:pt x="10920" y="19320"/>
                </a:moveTo>
                <a:lnTo>
                  <a:pt x="10920" y="16200"/>
                </a:lnTo>
                <a:quadBezTo>
                  <a:pt x="10920" y="14640"/>
                  <a:pt x="13260" y="14640"/>
                </a:quadBezTo>
                <a:quadBezTo>
                  <a:pt x="16380" y="14640"/>
                  <a:pt x="16380" y="16200"/>
                </a:quadBezTo>
                <a:lnTo>
                  <a:pt x="16380" y="19320"/>
                </a:lnTo>
                <a:moveTo>
                  <a:pt x="6240" y="20100"/>
                </a:moveTo>
                <a:lnTo>
                  <a:pt x="6240" y="15420"/>
                </a:lnTo>
                <a:quadBezTo>
                  <a:pt x="6240" y="14250"/>
                  <a:pt x="9360" y="14250"/>
                </a:quadBezTo>
                <a:quadBezTo>
                  <a:pt x="12480" y="14250"/>
                  <a:pt x="12480" y="15420"/>
                </a:quadBezTo>
                <a:lnTo>
                  <a:pt x="12480" y="20100"/>
                </a:lnTo>
                <a:close/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0646"/>
                </a:lnTo>
                <a:cubicBezTo>
                  <a:pt x="17160" y="20775"/>
                  <a:pt x="17055" y="20880"/>
                  <a:pt x="16926" y="20880"/>
                </a:cubicBezTo>
                <a:lnTo>
                  <a:pt x="1794" y="20880"/>
                </a:lnTo>
                <a:cubicBezTo>
                  <a:pt x="1665" y="20880"/>
                  <a:pt x="1560" y="20775"/>
                  <a:pt x="1560" y="2064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三人团队·协同</a:t>
            </a:r>
          </a:p>
        </p:txBody>
      </p:sp>
      <p:sp>
        <p:nvSpPr>
          <p:cNvPr id="10" name="ORG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10740"/>
                </a:moveTo>
                <a:cubicBezTo>
                  <a:pt x="7020" y="11602"/>
                  <a:pt x="6322" y="12300"/>
                  <a:pt x="5460" y="12300"/>
                </a:cubicBezTo>
                <a:cubicBezTo>
                  <a:pt x="4598" y="12300"/>
                  <a:pt x="3900" y="11602"/>
                  <a:pt x="3900" y="10740"/>
                </a:cubicBezTo>
                <a:cubicBezTo>
                  <a:pt x="3900" y="9878"/>
                  <a:pt x="4598" y="9180"/>
                  <a:pt x="5460" y="9180"/>
                </a:cubicBezTo>
                <a:cubicBezTo>
                  <a:pt x="6322" y="9180"/>
                  <a:pt x="7020" y="9878"/>
                  <a:pt x="7020" y="10740"/>
                </a:cubicBezTo>
                <a:close/>
                <a:moveTo>
                  <a:pt x="14820" y="10740"/>
                </a:moveTo>
                <a:cubicBezTo>
                  <a:pt x="14820" y="11602"/>
                  <a:pt x="14122" y="12300"/>
                  <a:pt x="13260" y="12300"/>
                </a:cubicBezTo>
                <a:cubicBezTo>
                  <a:pt x="12398" y="12300"/>
                  <a:pt x="11700" y="11602"/>
                  <a:pt x="11700" y="10740"/>
                </a:cubicBezTo>
                <a:cubicBezTo>
                  <a:pt x="11700" y="9878"/>
                  <a:pt x="12398" y="9180"/>
                  <a:pt x="13260" y="9180"/>
                </a:cubicBezTo>
                <a:cubicBezTo>
                  <a:pt x="14122" y="9180"/>
                  <a:pt x="14820" y="9878"/>
                  <a:pt x="14820" y="10740"/>
                </a:cubicBezTo>
                <a:close/>
                <a:moveTo>
                  <a:pt x="10920" y="9960"/>
                </a:moveTo>
                <a:cubicBezTo>
                  <a:pt x="10920" y="10822"/>
                  <a:pt x="10222" y="11520"/>
                  <a:pt x="9360" y="11520"/>
                </a:cubicBezTo>
                <a:cubicBezTo>
                  <a:pt x="8498" y="11520"/>
                  <a:pt x="7800" y="10822"/>
                  <a:pt x="7800" y="9960"/>
                </a:cubicBezTo>
                <a:cubicBezTo>
                  <a:pt x="7800" y="9098"/>
                  <a:pt x="8498" y="8400"/>
                  <a:pt x="9360" y="8400"/>
                </a:cubicBezTo>
                <a:cubicBezTo>
                  <a:pt x="10222" y="8400"/>
                  <a:pt x="10920" y="9098"/>
                  <a:pt x="10920" y="9960"/>
                </a:cubicBezTo>
                <a:close/>
                <a:moveTo>
                  <a:pt x="2340" y="19320"/>
                </a:moveTo>
                <a:lnTo>
                  <a:pt x="2340" y="16200"/>
                </a:lnTo>
                <a:quadBezTo>
                  <a:pt x="2340" y="14640"/>
                  <a:pt x="5460" y="14640"/>
                </a:quadBezTo>
                <a:quadBezTo>
                  <a:pt x="7800" y="14640"/>
                  <a:pt x="7800" y="16200"/>
                </a:quadBezTo>
                <a:moveTo>
                  <a:pt x="10920" y="19320"/>
                </a:moveTo>
                <a:lnTo>
                  <a:pt x="10920" y="16200"/>
                </a:lnTo>
                <a:quadBezTo>
                  <a:pt x="10920" y="14640"/>
                  <a:pt x="13260" y="14640"/>
                </a:quadBezTo>
                <a:quadBezTo>
                  <a:pt x="16380" y="14640"/>
                  <a:pt x="16380" y="16200"/>
                </a:quadBezTo>
                <a:lnTo>
                  <a:pt x="16380" y="19320"/>
                </a:lnTo>
                <a:moveTo>
                  <a:pt x="6240" y="20100"/>
                </a:moveTo>
                <a:lnTo>
                  <a:pt x="6240" y="15420"/>
                </a:lnTo>
                <a:quadBezTo>
                  <a:pt x="6240" y="14250"/>
                  <a:pt x="9360" y="14250"/>
                </a:quadBezTo>
                <a:quadBezTo>
                  <a:pt x="12480" y="14250"/>
                  <a:pt x="12480" y="15420"/>
                </a:quadBezTo>
                <a:lnTo>
                  <a:pt x="12480" y="20100"/>
                </a:lnTo>
                <a:close/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0646"/>
                </a:lnTo>
                <a:cubicBezTo>
                  <a:pt x="17160" y="20775"/>
                  <a:pt x="17055" y="20880"/>
                  <a:pt x="16926" y="20880"/>
                </a:cubicBezTo>
                <a:lnTo>
                  <a:pt x="1794" y="20880"/>
                </a:lnTo>
                <a:cubicBezTo>
                  <a:pt x="1665" y="20880"/>
                  <a:pt x="1560" y="20775"/>
                  <a:pt x="1560" y="2064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三人团队·已验证</a:t>
            </a:r>
          </a:p>
        </p:txBody>
      </p:sp>
      <p:sp>
        <p:nvSpPr>
          <p:cNvPr id="13" name="ORG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10740"/>
                </a:moveTo>
                <a:cubicBezTo>
                  <a:pt x="7020" y="11602"/>
                  <a:pt x="6322" y="12300"/>
                  <a:pt x="5460" y="12300"/>
                </a:cubicBezTo>
                <a:cubicBezTo>
                  <a:pt x="4598" y="12300"/>
                  <a:pt x="3900" y="11602"/>
                  <a:pt x="3900" y="10740"/>
                </a:cubicBezTo>
                <a:cubicBezTo>
                  <a:pt x="3900" y="9878"/>
                  <a:pt x="4598" y="9180"/>
                  <a:pt x="5460" y="9180"/>
                </a:cubicBezTo>
                <a:cubicBezTo>
                  <a:pt x="6322" y="9180"/>
                  <a:pt x="7020" y="9878"/>
                  <a:pt x="7020" y="10740"/>
                </a:cubicBezTo>
                <a:close/>
                <a:moveTo>
                  <a:pt x="14820" y="10740"/>
                </a:moveTo>
                <a:cubicBezTo>
                  <a:pt x="14820" y="11602"/>
                  <a:pt x="14122" y="12300"/>
                  <a:pt x="13260" y="12300"/>
                </a:cubicBezTo>
                <a:cubicBezTo>
                  <a:pt x="12398" y="12300"/>
                  <a:pt x="11700" y="11602"/>
                  <a:pt x="11700" y="10740"/>
                </a:cubicBezTo>
                <a:cubicBezTo>
                  <a:pt x="11700" y="9878"/>
                  <a:pt x="12398" y="9180"/>
                  <a:pt x="13260" y="9180"/>
                </a:cubicBezTo>
                <a:cubicBezTo>
                  <a:pt x="14122" y="9180"/>
                  <a:pt x="14820" y="9878"/>
                  <a:pt x="14820" y="10740"/>
                </a:cubicBezTo>
                <a:close/>
                <a:moveTo>
                  <a:pt x="10920" y="9960"/>
                </a:moveTo>
                <a:cubicBezTo>
                  <a:pt x="10920" y="10822"/>
                  <a:pt x="10222" y="11520"/>
                  <a:pt x="9360" y="11520"/>
                </a:cubicBezTo>
                <a:cubicBezTo>
                  <a:pt x="8498" y="11520"/>
                  <a:pt x="7800" y="10822"/>
                  <a:pt x="7800" y="9960"/>
                </a:cubicBezTo>
                <a:cubicBezTo>
                  <a:pt x="7800" y="9098"/>
                  <a:pt x="8498" y="8400"/>
                  <a:pt x="9360" y="8400"/>
                </a:cubicBezTo>
                <a:cubicBezTo>
                  <a:pt x="10222" y="8400"/>
                  <a:pt x="10920" y="9098"/>
                  <a:pt x="10920" y="9960"/>
                </a:cubicBezTo>
                <a:close/>
                <a:moveTo>
                  <a:pt x="2340" y="19320"/>
                </a:moveTo>
                <a:lnTo>
                  <a:pt x="2340" y="16200"/>
                </a:lnTo>
                <a:quadBezTo>
                  <a:pt x="2340" y="14640"/>
                  <a:pt x="5460" y="14640"/>
                </a:quadBezTo>
                <a:quadBezTo>
                  <a:pt x="7800" y="14640"/>
                  <a:pt x="7800" y="16200"/>
                </a:quadBezTo>
                <a:moveTo>
                  <a:pt x="10920" y="19320"/>
                </a:moveTo>
                <a:lnTo>
                  <a:pt x="10920" y="16200"/>
                </a:lnTo>
                <a:quadBezTo>
                  <a:pt x="10920" y="14640"/>
                  <a:pt x="13260" y="14640"/>
                </a:quadBezTo>
                <a:quadBezTo>
                  <a:pt x="16380" y="14640"/>
                  <a:pt x="16380" y="16200"/>
                </a:quadBezTo>
                <a:lnTo>
                  <a:pt x="16380" y="19320"/>
                </a:lnTo>
                <a:moveTo>
                  <a:pt x="6240" y="20100"/>
                </a:moveTo>
                <a:lnTo>
                  <a:pt x="6240" y="15420"/>
                </a:lnTo>
                <a:quadBezTo>
                  <a:pt x="6240" y="14250"/>
                  <a:pt x="9360" y="14250"/>
                </a:quadBezTo>
                <a:quadBezTo>
                  <a:pt x="12480" y="14250"/>
                  <a:pt x="12480" y="15420"/>
                </a:quadBezTo>
                <a:lnTo>
                  <a:pt x="12480" y="20100"/>
                </a:lnTo>
                <a:close/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0646"/>
                </a:lnTo>
                <a:cubicBezTo>
                  <a:pt x="17160" y="20775"/>
                  <a:pt x="17055" y="20880"/>
                  <a:pt x="16926" y="20880"/>
                </a:cubicBezTo>
                <a:lnTo>
                  <a:pt x="1794" y="20880"/>
                </a:lnTo>
                <a:cubicBezTo>
                  <a:pt x="1665" y="20880"/>
                  <a:pt x="1560" y="20775"/>
                  <a:pt x="1560" y="2064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三人团队·新增</a:t>
            </a:r>
          </a:p>
        </p:txBody>
      </p:sp>
      <p:sp>
        <p:nvSpPr>
          <p:cNvPr id="16" name="ORG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10740"/>
                </a:moveTo>
                <a:cubicBezTo>
                  <a:pt x="7020" y="11602"/>
                  <a:pt x="6322" y="12300"/>
                  <a:pt x="5460" y="12300"/>
                </a:cubicBezTo>
                <a:cubicBezTo>
                  <a:pt x="4598" y="12300"/>
                  <a:pt x="3900" y="11602"/>
                  <a:pt x="3900" y="10740"/>
                </a:cubicBezTo>
                <a:cubicBezTo>
                  <a:pt x="3900" y="9878"/>
                  <a:pt x="4598" y="9180"/>
                  <a:pt x="5460" y="9180"/>
                </a:cubicBezTo>
                <a:cubicBezTo>
                  <a:pt x="6322" y="9180"/>
                  <a:pt x="7020" y="9878"/>
                  <a:pt x="7020" y="10740"/>
                </a:cubicBezTo>
                <a:close/>
                <a:moveTo>
                  <a:pt x="14820" y="10740"/>
                </a:moveTo>
                <a:cubicBezTo>
                  <a:pt x="14820" y="11602"/>
                  <a:pt x="14122" y="12300"/>
                  <a:pt x="13260" y="12300"/>
                </a:cubicBezTo>
                <a:cubicBezTo>
                  <a:pt x="12398" y="12300"/>
                  <a:pt x="11700" y="11602"/>
                  <a:pt x="11700" y="10740"/>
                </a:cubicBezTo>
                <a:cubicBezTo>
                  <a:pt x="11700" y="9878"/>
                  <a:pt x="12398" y="9180"/>
                  <a:pt x="13260" y="9180"/>
                </a:cubicBezTo>
                <a:cubicBezTo>
                  <a:pt x="14122" y="9180"/>
                  <a:pt x="14820" y="9878"/>
                  <a:pt x="14820" y="10740"/>
                </a:cubicBezTo>
                <a:close/>
                <a:moveTo>
                  <a:pt x="10920" y="9960"/>
                </a:moveTo>
                <a:cubicBezTo>
                  <a:pt x="10920" y="10822"/>
                  <a:pt x="10222" y="11520"/>
                  <a:pt x="9360" y="11520"/>
                </a:cubicBezTo>
                <a:cubicBezTo>
                  <a:pt x="8498" y="11520"/>
                  <a:pt x="7800" y="10822"/>
                  <a:pt x="7800" y="9960"/>
                </a:cubicBezTo>
                <a:cubicBezTo>
                  <a:pt x="7800" y="9098"/>
                  <a:pt x="8498" y="8400"/>
                  <a:pt x="9360" y="8400"/>
                </a:cubicBezTo>
                <a:cubicBezTo>
                  <a:pt x="10222" y="8400"/>
                  <a:pt x="10920" y="9098"/>
                  <a:pt x="10920" y="9960"/>
                </a:cubicBezTo>
                <a:close/>
                <a:moveTo>
                  <a:pt x="2340" y="19320"/>
                </a:moveTo>
                <a:lnTo>
                  <a:pt x="2340" y="16200"/>
                </a:lnTo>
                <a:quadBezTo>
                  <a:pt x="2340" y="14640"/>
                  <a:pt x="5460" y="14640"/>
                </a:quadBezTo>
                <a:quadBezTo>
                  <a:pt x="7800" y="14640"/>
                  <a:pt x="7800" y="16200"/>
                </a:quadBezTo>
                <a:moveTo>
                  <a:pt x="10920" y="19320"/>
                </a:moveTo>
                <a:lnTo>
                  <a:pt x="10920" y="16200"/>
                </a:lnTo>
                <a:quadBezTo>
                  <a:pt x="10920" y="14640"/>
                  <a:pt x="13260" y="14640"/>
                </a:quadBezTo>
                <a:quadBezTo>
                  <a:pt x="16380" y="14640"/>
                  <a:pt x="16380" y="16200"/>
                </a:quadBezTo>
                <a:lnTo>
                  <a:pt x="16380" y="19320"/>
                </a:lnTo>
                <a:moveTo>
                  <a:pt x="6240" y="20100"/>
                </a:moveTo>
                <a:lnTo>
                  <a:pt x="6240" y="15420"/>
                </a:lnTo>
                <a:quadBezTo>
                  <a:pt x="6240" y="14250"/>
                  <a:pt x="9360" y="14250"/>
                </a:quadBezTo>
                <a:quadBezTo>
                  <a:pt x="12480" y="14250"/>
                  <a:pt x="12480" y="15420"/>
                </a:quadBezTo>
                <a:lnTo>
                  <a:pt x="12480" y="20100"/>
                </a:lnTo>
                <a:close/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0646"/>
                </a:lnTo>
                <a:cubicBezTo>
                  <a:pt x="17160" y="20775"/>
                  <a:pt x="17055" y="20880"/>
                  <a:pt x="16926" y="20880"/>
                </a:cubicBezTo>
                <a:lnTo>
                  <a:pt x="1794" y="20880"/>
                </a:lnTo>
                <a:cubicBezTo>
                  <a:pt x="1665" y="20880"/>
                  <a:pt x="1560" y="20775"/>
                  <a:pt x="1560" y="2064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三人团队·重点</a:t>
            </a:r>
          </a:p>
        </p:txBody>
      </p:sp>
      <p:sp>
        <p:nvSpPr>
          <p:cNvPr id="19" name="ORG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020" y="10740"/>
                </a:moveTo>
                <a:cubicBezTo>
                  <a:pt x="7020" y="11602"/>
                  <a:pt x="6322" y="12300"/>
                  <a:pt x="5460" y="12300"/>
                </a:cubicBezTo>
                <a:cubicBezTo>
                  <a:pt x="4598" y="12300"/>
                  <a:pt x="3900" y="11602"/>
                  <a:pt x="3900" y="10740"/>
                </a:cubicBezTo>
                <a:cubicBezTo>
                  <a:pt x="3900" y="9878"/>
                  <a:pt x="4598" y="9180"/>
                  <a:pt x="5460" y="9180"/>
                </a:cubicBezTo>
                <a:cubicBezTo>
                  <a:pt x="6322" y="9180"/>
                  <a:pt x="7020" y="9878"/>
                  <a:pt x="7020" y="10740"/>
                </a:cubicBezTo>
                <a:close/>
                <a:moveTo>
                  <a:pt x="14820" y="10740"/>
                </a:moveTo>
                <a:cubicBezTo>
                  <a:pt x="14820" y="11602"/>
                  <a:pt x="14122" y="12300"/>
                  <a:pt x="13260" y="12300"/>
                </a:cubicBezTo>
                <a:cubicBezTo>
                  <a:pt x="12398" y="12300"/>
                  <a:pt x="11700" y="11602"/>
                  <a:pt x="11700" y="10740"/>
                </a:cubicBezTo>
                <a:cubicBezTo>
                  <a:pt x="11700" y="9878"/>
                  <a:pt x="12398" y="9180"/>
                  <a:pt x="13260" y="9180"/>
                </a:cubicBezTo>
                <a:cubicBezTo>
                  <a:pt x="14122" y="9180"/>
                  <a:pt x="14820" y="9878"/>
                  <a:pt x="14820" y="10740"/>
                </a:cubicBezTo>
                <a:close/>
                <a:moveTo>
                  <a:pt x="10920" y="9960"/>
                </a:moveTo>
                <a:cubicBezTo>
                  <a:pt x="10920" y="10822"/>
                  <a:pt x="10222" y="11520"/>
                  <a:pt x="9360" y="11520"/>
                </a:cubicBezTo>
                <a:cubicBezTo>
                  <a:pt x="8498" y="11520"/>
                  <a:pt x="7800" y="10822"/>
                  <a:pt x="7800" y="9960"/>
                </a:cubicBezTo>
                <a:cubicBezTo>
                  <a:pt x="7800" y="9098"/>
                  <a:pt x="8498" y="8400"/>
                  <a:pt x="9360" y="8400"/>
                </a:cubicBezTo>
                <a:cubicBezTo>
                  <a:pt x="10222" y="8400"/>
                  <a:pt x="10920" y="9098"/>
                  <a:pt x="10920" y="9960"/>
                </a:cubicBezTo>
                <a:close/>
                <a:moveTo>
                  <a:pt x="2340" y="19320"/>
                </a:moveTo>
                <a:lnTo>
                  <a:pt x="2340" y="16200"/>
                </a:lnTo>
                <a:quadBezTo>
                  <a:pt x="2340" y="14640"/>
                  <a:pt x="5460" y="14640"/>
                </a:quadBezTo>
                <a:quadBezTo>
                  <a:pt x="7800" y="14640"/>
                  <a:pt x="7800" y="16200"/>
                </a:quadBezTo>
                <a:moveTo>
                  <a:pt x="10920" y="19320"/>
                </a:moveTo>
                <a:lnTo>
                  <a:pt x="10920" y="16200"/>
                </a:lnTo>
                <a:quadBezTo>
                  <a:pt x="10920" y="14640"/>
                  <a:pt x="13260" y="14640"/>
                </a:quadBezTo>
                <a:quadBezTo>
                  <a:pt x="16380" y="14640"/>
                  <a:pt x="16380" y="16200"/>
                </a:quadBezTo>
                <a:lnTo>
                  <a:pt x="16380" y="19320"/>
                </a:lnTo>
                <a:moveTo>
                  <a:pt x="6240" y="20100"/>
                </a:moveTo>
                <a:lnTo>
                  <a:pt x="6240" y="15420"/>
                </a:lnTo>
                <a:quadBezTo>
                  <a:pt x="6240" y="14250"/>
                  <a:pt x="9360" y="14250"/>
                </a:quadBezTo>
                <a:quadBezTo>
                  <a:pt x="12480" y="14250"/>
                  <a:pt x="12480" y="15420"/>
                </a:quadBezTo>
                <a:lnTo>
                  <a:pt x="12480" y="20100"/>
                </a:lnTo>
                <a:close/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0646"/>
                </a:lnTo>
                <a:cubicBezTo>
                  <a:pt x="17160" y="20775"/>
                  <a:pt x="17055" y="20880"/>
                  <a:pt x="16926" y="20880"/>
                </a:cubicBezTo>
                <a:lnTo>
                  <a:pt x="1794" y="20880"/>
                </a:lnTo>
                <a:cubicBezTo>
                  <a:pt x="1665" y="20880"/>
                  <a:pt x="1560" y="20775"/>
                  <a:pt x="1560" y="2064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三人团队·关怀</a:t>
            </a:r>
          </a:p>
        </p:txBody>
      </p:sp>
      <p:sp>
        <p:nvSpPr>
          <p:cNvPr id="22" name="ORG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400" y="3000"/>
                </a:moveTo>
                <a:lnTo>
                  <a:pt x="14600" y="3000"/>
                </a:lnTo>
                <a:cubicBezTo>
                  <a:pt x="14821" y="3000"/>
                  <a:pt x="15000" y="3179"/>
                  <a:pt x="15000" y="3400"/>
                </a:cubicBezTo>
                <a:lnTo>
                  <a:pt x="15000" y="6600"/>
                </a:lnTo>
                <a:cubicBezTo>
                  <a:pt x="15000" y="6821"/>
                  <a:pt x="14821" y="7000"/>
                  <a:pt x="14600" y="7000"/>
                </a:cubicBezTo>
                <a:lnTo>
                  <a:pt x="9400" y="7000"/>
                </a:lnTo>
                <a:cubicBezTo>
                  <a:pt x="9179" y="7000"/>
                  <a:pt x="9000" y="6821"/>
                  <a:pt x="9000" y="6600"/>
                </a:cubicBezTo>
                <a:lnTo>
                  <a:pt x="9000" y="3400"/>
                </a:lnTo>
                <a:cubicBezTo>
                  <a:pt x="9000" y="3179"/>
                  <a:pt x="9179" y="3000"/>
                  <a:pt x="9400" y="3000"/>
                </a:cubicBezTo>
                <a:close/>
                <a:moveTo>
                  <a:pt x="2400" y="13000"/>
                </a:moveTo>
                <a:lnTo>
                  <a:pt x="7600" y="13000"/>
                </a:lnTo>
                <a:cubicBezTo>
                  <a:pt x="7821" y="13000"/>
                  <a:pt x="8000" y="13179"/>
                  <a:pt x="8000" y="13400"/>
                </a:cubicBezTo>
                <a:lnTo>
                  <a:pt x="8000" y="16600"/>
                </a:lnTo>
                <a:cubicBezTo>
                  <a:pt x="8000" y="16821"/>
                  <a:pt x="7821" y="17000"/>
                  <a:pt x="7600" y="17000"/>
                </a:cubicBezTo>
                <a:lnTo>
                  <a:pt x="2400" y="17000"/>
                </a:lnTo>
                <a:cubicBezTo>
                  <a:pt x="2179" y="17000"/>
                  <a:pt x="2000" y="16821"/>
                  <a:pt x="2000" y="16600"/>
                </a:cubicBezTo>
                <a:lnTo>
                  <a:pt x="2000" y="13400"/>
                </a:lnTo>
                <a:cubicBezTo>
                  <a:pt x="2000" y="13179"/>
                  <a:pt x="2179" y="13000"/>
                  <a:pt x="2400" y="13000"/>
                </a:cubicBezTo>
                <a:close/>
                <a:moveTo>
                  <a:pt x="9400" y="13000"/>
                </a:moveTo>
                <a:lnTo>
                  <a:pt x="14600" y="13000"/>
                </a:lnTo>
                <a:cubicBezTo>
                  <a:pt x="14821" y="13000"/>
                  <a:pt x="15000" y="13179"/>
                  <a:pt x="15000" y="13400"/>
                </a:cubicBezTo>
                <a:lnTo>
                  <a:pt x="15000" y="16600"/>
                </a:lnTo>
                <a:cubicBezTo>
                  <a:pt x="15000" y="16821"/>
                  <a:pt x="14821" y="17000"/>
                  <a:pt x="14600" y="17000"/>
                </a:cubicBezTo>
                <a:lnTo>
                  <a:pt x="9400" y="17000"/>
                </a:lnTo>
                <a:cubicBezTo>
                  <a:pt x="9179" y="17000"/>
                  <a:pt x="9000" y="16821"/>
                  <a:pt x="9000" y="16600"/>
                </a:cubicBezTo>
                <a:lnTo>
                  <a:pt x="9000" y="13400"/>
                </a:lnTo>
                <a:cubicBezTo>
                  <a:pt x="9000" y="13179"/>
                  <a:pt x="9179" y="13000"/>
                  <a:pt x="9400" y="13000"/>
                </a:cubicBezTo>
                <a:close/>
                <a:moveTo>
                  <a:pt x="16400" y="13000"/>
                </a:moveTo>
                <a:lnTo>
                  <a:pt x="21600" y="13000"/>
                </a:lnTo>
                <a:cubicBezTo>
                  <a:pt x="21821" y="13000"/>
                  <a:pt x="22000" y="13179"/>
                  <a:pt x="22000" y="13400"/>
                </a:cubicBezTo>
                <a:lnTo>
                  <a:pt x="22000" y="16600"/>
                </a:lnTo>
                <a:cubicBezTo>
                  <a:pt x="22000" y="16821"/>
                  <a:pt x="21821" y="17000"/>
                  <a:pt x="21600" y="17000"/>
                </a:cubicBezTo>
                <a:lnTo>
                  <a:pt x="16400" y="17000"/>
                </a:lnTo>
                <a:cubicBezTo>
                  <a:pt x="16179" y="17000"/>
                  <a:pt x="16000" y="16821"/>
                  <a:pt x="16000" y="16600"/>
                </a:cubicBezTo>
                <a:lnTo>
                  <a:pt x="16000" y="13400"/>
                </a:lnTo>
                <a:cubicBezTo>
                  <a:pt x="16000" y="13179"/>
                  <a:pt x="16179" y="13000"/>
                  <a:pt x="16400" y="13000"/>
                </a:cubicBezTo>
                <a:close/>
                <a:moveTo>
                  <a:pt x="11600" y="7000"/>
                </a:moveTo>
                <a:lnTo>
                  <a:pt x="11600" y="10000"/>
                </a:lnTo>
                <a:lnTo>
                  <a:pt x="12400" y="10000"/>
                </a:lnTo>
                <a:lnTo>
                  <a:pt x="12400" y="7000"/>
                </a:lnTo>
                <a:close/>
                <a:moveTo>
                  <a:pt x="5000" y="10400"/>
                </a:moveTo>
                <a:lnTo>
                  <a:pt x="19000" y="10400"/>
                </a:lnTo>
                <a:lnTo>
                  <a:pt x="19000" y="9600"/>
                </a:lnTo>
                <a:lnTo>
                  <a:pt x="5000" y="9600"/>
                </a:lnTo>
                <a:close/>
                <a:moveTo>
                  <a:pt x="4600" y="10000"/>
                </a:moveTo>
                <a:lnTo>
                  <a:pt x="4600" y="13000"/>
                </a:lnTo>
                <a:lnTo>
                  <a:pt x="5400" y="13000"/>
                </a:lnTo>
                <a:lnTo>
                  <a:pt x="5400" y="10000"/>
                </a:lnTo>
                <a:close/>
                <a:moveTo>
                  <a:pt x="11600" y="10000"/>
                </a:moveTo>
                <a:lnTo>
                  <a:pt x="11600" y="13000"/>
                </a:lnTo>
                <a:lnTo>
                  <a:pt x="12400" y="13000"/>
                </a:lnTo>
                <a:lnTo>
                  <a:pt x="12400" y="10000"/>
                </a:lnTo>
                <a:close/>
                <a:moveTo>
                  <a:pt x="18600" y="10000"/>
                </a:moveTo>
                <a:lnTo>
                  <a:pt x="18600" y="13000"/>
                </a:lnTo>
                <a:lnTo>
                  <a:pt x="19400" y="13000"/>
                </a:lnTo>
                <a:lnTo>
                  <a:pt x="19400" y="10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组织层级</a:t>
            </a:r>
          </a:p>
        </p:txBody>
      </p:sp>
      <p:sp>
        <p:nvSpPr>
          <p:cNvPr id="25" name="ORG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332" y="7620"/>
                </a:moveTo>
                <a:lnTo>
                  <a:pt x="11388" y="7620"/>
                </a:lnTo>
                <a:cubicBezTo>
                  <a:pt x="11560" y="7620"/>
                  <a:pt x="11700" y="7760"/>
                  <a:pt x="11700" y="7932"/>
                </a:cubicBezTo>
                <a:lnTo>
                  <a:pt x="11700" y="10428"/>
                </a:lnTo>
                <a:cubicBezTo>
                  <a:pt x="11700" y="10600"/>
                  <a:pt x="11560" y="10740"/>
                  <a:pt x="11388" y="10740"/>
                </a:cubicBezTo>
                <a:lnTo>
                  <a:pt x="7332" y="10740"/>
                </a:lnTo>
                <a:cubicBezTo>
                  <a:pt x="7160" y="10740"/>
                  <a:pt x="7020" y="10600"/>
                  <a:pt x="7020" y="10428"/>
                </a:cubicBezTo>
                <a:lnTo>
                  <a:pt x="7020" y="7932"/>
                </a:lnTo>
                <a:cubicBezTo>
                  <a:pt x="7020" y="7760"/>
                  <a:pt x="7160" y="7620"/>
                  <a:pt x="7332" y="7620"/>
                </a:cubicBezTo>
                <a:close/>
                <a:moveTo>
                  <a:pt x="1872" y="15420"/>
                </a:moveTo>
                <a:lnTo>
                  <a:pt x="5928" y="15420"/>
                </a:lnTo>
                <a:cubicBezTo>
                  <a:pt x="6100" y="15420"/>
                  <a:pt x="6240" y="15560"/>
                  <a:pt x="6240" y="15732"/>
                </a:cubicBezTo>
                <a:lnTo>
                  <a:pt x="6240" y="18228"/>
                </a:lnTo>
                <a:cubicBezTo>
                  <a:pt x="6240" y="18400"/>
                  <a:pt x="6100" y="18540"/>
                  <a:pt x="5928" y="18540"/>
                </a:cubicBezTo>
                <a:lnTo>
                  <a:pt x="1872" y="18540"/>
                </a:lnTo>
                <a:cubicBezTo>
                  <a:pt x="1700" y="18540"/>
                  <a:pt x="1560" y="18400"/>
                  <a:pt x="1560" y="18228"/>
                </a:cubicBezTo>
                <a:lnTo>
                  <a:pt x="1560" y="15732"/>
                </a:lnTo>
                <a:cubicBezTo>
                  <a:pt x="1560" y="15560"/>
                  <a:pt x="1700" y="15420"/>
                  <a:pt x="1872" y="15420"/>
                </a:cubicBezTo>
                <a:close/>
                <a:moveTo>
                  <a:pt x="7332" y="15420"/>
                </a:moveTo>
                <a:lnTo>
                  <a:pt x="11388" y="15420"/>
                </a:lnTo>
                <a:cubicBezTo>
                  <a:pt x="11560" y="15420"/>
                  <a:pt x="11700" y="15560"/>
                  <a:pt x="11700" y="15732"/>
                </a:cubicBezTo>
                <a:lnTo>
                  <a:pt x="11700" y="18228"/>
                </a:lnTo>
                <a:cubicBezTo>
                  <a:pt x="11700" y="18400"/>
                  <a:pt x="11560" y="18540"/>
                  <a:pt x="11388" y="18540"/>
                </a:cubicBezTo>
                <a:lnTo>
                  <a:pt x="7332" y="18540"/>
                </a:lnTo>
                <a:cubicBezTo>
                  <a:pt x="7160" y="18540"/>
                  <a:pt x="7020" y="18400"/>
                  <a:pt x="7020" y="18228"/>
                </a:cubicBezTo>
                <a:lnTo>
                  <a:pt x="7020" y="15732"/>
                </a:lnTo>
                <a:cubicBezTo>
                  <a:pt x="7020" y="15560"/>
                  <a:pt x="7160" y="15420"/>
                  <a:pt x="7332" y="15420"/>
                </a:cubicBezTo>
                <a:close/>
                <a:moveTo>
                  <a:pt x="12792" y="15420"/>
                </a:moveTo>
                <a:lnTo>
                  <a:pt x="16848" y="15420"/>
                </a:lnTo>
                <a:cubicBezTo>
                  <a:pt x="17020" y="15420"/>
                  <a:pt x="17160" y="15560"/>
                  <a:pt x="17160" y="15732"/>
                </a:cubicBezTo>
                <a:lnTo>
                  <a:pt x="17160" y="18228"/>
                </a:lnTo>
                <a:cubicBezTo>
                  <a:pt x="17160" y="18400"/>
                  <a:pt x="17020" y="18540"/>
                  <a:pt x="16848" y="18540"/>
                </a:cubicBezTo>
                <a:lnTo>
                  <a:pt x="12792" y="18540"/>
                </a:lnTo>
                <a:cubicBezTo>
                  <a:pt x="12620" y="18540"/>
                  <a:pt x="12480" y="18400"/>
                  <a:pt x="12480" y="18228"/>
                </a:cubicBezTo>
                <a:lnTo>
                  <a:pt x="12480" y="15732"/>
                </a:lnTo>
                <a:cubicBezTo>
                  <a:pt x="12480" y="15560"/>
                  <a:pt x="12620" y="15420"/>
                  <a:pt x="12792" y="15420"/>
                </a:cubicBezTo>
                <a:close/>
                <a:moveTo>
                  <a:pt x="9048" y="10740"/>
                </a:moveTo>
                <a:lnTo>
                  <a:pt x="9048" y="13080"/>
                </a:lnTo>
                <a:lnTo>
                  <a:pt x="9672" y="13080"/>
                </a:lnTo>
                <a:lnTo>
                  <a:pt x="9672" y="10740"/>
                </a:lnTo>
                <a:close/>
                <a:moveTo>
                  <a:pt x="3900" y="13392"/>
                </a:moveTo>
                <a:lnTo>
                  <a:pt x="14820" y="13392"/>
                </a:lnTo>
                <a:lnTo>
                  <a:pt x="14820" y="12768"/>
                </a:lnTo>
                <a:lnTo>
                  <a:pt x="3900" y="12768"/>
                </a:lnTo>
                <a:close/>
                <a:moveTo>
                  <a:pt x="3588" y="13080"/>
                </a:moveTo>
                <a:lnTo>
                  <a:pt x="3588" y="15420"/>
                </a:lnTo>
                <a:lnTo>
                  <a:pt x="4212" y="15420"/>
                </a:lnTo>
                <a:lnTo>
                  <a:pt x="4212" y="13080"/>
                </a:lnTo>
                <a:close/>
                <a:moveTo>
                  <a:pt x="9048" y="13080"/>
                </a:moveTo>
                <a:lnTo>
                  <a:pt x="9048" y="15420"/>
                </a:lnTo>
                <a:lnTo>
                  <a:pt x="9672" y="15420"/>
                </a:lnTo>
                <a:lnTo>
                  <a:pt x="9672" y="13080"/>
                </a:lnTo>
                <a:close/>
                <a:moveTo>
                  <a:pt x="14508" y="13080"/>
                </a:moveTo>
                <a:lnTo>
                  <a:pt x="14508" y="15420"/>
                </a:lnTo>
                <a:lnTo>
                  <a:pt x="15132" y="15420"/>
                </a:lnTo>
                <a:lnTo>
                  <a:pt x="15132" y="1308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组织层级·协同</a:t>
            </a:r>
          </a:p>
        </p:txBody>
      </p:sp>
      <p:sp>
        <p:nvSpPr>
          <p:cNvPr id="28" name="ORG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332" y="7620"/>
                </a:moveTo>
                <a:lnTo>
                  <a:pt x="11388" y="7620"/>
                </a:lnTo>
                <a:cubicBezTo>
                  <a:pt x="11560" y="7620"/>
                  <a:pt x="11700" y="7760"/>
                  <a:pt x="11700" y="7932"/>
                </a:cubicBezTo>
                <a:lnTo>
                  <a:pt x="11700" y="10428"/>
                </a:lnTo>
                <a:cubicBezTo>
                  <a:pt x="11700" y="10600"/>
                  <a:pt x="11560" y="10740"/>
                  <a:pt x="11388" y="10740"/>
                </a:cubicBezTo>
                <a:lnTo>
                  <a:pt x="7332" y="10740"/>
                </a:lnTo>
                <a:cubicBezTo>
                  <a:pt x="7160" y="10740"/>
                  <a:pt x="7020" y="10600"/>
                  <a:pt x="7020" y="10428"/>
                </a:cubicBezTo>
                <a:lnTo>
                  <a:pt x="7020" y="7932"/>
                </a:lnTo>
                <a:cubicBezTo>
                  <a:pt x="7020" y="7760"/>
                  <a:pt x="7160" y="7620"/>
                  <a:pt x="7332" y="7620"/>
                </a:cubicBezTo>
                <a:close/>
                <a:moveTo>
                  <a:pt x="1872" y="15420"/>
                </a:moveTo>
                <a:lnTo>
                  <a:pt x="5928" y="15420"/>
                </a:lnTo>
                <a:cubicBezTo>
                  <a:pt x="6100" y="15420"/>
                  <a:pt x="6240" y="15560"/>
                  <a:pt x="6240" y="15732"/>
                </a:cubicBezTo>
                <a:lnTo>
                  <a:pt x="6240" y="18228"/>
                </a:lnTo>
                <a:cubicBezTo>
                  <a:pt x="6240" y="18400"/>
                  <a:pt x="6100" y="18540"/>
                  <a:pt x="5928" y="18540"/>
                </a:cubicBezTo>
                <a:lnTo>
                  <a:pt x="1872" y="18540"/>
                </a:lnTo>
                <a:cubicBezTo>
                  <a:pt x="1700" y="18540"/>
                  <a:pt x="1560" y="18400"/>
                  <a:pt x="1560" y="18228"/>
                </a:cubicBezTo>
                <a:lnTo>
                  <a:pt x="1560" y="15732"/>
                </a:lnTo>
                <a:cubicBezTo>
                  <a:pt x="1560" y="15560"/>
                  <a:pt x="1700" y="15420"/>
                  <a:pt x="1872" y="15420"/>
                </a:cubicBezTo>
                <a:close/>
                <a:moveTo>
                  <a:pt x="7332" y="15420"/>
                </a:moveTo>
                <a:lnTo>
                  <a:pt x="11388" y="15420"/>
                </a:lnTo>
                <a:cubicBezTo>
                  <a:pt x="11560" y="15420"/>
                  <a:pt x="11700" y="15560"/>
                  <a:pt x="11700" y="15732"/>
                </a:cubicBezTo>
                <a:lnTo>
                  <a:pt x="11700" y="18228"/>
                </a:lnTo>
                <a:cubicBezTo>
                  <a:pt x="11700" y="18400"/>
                  <a:pt x="11560" y="18540"/>
                  <a:pt x="11388" y="18540"/>
                </a:cubicBezTo>
                <a:lnTo>
                  <a:pt x="7332" y="18540"/>
                </a:lnTo>
                <a:cubicBezTo>
                  <a:pt x="7160" y="18540"/>
                  <a:pt x="7020" y="18400"/>
                  <a:pt x="7020" y="18228"/>
                </a:cubicBezTo>
                <a:lnTo>
                  <a:pt x="7020" y="15732"/>
                </a:lnTo>
                <a:cubicBezTo>
                  <a:pt x="7020" y="15560"/>
                  <a:pt x="7160" y="15420"/>
                  <a:pt x="7332" y="15420"/>
                </a:cubicBezTo>
                <a:close/>
                <a:moveTo>
                  <a:pt x="12792" y="15420"/>
                </a:moveTo>
                <a:lnTo>
                  <a:pt x="16848" y="15420"/>
                </a:lnTo>
                <a:cubicBezTo>
                  <a:pt x="17020" y="15420"/>
                  <a:pt x="17160" y="15560"/>
                  <a:pt x="17160" y="15732"/>
                </a:cubicBezTo>
                <a:lnTo>
                  <a:pt x="17160" y="18228"/>
                </a:lnTo>
                <a:cubicBezTo>
                  <a:pt x="17160" y="18400"/>
                  <a:pt x="17020" y="18540"/>
                  <a:pt x="16848" y="18540"/>
                </a:cubicBezTo>
                <a:lnTo>
                  <a:pt x="12792" y="18540"/>
                </a:lnTo>
                <a:cubicBezTo>
                  <a:pt x="12620" y="18540"/>
                  <a:pt x="12480" y="18400"/>
                  <a:pt x="12480" y="18228"/>
                </a:cubicBezTo>
                <a:lnTo>
                  <a:pt x="12480" y="15732"/>
                </a:lnTo>
                <a:cubicBezTo>
                  <a:pt x="12480" y="15560"/>
                  <a:pt x="12620" y="15420"/>
                  <a:pt x="12792" y="15420"/>
                </a:cubicBezTo>
                <a:close/>
                <a:moveTo>
                  <a:pt x="9048" y="10740"/>
                </a:moveTo>
                <a:lnTo>
                  <a:pt x="9048" y="13080"/>
                </a:lnTo>
                <a:lnTo>
                  <a:pt x="9672" y="13080"/>
                </a:lnTo>
                <a:lnTo>
                  <a:pt x="9672" y="10740"/>
                </a:lnTo>
                <a:close/>
                <a:moveTo>
                  <a:pt x="3900" y="13392"/>
                </a:moveTo>
                <a:lnTo>
                  <a:pt x="14820" y="13392"/>
                </a:lnTo>
                <a:lnTo>
                  <a:pt x="14820" y="12768"/>
                </a:lnTo>
                <a:lnTo>
                  <a:pt x="3900" y="12768"/>
                </a:lnTo>
                <a:close/>
                <a:moveTo>
                  <a:pt x="3588" y="13080"/>
                </a:moveTo>
                <a:lnTo>
                  <a:pt x="3588" y="15420"/>
                </a:lnTo>
                <a:lnTo>
                  <a:pt x="4212" y="15420"/>
                </a:lnTo>
                <a:lnTo>
                  <a:pt x="4212" y="13080"/>
                </a:lnTo>
                <a:close/>
                <a:moveTo>
                  <a:pt x="9048" y="13080"/>
                </a:moveTo>
                <a:lnTo>
                  <a:pt x="9048" y="15420"/>
                </a:lnTo>
                <a:lnTo>
                  <a:pt x="9672" y="15420"/>
                </a:lnTo>
                <a:lnTo>
                  <a:pt x="9672" y="13080"/>
                </a:lnTo>
                <a:close/>
                <a:moveTo>
                  <a:pt x="14508" y="13080"/>
                </a:moveTo>
                <a:lnTo>
                  <a:pt x="14508" y="15420"/>
                </a:lnTo>
                <a:lnTo>
                  <a:pt x="15132" y="15420"/>
                </a:lnTo>
                <a:lnTo>
                  <a:pt x="15132" y="1308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组织层级·已验证</a:t>
            </a:r>
          </a:p>
        </p:txBody>
      </p:sp>
      <p:sp>
        <p:nvSpPr>
          <p:cNvPr id="31" name="ORG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332" y="7620"/>
                </a:moveTo>
                <a:lnTo>
                  <a:pt x="11388" y="7620"/>
                </a:lnTo>
                <a:cubicBezTo>
                  <a:pt x="11560" y="7620"/>
                  <a:pt x="11700" y="7760"/>
                  <a:pt x="11700" y="7932"/>
                </a:cubicBezTo>
                <a:lnTo>
                  <a:pt x="11700" y="10428"/>
                </a:lnTo>
                <a:cubicBezTo>
                  <a:pt x="11700" y="10600"/>
                  <a:pt x="11560" y="10740"/>
                  <a:pt x="11388" y="10740"/>
                </a:cubicBezTo>
                <a:lnTo>
                  <a:pt x="7332" y="10740"/>
                </a:lnTo>
                <a:cubicBezTo>
                  <a:pt x="7160" y="10740"/>
                  <a:pt x="7020" y="10600"/>
                  <a:pt x="7020" y="10428"/>
                </a:cubicBezTo>
                <a:lnTo>
                  <a:pt x="7020" y="7932"/>
                </a:lnTo>
                <a:cubicBezTo>
                  <a:pt x="7020" y="7760"/>
                  <a:pt x="7160" y="7620"/>
                  <a:pt x="7332" y="7620"/>
                </a:cubicBezTo>
                <a:close/>
                <a:moveTo>
                  <a:pt x="1872" y="15420"/>
                </a:moveTo>
                <a:lnTo>
                  <a:pt x="5928" y="15420"/>
                </a:lnTo>
                <a:cubicBezTo>
                  <a:pt x="6100" y="15420"/>
                  <a:pt x="6240" y="15560"/>
                  <a:pt x="6240" y="15732"/>
                </a:cubicBezTo>
                <a:lnTo>
                  <a:pt x="6240" y="18228"/>
                </a:lnTo>
                <a:cubicBezTo>
                  <a:pt x="6240" y="18400"/>
                  <a:pt x="6100" y="18540"/>
                  <a:pt x="5928" y="18540"/>
                </a:cubicBezTo>
                <a:lnTo>
                  <a:pt x="1872" y="18540"/>
                </a:lnTo>
                <a:cubicBezTo>
                  <a:pt x="1700" y="18540"/>
                  <a:pt x="1560" y="18400"/>
                  <a:pt x="1560" y="18228"/>
                </a:cubicBezTo>
                <a:lnTo>
                  <a:pt x="1560" y="15732"/>
                </a:lnTo>
                <a:cubicBezTo>
                  <a:pt x="1560" y="15560"/>
                  <a:pt x="1700" y="15420"/>
                  <a:pt x="1872" y="15420"/>
                </a:cubicBezTo>
                <a:close/>
                <a:moveTo>
                  <a:pt x="7332" y="15420"/>
                </a:moveTo>
                <a:lnTo>
                  <a:pt x="11388" y="15420"/>
                </a:lnTo>
                <a:cubicBezTo>
                  <a:pt x="11560" y="15420"/>
                  <a:pt x="11700" y="15560"/>
                  <a:pt x="11700" y="15732"/>
                </a:cubicBezTo>
                <a:lnTo>
                  <a:pt x="11700" y="18228"/>
                </a:lnTo>
                <a:cubicBezTo>
                  <a:pt x="11700" y="18400"/>
                  <a:pt x="11560" y="18540"/>
                  <a:pt x="11388" y="18540"/>
                </a:cubicBezTo>
                <a:lnTo>
                  <a:pt x="7332" y="18540"/>
                </a:lnTo>
                <a:cubicBezTo>
                  <a:pt x="7160" y="18540"/>
                  <a:pt x="7020" y="18400"/>
                  <a:pt x="7020" y="18228"/>
                </a:cubicBezTo>
                <a:lnTo>
                  <a:pt x="7020" y="15732"/>
                </a:lnTo>
                <a:cubicBezTo>
                  <a:pt x="7020" y="15560"/>
                  <a:pt x="7160" y="15420"/>
                  <a:pt x="7332" y="15420"/>
                </a:cubicBezTo>
                <a:close/>
                <a:moveTo>
                  <a:pt x="12792" y="15420"/>
                </a:moveTo>
                <a:lnTo>
                  <a:pt x="16848" y="15420"/>
                </a:lnTo>
                <a:cubicBezTo>
                  <a:pt x="17020" y="15420"/>
                  <a:pt x="17160" y="15560"/>
                  <a:pt x="17160" y="15732"/>
                </a:cubicBezTo>
                <a:lnTo>
                  <a:pt x="17160" y="18228"/>
                </a:lnTo>
                <a:cubicBezTo>
                  <a:pt x="17160" y="18400"/>
                  <a:pt x="17020" y="18540"/>
                  <a:pt x="16848" y="18540"/>
                </a:cubicBezTo>
                <a:lnTo>
                  <a:pt x="12792" y="18540"/>
                </a:lnTo>
                <a:cubicBezTo>
                  <a:pt x="12620" y="18540"/>
                  <a:pt x="12480" y="18400"/>
                  <a:pt x="12480" y="18228"/>
                </a:cubicBezTo>
                <a:lnTo>
                  <a:pt x="12480" y="15732"/>
                </a:lnTo>
                <a:cubicBezTo>
                  <a:pt x="12480" y="15560"/>
                  <a:pt x="12620" y="15420"/>
                  <a:pt x="12792" y="15420"/>
                </a:cubicBezTo>
                <a:close/>
                <a:moveTo>
                  <a:pt x="9048" y="10740"/>
                </a:moveTo>
                <a:lnTo>
                  <a:pt x="9048" y="13080"/>
                </a:lnTo>
                <a:lnTo>
                  <a:pt x="9672" y="13080"/>
                </a:lnTo>
                <a:lnTo>
                  <a:pt x="9672" y="10740"/>
                </a:lnTo>
                <a:close/>
                <a:moveTo>
                  <a:pt x="3900" y="13392"/>
                </a:moveTo>
                <a:lnTo>
                  <a:pt x="14820" y="13392"/>
                </a:lnTo>
                <a:lnTo>
                  <a:pt x="14820" y="12768"/>
                </a:lnTo>
                <a:lnTo>
                  <a:pt x="3900" y="12768"/>
                </a:lnTo>
                <a:close/>
                <a:moveTo>
                  <a:pt x="3588" y="13080"/>
                </a:moveTo>
                <a:lnTo>
                  <a:pt x="3588" y="15420"/>
                </a:lnTo>
                <a:lnTo>
                  <a:pt x="4212" y="15420"/>
                </a:lnTo>
                <a:lnTo>
                  <a:pt x="4212" y="13080"/>
                </a:lnTo>
                <a:close/>
                <a:moveTo>
                  <a:pt x="9048" y="13080"/>
                </a:moveTo>
                <a:lnTo>
                  <a:pt x="9048" y="15420"/>
                </a:lnTo>
                <a:lnTo>
                  <a:pt x="9672" y="15420"/>
                </a:lnTo>
                <a:lnTo>
                  <a:pt x="9672" y="13080"/>
                </a:lnTo>
                <a:close/>
                <a:moveTo>
                  <a:pt x="14508" y="13080"/>
                </a:moveTo>
                <a:lnTo>
                  <a:pt x="14508" y="15420"/>
                </a:lnTo>
                <a:lnTo>
                  <a:pt x="15132" y="15420"/>
                </a:lnTo>
                <a:lnTo>
                  <a:pt x="15132" y="1308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组织层级·新增</a:t>
            </a:r>
          </a:p>
        </p:txBody>
      </p:sp>
      <p:sp>
        <p:nvSpPr>
          <p:cNvPr id="34" name="ORG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332" y="7620"/>
                </a:moveTo>
                <a:lnTo>
                  <a:pt x="11388" y="7620"/>
                </a:lnTo>
                <a:cubicBezTo>
                  <a:pt x="11560" y="7620"/>
                  <a:pt x="11700" y="7760"/>
                  <a:pt x="11700" y="7932"/>
                </a:cubicBezTo>
                <a:lnTo>
                  <a:pt x="11700" y="10428"/>
                </a:lnTo>
                <a:cubicBezTo>
                  <a:pt x="11700" y="10600"/>
                  <a:pt x="11560" y="10740"/>
                  <a:pt x="11388" y="10740"/>
                </a:cubicBezTo>
                <a:lnTo>
                  <a:pt x="7332" y="10740"/>
                </a:lnTo>
                <a:cubicBezTo>
                  <a:pt x="7160" y="10740"/>
                  <a:pt x="7020" y="10600"/>
                  <a:pt x="7020" y="10428"/>
                </a:cubicBezTo>
                <a:lnTo>
                  <a:pt x="7020" y="7932"/>
                </a:lnTo>
                <a:cubicBezTo>
                  <a:pt x="7020" y="7760"/>
                  <a:pt x="7160" y="7620"/>
                  <a:pt x="7332" y="7620"/>
                </a:cubicBezTo>
                <a:close/>
                <a:moveTo>
                  <a:pt x="1872" y="15420"/>
                </a:moveTo>
                <a:lnTo>
                  <a:pt x="5928" y="15420"/>
                </a:lnTo>
                <a:cubicBezTo>
                  <a:pt x="6100" y="15420"/>
                  <a:pt x="6240" y="15560"/>
                  <a:pt x="6240" y="15732"/>
                </a:cubicBezTo>
                <a:lnTo>
                  <a:pt x="6240" y="18228"/>
                </a:lnTo>
                <a:cubicBezTo>
                  <a:pt x="6240" y="18400"/>
                  <a:pt x="6100" y="18540"/>
                  <a:pt x="5928" y="18540"/>
                </a:cubicBezTo>
                <a:lnTo>
                  <a:pt x="1872" y="18540"/>
                </a:lnTo>
                <a:cubicBezTo>
                  <a:pt x="1700" y="18540"/>
                  <a:pt x="1560" y="18400"/>
                  <a:pt x="1560" y="18228"/>
                </a:cubicBezTo>
                <a:lnTo>
                  <a:pt x="1560" y="15732"/>
                </a:lnTo>
                <a:cubicBezTo>
                  <a:pt x="1560" y="15560"/>
                  <a:pt x="1700" y="15420"/>
                  <a:pt x="1872" y="15420"/>
                </a:cubicBezTo>
                <a:close/>
                <a:moveTo>
                  <a:pt x="7332" y="15420"/>
                </a:moveTo>
                <a:lnTo>
                  <a:pt x="11388" y="15420"/>
                </a:lnTo>
                <a:cubicBezTo>
                  <a:pt x="11560" y="15420"/>
                  <a:pt x="11700" y="15560"/>
                  <a:pt x="11700" y="15732"/>
                </a:cubicBezTo>
                <a:lnTo>
                  <a:pt x="11700" y="18228"/>
                </a:lnTo>
                <a:cubicBezTo>
                  <a:pt x="11700" y="18400"/>
                  <a:pt x="11560" y="18540"/>
                  <a:pt x="11388" y="18540"/>
                </a:cubicBezTo>
                <a:lnTo>
                  <a:pt x="7332" y="18540"/>
                </a:lnTo>
                <a:cubicBezTo>
                  <a:pt x="7160" y="18540"/>
                  <a:pt x="7020" y="18400"/>
                  <a:pt x="7020" y="18228"/>
                </a:cubicBezTo>
                <a:lnTo>
                  <a:pt x="7020" y="15732"/>
                </a:lnTo>
                <a:cubicBezTo>
                  <a:pt x="7020" y="15560"/>
                  <a:pt x="7160" y="15420"/>
                  <a:pt x="7332" y="15420"/>
                </a:cubicBezTo>
                <a:close/>
                <a:moveTo>
                  <a:pt x="12792" y="15420"/>
                </a:moveTo>
                <a:lnTo>
                  <a:pt x="16848" y="15420"/>
                </a:lnTo>
                <a:cubicBezTo>
                  <a:pt x="17020" y="15420"/>
                  <a:pt x="17160" y="15560"/>
                  <a:pt x="17160" y="15732"/>
                </a:cubicBezTo>
                <a:lnTo>
                  <a:pt x="17160" y="18228"/>
                </a:lnTo>
                <a:cubicBezTo>
                  <a:pt x="17160" y="18400"/>
                  <a:pt x="17020" y="18540"/>
                  <a:pt x="16848" y="18540"/>
                </a:cubicBezTo>
                <a:lnTo>
                  <a:pt x="12792" y="18540"/>
                </a:lnTo>
                <a:cubicBezTo>
                  <a:pt x="12620" y="18540"/>
                  <a:pt x="12480" y="18400"/>
                  <a:pt x="12480" y="18228"/>
                </a:cubicBezTo>
                <a:lnTo>
                  <a:pt x="12480" y="15732"/>
                </a:lnTo>
                <a:cubicBezTo>
                  <a:pt x="12480" y="15560"/>
                  <a:pt x="12620" y="15420"/>
                  <a:pt x="12792" y="15420"/>
                </a:cubicBezTo>
                <a:close/>
                <a:moveTo>
                  <a:pt x="9048" y="10740"/>
                </a:moveTo>
                <a:lnTo>
                  <a:pt x="9048" y="13080"/>
                </a:lnTo>
                <a:lnTo>
                  <a:pt x="9672" y="13080"/>
                </a:lnTo>
                <a:lnTo>
                  <a:pt x="9672" y="10740"/>
                </a:lnTo>
                <a:close/>
                <a:moveTo>
                  <a:pt x="3900" y="13392"/>
                </a:moveTo>
                <a:lnTo>
                  <a:pt x="14820" y="13392"/>
                </a:lnTo>
                <a:lnTo>
                  <a:pt x="14820" y="12768"/>
                </a:lnTo>
                <a:lnTo>
                  <a:pt x="3900" y="12768"/>
                </a:lnTo>
                <a:close/>
                <a:moveTo>
                  <a:pt x="3588" y="13080"/>
                </a:moveTo>
                <a:lnTo>
                  <a:pt x="3588" y="15420"/>
                </a:lnTo>
                <a:lnTo>
                  <a:pt x="4212" y="15420"/>
                </a:lnTo>
                <a:lnTo>
                  <a:pt x="4212" y="13080"/>
                </a:lnTo>
                <a:close/>
                <a:moveTo>
                  <a:pt x="9048" y="13080"/>
                </a:moveTo>
                <a:lnTo>
                  <a:pt x="9048" y="15420"/>
                </a:lnTo>
                <a:lnTo>
                  <a:pt x="9672" y="15420"/>
                </a:lnTo>
                <a:lnTo>
                  <a:pt x="9672" y="13080"/>
                </a:lnTo>
                <a:close/>
                <a:moveTo>
                  <a:pt x="14508" y="13080"/>
                </a:moveTo>
                <a:lnTo>
                  <a:pt x="14508" y="15420"/>
                </a:lnTo>
                <a:lnTo>
                  <a:pt x="15132" y="15420"/>
                </a:lnTo>
                <a:lnTo>
                  <a:pt x="15132" y="1308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组织层级·重点</a:t>
            </a:r>
          </a:p>
        </p:txBody>
      </p:sp>
      <p:sp>
        <p:nvSpPr>
          <p:cNvPr id="37" name="ORG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332" y="7620"/>
                </a:moveTo>
                <a:lnTo>
                  <a:pt x="11388" y="7620"/>
                </a:lnTo>
                <a:cubicBezTo>
                  <a:pt x="11560" y="7620"/>
                  <a:pt x="11700" y="7760"/>
                  <a:pt x="11700" y="7932"/>
                </a:cubicBezTo>
                <a:lnTo>
                  <a:pt x="11700" y="10428"/>
                </a:lnTo>
                <a:cubicBezTo>
                  <a:pt x="11700" y="10600"/>
                  <a:pt x="11560" y="10740"/>
                  <a:pt x="11388" y="10740"/>
                </a:cubicBezTo>
                <a:lnTo>
                  <a:pt x="7332" y="10740"/>
                </a:lnTo>
                <a:cubicBezTo>
                  <a:pt x="7160" y="10740"/>
                  <a:pt x="7020" y="10600"/>
                  <a:pt x="7020" y="10428"/>
                </a:cubicBezTo>
                <a:lnTo>
                  <a:pt x="7020" y="7932"/>
                </a:lnTo>
                <a:cubicBezTo>
                  <a:pt x="7020" y="7760"/>
                  <a:pt x="7160" y="7620"/>
                  <a:pt x="7332" y="7620"/>
                </a:cubicBezTo>
                <a:close/>
                <a:moveTo>
                  <a:pt x="1872" y="15420"/>
                </a:moveTo>
                <a:lnTo>
                  <a:pt x="5928" y="15420"/>
                </a:lnTo>
                <a:cubicBezTo>
                  <a:pt x="6100" y="15420"/>
                  <a:pt x="6240" y="15560"/>
                  <a:pt x="6240" y="15732"/>
                </a:cubicBezTo>
                <a:lnTo>
                  <a:pt x="6240" y="18228"/>
                </a:lnTo>
                <a:cubicBezTo>
                  <a:pt x="6240" y="18400"/>
                  <a:pt x="6100" y="18540"/>
                  <a:pt x="5928" y="18540"/>
                </a:cubicBezTo>
                <a:lnTo>
                  <a:pt x="1872" y="18540"/>
                </a:lnTo>
                <a:cubicBezTo>
                  <a:pt x="1700" y="18540"/>
                  <a:pt x="1560" y="18400"/>
                  <a:pt x="1560" y="18228"/>
                </a:cubicBezTo>
                <a:lnTo>
                  <a:pt x="1560" y="15732"/>
                </a:lnTo>
                <a:cubicBezTo>
                  <a:pt x="1560" y="15560"/>
                  <a:pt x="1700" y="15420"/>
                  <a:pt x="1872" y="15420"/>
                </a:cubicBezTo>
                <a:close/>
                <a:moveTo>
                  <a:pt x="7332" y="15420"/>
                </a:moveTo>
                <a:lnTo>
                  <a:pt x="11388" y="15420"/>
                </a:lnTo>
                <a:cubicBezTo>
                  <a:pt x="11560" y="15420"/>
                  <a:pt x="11700" y="15560"/>
                  <a:pt x="11700" y="15732"/>
                </a:cubicBezTo>
                <a:lnTo>
                  <a:pt x="11700" y="18228"/>
                </a:lnTo>
                <a:cubicBezTo>
                  <a:pt x="11700" y="18400"/>
                  <a:pt x="11560" y="18540"/>
                  <a:pt x="11388" y="18540"/>
                </a:cubicBezTo>
                <a:lnTo>
                  <a:pt x="7332" y="18540"/>
                </a:lnTo>
                <a:cubicBezTo>
                  <a:pt x="7160" y="18540"/>
                  <a:pt x="7020" y="18400"/>
                  <a:pt x="7020" y="18228"/>
                </a:cubicBezTo>
                <a:lnTo>
                  <a:pt x="7020" y="15732"/>
                </a:lnTo>
                <a:cubicBezTo>
                  <a:pt x="7020" y="15560"/>
                  <a:pt x="7160" y="15420"/>
                  <a:pt x="7332" y="15420"/>
                </a:cubicBezTo>
                <a:close/>
                <a:moveTo>
                  <a:pt x="12792" y="15420"/>
                </a:moveTo>
                <a:lnTo>
                  <a:pt x="16848" y="15420"/>
                </a:lnTo>
                <a:cubicBezTo>
                  <a:pt x="17020" y="15420"/>
                  <a:pt x="17160" y="15560"/>
                  <a:pt x="17160" y="15732"/>
                </a:cubicBezTo>
                <a:lnTo>
                  <a:pt x="17160" y="18228"/>
                </a:lnTo>
                <a:cubicBezTo>
                  <a:pt x="17160" y="18400"/>
                  <a:pt x="17020" y="18540"/>
                  <a:pt x="16848" y="18540"/>
                </a:cubicBezTo>
                <a:lnTo>
                  <a:pt x="12792" y="18540"/>
                </a:lnTo>
                <a:cubicBezTo>
                  <a:pt x="12620" y="18540"/>
                  <a:pt x="12480" y="18400"/>
                  <a:pt x="12480" y="18228"/>
                </a:cubicBezTo>
                <a:lnTo>
                  <a:pt x="12480" y="15732"/>
                </a:lnTo>
                <a:cubicBezTo>
                  <a:pt x="12480" y="15560"/>
                  <a:pt x="12620" y="15420"/>
                  <a:pt x="12792" y="15420"/>
                </a:cubicBezTo>
                <a:close/>
                <a:moveTo>
                  <a:pt x="9048" y="10740"/>
                </a:moveTo>
                <a:lnTo>
                  <a:pt x="9048" y="13080"/>
                </a:lnTo>
                <a:lnTo>
                  <a:pt x="9672" y="13080"/>
                </a:lnTo>
                <a:lnTo>
                  <a:pt x="9672" y="10740"/>
                </a:lnTo>
                <a:close/>
                <a:moveTo>
                  <a:pt x="3900" y="13392"/>
                </a:moveTo>
                <a:lnTo>
                  <a:pt x="14820" y="13392"/>
                </a:lnTo>
                <a:lnTo>
                  <a:pt x="14820" y="12768"/>
                </a:lnTo>
                <a:lnTo>
                  <a:pt x="3900" y="12768"/>
                </a:lnTo>
                <a:close/>
                <a:moveTo>
                  <a:pt x="3588" y="13080"/>
                </a:moveTo>
                <a:lnTo>
                  <a:pt x="3588" y="15420"/>
                </a:lnTo>
                <a:lnTo>
                  <a:pt x="4212" y="15420"/>
                </a:lnTo>
                <a:lnTo>
                  <a:pt x="4212" y="13080"/>
                </a:lnTo>
                <a:close/>
                <a:moveTo>
                  <a:pt x="9048" y="13080"/>
                </a:moveTo>
                <a:lnTo>
                  <a:pt x="9048" y="15420"/>
                </a:lnTo>
                <a:lnTo>
                  <a:pt x="9672" y="15420"/>
                </a:lnTo>
                <a:lnTo>
                  <a:pt x="9672" y="13080"/>
                </a:lnTo>
                <a:close/>
                <a:moveTo>
                  <a:pt x="14508" y="13080"/>
                </a:moveTo>
                <a:lnTo>
                  <a:pt x="14508" y="15420"/>
                </a:lnTo>
                <a:lnTo>
                  <a:pt x="15132" y="15420"/>
                </a:lnTo>
                <a:lnTo>
                  <a:pt x="15132" y="13080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组织层级·关怀</a:t>
            </a:r>
          </a:p>
        </p:txBody>
      </p:sp>
      <p:sp>
        <p:nvSpPr>
          <p:cNvPr id="40" name="ORG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000" y="5000"/>
                </a:moveTo>
                <a:cubicBezTo>
                  <a:pt x="14000" y="6105"/>
                  <a:pt x="13105" y="7000"/>
                  <a:pt x="12000" y="7000"/>
                </a:cubicBezTo>
                <a:cubicBezTo>
                  <a:pt x="10895" y="7000"/>
                  <a:pt x="10000" y="6105"/>
                  <a:pt x="10000" y="5000"/>
                </a:cubicBezTo>
                <a:cubicBezTo>
                  <a:pt x="10000" y="3895"/>
                  <a:pt x="10895" y="3000"/>
                  <a:pt x="12000" y="3000"/>
                </a:cubicBezTo>
                <a:cubicBezTo>
                  <a:pt x="13105" y="3000"/>
                  <a:pt x="14000" y="3895"/>
                  <a:pt x="14000" y="5000"/>
                </a:cubicBezTo>
                <a:close/>
                <a:moveTo>
                  <a:pt x="7000" y="12000"/>
                </a:moveTo>
                <a:cubicBezTo>
                  <a:pt x="7000" y="13105"/>
                  <a:pt x="6105" y="14000"/>
                  <a:pt x="5000" y="14000"/>
                </a:cubicBezTo>
                <a:cubicBezTo>
                  <a:pt x="3895" y="14000"/>
                  <a:pt x="3000" y="13105"/>
                  <a:pt x="3000" y="12000"/>
                </a:cubicBezTo>
                <a:cubicBezTo>
                  <a:pt x="3000" y="10895"/>
                  <a:pt x="3895" y="10000"/>
                  <a:pt x="5000" y="10000"/>
                </a:cubicBezTo>
                <a:cubicBezTo>
                  <a:pt x="6105" y="10000"/>
                  <a:pt x="7000" y="10895"/>
                  <a:pt x="7000" y="12000"/>
                </a:cubicBezTo>
                <a:close/>
                <a:moveTo>
                  <a:pt x="21000" y="12000"/>
                </a:moveTo>
                <a:cubicBezTo>
                  <a:pt x="21000" y="13105"/>
                  <a:pt x="20105" y="14000"/>
                  <a:pt x="19000" y="14000"/>
                </a:cubicBezTo>
                <a:cubicBezTo>
                  <a:pt x="17895" y="14000"/>
                  <a:pt x="17000" y="13105"/>
                  <a:pt x="17000" y="12000"/>
                </a:cubicBezTo>
                <a:cubicBezTo>
                  <a:pt x="17000" y="10895"/>
                  <a:pt x="17895" y="10000"/>
                  <a:pt x="19000" y="10000"/>
                </a:cubicBezTo>
                <a:cubicBezTo>
                  <a:pt x="20105" y="10000"/>
                  <a:pt x="21000" y="10895"/>
                  <a:pt x="21000" y="12000"/>
                </a:cubicBezTo>
                <a:close/>
                <a:moveTo>
                  <a:pt x="10000" y="19000"/>
                </a:moveTo>
                <a:cubicBezTo>
                  <a:pt x="10000" y="20105"/>
                  <a:pt x="9105" y="21000"/>
                  <a:pt x="8000" y="21000"/>
                </a:cubicBezTo>
                <a:cubicBezTo>
                  <a:pt x="6895" y="21000"/>
                  <a:pt x="6000" y="20105"/>
                  <a:pt x="6000" y="19000"/>
                </a:cubicBezTo>
                <a:cubicBezTo>
                  <a:pt x="6000" y="17895"/>
                  <a:pt x="6895" y="17000"/>
                  <a:pt x="8000" y="17000"/>
                </a:cubicBezTo>
                <a:cubicBezTo>
                  <a:pt x="9105" y="17000"/>
                  <a:pt x="10000" y="17895"/>
                  <a:pt x="10000" y="19000"/>
                </a:cubicBezTo>
                <a:close/>
                <a:moveTo>
                  <a:pt x="18000" y="19000"/>
                </a:moveTo>
                <a:cubicBezTo>
                  <a:pt x="18000" y="20105"/>
                  <a:pt x="17105" y="21000"/>
                  <a:pt x="16000" y="21000"/>
                </a:cubicBezTo>
                <a:cubicBezTo>
                  <a:pt x="14895" y="21000"/>
                  <a:pt x="14000" y="20105"/>
                  <a:pt x="14000" y="19000"/>
                </a:cubicBezTo>
                <a:cubicBezTo>
                  <a:pt x="14000" y="17895"/>
                  <a:pt x="14895" y="17000"/>
                  <a:pt x="16000" y="17000"/>
                </a:cubicBezTo>
                <a:cubicBezTo>
                  <a:pt x="17105" y="17000"/>
                  <a:pt x="18000" y="17895"/>
                  <a:pt x="18000" y="19000"/>
                </a:cubicBezTo>
                <a:close/>
                <a:moveTo>
                  <a:pt x="11753" y="4753"/>
                </a:moveTo>
                <a:lnTo>
                  <a:pt x="4753" y="11753"/>
                </a:lnTo>
                <a:lnTo>
                  <a:pt x="5247" y="12247"/>
                </a:lnTo>
                <a:lnTo>
                  <a:pt x="12247" y="5247"/>
                </a:lnTo>
                <a:close/>
                <a:moveTo>
                  <a:pt x="11753" y="5247"/>
                </a:moveTo>
                <a:lnTo>
                  <a:pt x="18753" y="12247"/>
                </a:lnTo>
                <a:lnTo>
                  <a:pt x="19247" y="11753"/>
                </a:lnTo>
                <a:lnTo>
                  <a:pt x="12247" y="4753"/>
                </a:lnTo>
                <a:close/>
                <a:moveTo>
                  <a:pt x="4678" y="12138"/>
                </a:moveTo>
                <a:lnTo>
                  <a:pt x="7678" y="19138"/>
                </a:lnTo>
                <a:lnTo>
                  <a:pt x="8322" y="18862"/>
                </a:lnTo>
                <a:lnTo>
                  <a:pt x="5322" y="11862"/>
                </a:lnTo>
                <a:close/>
                <a:moveTo>
                  <a:pt x="18678" y="11862"/>
                </a:moveTo>
                <a:lnTo>
                  <a:pt x="15678" y="18862"/>
                </a:lnTo>
                <a:lnTo>
                  <a:pt x="16322" y="19138"/>
                </a:lnTo>
                <a:lnTo>
                  <a:pt x="19322" y="12138"/>
                </a:lnTo>
                <a:close/>
                <a:moveTo>
                  <a:pt x="8000" y="19350"/>
                </a:moveTo>
                <a:lnTo>
                  <a:pt x="16000" y="19350"/>
                </a:lnTo>
                <a:lnTo>
                  <a:pt x="16000" y="18650"/>
                </a:lnTo>
                <a:lnTo>
                  <a:pt x="8000" y="18650"/>
                </a:lnTo>
                <a:close/>
                <a:moveTo>
                  <a:pt x="5000" y="12250"/>
                </a:moveTo>
                <a:lnTo>
                  <a:pt x="19000" y="12250"/>
                </a:lnTo>
                <a:lnTo>
                  <a:pt x="19000" y="11750"/>
                </a:lnTo>
                <a:lnTo>
                  <a:pt x="5000" y="1175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组织网络</a:t>
            </a:r>
          </a:p>
        </p:txBody>
      </p:sp>
      <p:sp>
        <p:nvSpPr>
          <p:cNvPr id="43" name="ORG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920" y="9180"/>
                </a:moveTo>
                <a:cubicBezTo>
                  <a:pt x="10920" y="10042"/>
                  <a:pt x="10222" y="10740"/>
                  <a:pt x="9360" y="10740"/>
                </a:cubicBezTo>
                <a:cubicBezTo>
                  <a:pt x="8498" y="10740"/>
                  <a:pt x="7800" y="10042"/>
                  <a:pt x="7800" y="9180"/>
                </a:cubicBezTo>
                <a:cubicBezTo>
                  <a:pt x="7800" y="8318"/>
                  <a:pt x="8498" y="7620"/>
                  <a:pt x="9360" y="7620"/>
                </a:cubicBezTo>
                <a:cubicBezTo>
                  <a:pt x="10222" y="7620"/>
                  <a:pt x="10920" y="8318"/>
                  <a:pt x="10920" y="9180"/>
                </a:cubicBezTo>
                <a:close/>
                <a:moveTo>
                  <a:pt x="5460" y="14640"/>
                </a:moveTo>
                <a:cubicBezTo>
                  <a:pt x="5460" y="15502"/>
                  <a:pt x="4762" y="16200"/>
                  <a:pt x="3900" y="16200"/>
                </a:cubicBezTo>
                <a:cubicBezTo>
                  <a:pt x="3038" y="16200"/>
                  <a:pt x="2340" y="15502"/>
                  <a:pt x="2340" y="14640"/>
                </a:cubicBezTo>
                <a:cubicBezTo>
                  <a:pt x="2340" y="13778"/>
                  <a:pt x="3038" y="13080"/>
                  <a:pt x="3900" y="13080"/>
                </a:cubicBezTo>
                <a:cubicBezTo>
                  <a:pt x="4762" y="13080"/>
                  <a:pt x="5460" y="13778"/>
                  <a:pt x="5460" y="14640"/>
                </a:cubicBezTo>
                <a:close/>
                <a:moveTo>
                  <a:pt x="16380" y="14640"/>
                </a:moveTo>
                <a:cubicBezTo>
                  <a:pt x="16380" y="15502"/>
                  <a:pt x="15682" y="16200"/>
                  <a:pt x="14820" y="16200"/>
                </a:cubicBezTo>
                <a:cubicBezTo>
                  <a:pt x="13958" y="16200"/>
                  <a:pt x="13260" y="15502"/>
                  <a:pt x="13260" y="14640"/>
                </a:cubicBezTo>
                <a:cubicBezTo>
                  <a:pt x="13260" y="13778"/>
                  <a:pt x="13958" y="13080"/>
                  <a:pt x="14820" y="13080"/>
                </a:cubicBezTo>
                <a:cubicBezTo>
                  <a:pt x="15682" y="13080"/>
                  <a:pt x="16380" y="13778"/>
                  <a:pt x="16380" y="14640"/>
                </a:cubicBezTo>
                <a:close/>
                <a:moveTo>
                  <a:pt x="7800" y="20100"/>
                </a:moveTo>
                <a:cubicBezTo>
                  <a:pt x="7800" y="20962"/>
                  <a:pt x="7102" y="21660"/>
                  <a:pt x="6240" y="21660"/>
                </a:cubicBezTo>
                <a:cubicBezTo>
                  <a:pt x="5378" y="21660"/>
                  <a:pt x="4680" y="20962"/>
                  <a:pt x="4680" y="20100"/>
                </a:cubicBezTo>
                <a:cubicBezTo>
                  <a:pt x="4680" y="19238"/>
                  <a:pt x="5378" y="18540"/>
                  <a:pt x="6240" y="18540"/>
                </a:cubicBezTo>
                <a:cubicBezTo>
                  <a:pt x="7102" y="18540"/>
                  <a:pt x="7800" y="19238"/>
                  <a:pt x="7800" y="20100"/>
                </a:cubicBezTo>
                <a:close/>
                <a:moveTo>
                  <a:pt x="14040" y="20100"/>
                </a:moveTo>
                <a:cubicBezTo>
                  <a:pt x="14040" y="20962"/>
                  <a:pt x="13342" y="21660"/>
                  <a:pt x="12480" y="21660"/>
                </a:cubicBezTo>
                <a:cubicBezTo>
                  <a:pt x="11618" y="21660"/>
                  <a:pt x="10920" y="20962"/>
                  <a:pt x="10920" y="20100"/>
                </a:cubicBezTo>
                <a:cubicBezTo>
                  <a:pt x="10920" y="19238"/>
                  <a:pt x="11618" y="18540"/>
                  <a:pt x="12480" y="18540"/>
                </a:cubicBezTo>
                <a:cubicBezTo>
                  <a:pt x="13342" y="18540"/>
                  <a:pt x="14040" y="19238"/>
                  <a:pt x="14040" y="20100"/>
                </a:cubicBezTo>
                <a:close/>
                <a:moveTo>
                  <a:pt x="9167" y="8987"/>
                </a:moveTo>
                <a:lnTo>
                  <a:pt x="3707" y="14447"/>
                </a:lnTo>
                <a:lnTo>
                  <a:pt x="4093" y="14833"/>
                </a:lnTo>
                <a:lnTo>
                  <a:pt x="9553" y="9373"/>
                </a:lnTo>
                <a:close/>
                <a:moveTo>
                  <a:pt x="9167" y="9373"/>
                </a:moveTo>
                <a:lnTo>
                  <a:pt x="14627" y="14833"/>
                </a:lnTo>
                <a:lnTo>
                  <a:pt x="15013" y="14447"/>
                </a:lnTo>
                <a:lnTo>
                  <a:pt x="9553" y="8987"/>
                </a:lnTo>
                <a:close/>
                <a:moveTo>
                  <a:pt x="3649" y="14748"/>
                </a:moveTo>
                <a:lnTo>
                  <a:pt x="5989" y="20208"/>
                </a:lnTo>
                <a:lnTo>
                  <a:pt x="6491" y="19992"/>
                </a:lnTo>
                <a:lnTo>
                  <a:pt x="4151" y="14532"/>
                </a:lnTo>
                <a:close/>
                <a:moveTo>
                  <a:pt x="14569" y="14532"/>
                </a:moveTo>
                <a:lnTo>
                  <a:pt x="12229" y="19992"/>
                </a:lnTo>
                <a:lnTo>
                  <a:pt x="12731" y="20208"/>
                </a:lnTo>
                <a:lnTo>
                  <a:pt x="15071" y="14748"/>
                </a:lnTo>
                <a:close/>
                <a:moveTo>
                  <a:pt x="6240" y="20373"/>
                </a:moveTo>
                <a:lnTo>
                  <a:pt x="12480" y="20373"/>
                </a:lnTo>
                <a:lnTo>
                  <a:pt x="12480" y="19827"/>
                </a:lnTo>
                <a:lnTo>
                  <a:pt x="6240" y="19827"/>
                </a:lnTo>
                <a:close/>
                <a:moveTo>
                  <a:pt x="3900" y="14835"/>
                </a:moveTo>
                <a:lnTo>
                  <a:pt x="14820" y="14835"/>
                </a:lnTo>
                <a:lnTo>
                  <a:pt x="14820" y="14445"/>
                </a:lnTo>
                <a:lnTo>
                  <a:pt x="3900" y="14445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组织网络·协同</a:t>
            </a:r>
          </a:p>
        </p:txBody>
      </p:sp>
      <p:sp>
        <p:nvSpPr>
          <p:cNvPr id="46" name="ORG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920" y="9180"/>
                </a:moveTo>
                <a:cubicBezTo>
                  <a:pt x="10920" y="10042"/>
                  <a:pt x="10222" y="10740"/>
                  <a:pt x="9360" y="10740"/>
                </a:cubicBezTo>
                <a:cubicBezTo>
                  <a:pt x="8498" y="10740"/>
                  <a:pt x="7800" y="10042"/>
                  <a:pt x="7800" y="9180"/>
                </a:cubicBezTo>
                <a:cubicBezTo>
                  <a:pt x="7800" y="8318"/>
                  <a:pt x="8498" y="7620"/>
                  <a:pt x="9360" y="7620"/>
                </a:cubicBezTo>
                <a:cubicBezTo>
                  <a:pt x="10222" y="7620"/>
                  <a:pt x="10920" y="8318"/>
                  <a:pt x="10920" y="9180"/>
                </a:cubicBezTo>
                <a:close/>
                <a:moveTo>
                  <a:pt x="5460" y="14640"/>
                </a:moveTo>
                <a:cubicBezTo>
                  <a:pt x="5460" y="15502"/>
                  <a:pt x="4762" y="16200"/>
                  <a:pt x="3900" y="16200"/>
                </a:cubicBezTo>
                <a:cubicBezTo>
                  <a:pt x="3038" y="16200"/>
                  <a:pt x="2340" y="15502"/>
                  <a:pt x="2340" y="14640"/>
                </a:cubicBezTo>
                <a:cubicBezTo>
                  <a:pt x="2340" y="13778"/>
                  <a:pt x="3038" y="13080"/>
                  <a:pt x="3900" y="13080"/>
                </a:cubicBezTo>
                <a:cubicBezTo>
                  <a:pt x="4762" y="13080"/>
                  <a:pt x="5460" y="13778"/>
                  <a:pt x="5460" y="14640"/>
                </a:cubicBezTo>
                <a:close/>
                <a:moveTo>
                  <a:pt x="16380" y="14640"/>
                </a:moveTo>
                <a:cubicBezTo>
                  <a:pt x="16380" y="15502"/>
                  <a:pt x="15682" y="16200"/>
                  <a:pt x="14820" y="16200"/>
                </a:cubicBezTo>
                <a:cubicBezTo>
                  <a:pt x="13958" y="16200"/>
                  <a:pt x="13260" y="15502"/>
                  <a:pt x="13260" y="14640"/>
                </a:cubicBezTo>
                <a:cubicBezTo>
                  <a:pt x="13260" y="13778"/>
                  <a:pt x="13958" y="13080"/>
                  <a:pt x="14820" y="13080"/>
                </a:cubicBezTo>
                <a:cubicBezTo>
                  <a:pt x="15682" y="13080"/>
                  <a:pt x="16380" y="13778"/>
                  <a:pt x="16380" y="14640"/>
                </a:cubicBezTo>
                <a:close/>
                <a:moveTo>
                  <a:pt x="7800" y="20100"/>
                </a:moveTo>
                <a:cubicBezTo>
                  <a:pt x="7800" y="20962"/>
                  <a:pt x="7102" y="21660"/>
                  <a:pt x="6240" y="21660"/>
                </a:cubicBezTo>
                <a:cubicBezTo>
                  <a:pt x="5378" y="21660"/>
                  <a:pt x="4680" y="20962"/>
                  <a:pt x="4680" y="20100"/>
                </a:cubicBezTo>
                <a:cubicBezTo>
                  <a:pt x="4680" y="19238"/>
                  <a:pt x="5378" y="18540"/>
                  <a:pt x="6240" y="18540"/>
                </a:cubicBezTo>
                <a:cubicBezTo>
                  <a:pt x="7102" y="18540"/>
                  <a:pt x="7800" y="19238"/>
                  <a:pt x="7800" y="20100"/>
                </a:cubicBezTo>
                <a:close/>
                <a:moveTo>
                  <a:pt x="14040" y="20100"/>
                </a:moveTo>
                <a:cubicBezTo>
                  <a:pt x="14040" y="20962"/>
                  <a:pt x="13342" y="21660"/>
                  <a:pt x="12480" y="21660"/>
                </a:cubicBezTo>
                <a:cubicBezTo>
                  <a:pt x="11618" y="21660"/>
                  <a:pt x="10920" y="20962"/>
                  <a:pt x="10920" y="20100"/>
                </a:cubicBezTo>
                <a:cubicBezTo>
                  <a:pt x="10920" y="19238"/>
                  <a:pt x="11618" y="18540"/>
                  <a:pt x="12480" y="18540"/>
                </a:cubicBezTo>
                <a:cubicBezTo>
                  <a:pt x="13342" y="18540"/>
                  <a:pt x="14040" y="19238"/>
                  <a:pt x="14040" y="20100"/>
                </a:cubicBezTo>
                <a:close/>
                <a:moveTo>
                  <a:pt x="9167" y="8987"/>
                </a:moveTo>
                <a:lnTo>
                  <a:pt x="3707" y="14447"/>
                </a:lnTo>
                <a:lnTo>
                  <a:pt x="4093" y="14833"/>
                </a:lnTo>
                <a:lnTo>
                  <a:pt x="9553" y="9373"/>
                </a:lnTo>
                <a:close/>
                <a:moveTo>
                  <a:pt x="9167" y="9373"/>
                </a:moveTo>
                <a:lnTo>
                  <a:pt x="14627" y="14833"/>
                </a:lnTo>
                <a:lnTo>
                  <a:pt x="15013" y="14447"/>
                </a:lnTo>
                <a:lnTo>
                  <a:pt x="9553" y="8987"/>
                </a:lnTo>
                <a:close/>
                <a:moveTo>
                  <a:pt x="3649" y="14748"/>
                </a:moveTo>
                <a:lnTo>
                  <a:pt x="5989" y="20208"/>
                </a:lnTo>
                <a:lnTo>
                  <a:pt x="6491" y="19992"/>
                </a:lnTo>
                <a:lnTo>
                  <a:pt x="4151" y="14532"/>
                </a:lnTo>
                <a:close/>
                <a:moveTo>
                  <a:pt x="14569" y="14532"/>
                </a:moveTo>
                <a:lnTo>
                  <a:pt x="12229" y="19992"/>
                </a:lnTo>
                <a:lnTo>
                  <a:pt x="12731" y="20208"/>
                </a:lnTo>
                <a:lnTo>
                  <a:pt x="15071" y="14748"/>
                </a:lnTo>
                <a:close/>
                <a:moveTo>
                  <a:pt x="6240" y="20373"/>
                </a:moveTo>
                <a:lnTo>
                  <a:pt x="12480" y="20373"/>
                </a:lnTo>
                <a:lnTo>
                  <a:pt x="12480" y="19827"/>
                </a:lnTo>
                <a:lnTo>
                  <a:pt x="6240" y="19827"/>
                </a:lnTo>
                <a:close/>
                <a:moveTo>
                  <a:pt x="3900" y="14835"/>
                </a:moveTo>
                <a:lnTo>
                  <a:pt x="14820" y="14835"/>
                </a:lnTo>
                <a:lnTo>
                  <a:pt x="14820" y="14445"/>
                </a:lnTo>
                <a:lnTo>
                  <a:pt x="3900" y="14445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组织网络·已验证</a:t>
            </a:r>
          </a:p>
        </p:txBody>
      </p:sp>
      <p:sp>
        <p:nvSpPr>
          <p:cNvPr id="49" name="ORG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920" y="9180"/>
                </a:moveTo>
                <a:cubicBezTo>
                  <a:pt x="10920" y="10042"/>
                  <a:pt x="10222" y="10740"/>
                  <a:pt x="9360" y="10740"/>
                </a:cubicBezTo>
                <a:cubicBezTo>
                  <a:pt x="8498" y="10740"/>
                  <a:pt x="7800" y="10042"/>
                  <a:pt x="7800" y="9180"/>
                </a:cubicBezTo>
                <a:cubicBezTo>
                  <a:pt x="7800" y="8318"/>
                  <a:pt x="8498" y="7620"/>
                  <a:pt x="9360" y="7620"/>
                </a:cubicBezTo>
                <a:cubicBezTo>
                  <a:pt x="10222" y="7620"/>
                  <a:pt x="10920" y="8318"/>
                  <a:pt x="10920" y="9180"/>
                </a:cubicBezTo>
                <a:close/>
                <a:moveTo>
                  <a:pt x="5460" y="14640"/>
                </a:moveTo>
                <a:cubicBezTo>
                  <a:pt x="5460" y="15502"/>
                  <a:pt x="4762" y="16200"/>
                  <a:pt x="3900" y="16200"/>
                </a:cubicBezTo>
                <a:cubicBezTo>
                  <a:pt x="3038" y="16200"/>
                  <a:pt x="2340" y="15502"/>
                  <a:pt x="2340" y="14640"/>
                </a:cubicBezTo>
                <a:cubicBezTo>
                  <a:pt x="2340" y="13778"/>
                  <a:pt x="3038" y="13080"/>
                  <a:pt x="3900" y="13080"/>
                </a:cubicBezTo>
                <a:cubicBezTo>
                  <a:pt x="4762" y="13080"/>
                  <a:pt x="5460" y="13778"/>
                  <a:pt x="5460" y="14640"/>
                </a:cubicBezTo>
                <a:close/>
                <a:moveTo>
                  <a:pt x="16380" y="14640"/>
                </a:moveTo>
                <a:cubicBezTo>
                  <a:pt x="16380" y="15502"/>
                  <a:pt x="15682" y="16200"/>
                  <a:pt x="14820" y="16200"/>
                </a:cubicBezTo>
                <a:cubicBezTo>
                  <a:pt x="13958" y="16200"/>
                  <a:pt x="13260" y="15502"/>
                  <a:pt x="13260" y="14640"/>
                </a:cubicBezTo>
                <a:cubicBezTo>
                  <a:pt x="13260" y="13778"/>
                  <a:pt x="13958" y="13080"/>
                  <a:pt x="14820" y="13080"/>
                </a:cubicBezTo>
                <a:cubicBezTo>
                  <a:pt x="15682" y="13080"/>
                  <a:pt x="16380" y="13778"/>
                  <a:pt x="16380" y="14640"/>
                </a:cubicBezTo>
                <a:close/>
                <a:moveTo>
                  <a:pt x="7800" y="20100"/>
                </a:moveTo>
                <a:cubicBezTo>
                  <a:pt x="7800" y="20962"/>
                  <a:pt x="7102" y="21660"/>
                  <a:pt x="6240" y="21660"/>
                </a:cubicBezTo>
                <a:cubicBezTo>
                  <a:pt x="5378" y="21660"/>
                  <a:pt x="4680" y="20962"/>
                  <a:pt x="4680" y="20100"/>
                </a:cubicBezTo>
                <a:cubicBezTo>
                  <a:pt x="4680" y="19238"/>
                  <a:pt x="5378" y="18540"/>
                  <a:pt x="6240" y="18540"/>
                </a:cubicBezTo>
                <a:cubicBezTo>
                  <a:pt x="7102" y="18540"/>
                  <a:pt x="7800" y="19238"/>
                  <a:pt x="7800" y="20100"/>
                </a:cubicBezTo>
                <a:close/>
                <a:moveTo>
                  <a:pt x="14040" y="20100"/>
                </a:moveTo>
                <a:cubicBezTo>
                  <a:pt x="14040" y="20962"/>
                  <a:pt x="13342" y="21660"/>
                  <a:pt x="12480" y="21660"/>
                </a:cubicBezTo>
                <a:cubicBezTo>
                  <a:pt x="11618" y="21660"/>
                  <a:pt x="10920" y="20962"/>
                  <a:pt x="10920" y="20100"/>
                </a:cubicBezTo>
                <a:cubicBezTo>
                  <a:pt x="10920" y="19238"/>
                  <a:pt x="11618" y="18540"/>
                  <a:pt x="12480" y="18540"/>
                </a:cubicBezTo>
                <a:cubicBezTo>
                  <a:pt x="13342" y="18540"/>
                  <a:pt x="14040" y="19238"/>
                  <a:pt x="14040" y="20100"/>
                </a:cubicBezTo>
                <a:close/>
                <a:moveTo>
                  <a:pt x="9167" y="8987"/>
                </a:moveTo>
                <a:lnTo>
                  <a:pt x="3707" y="14447"/>
                </a:lnTo>
                <a:lnTo>
                  <a:pt x="4093" y="14833"/>
                </a:lnTo>
                <a:lnTo>
                  <a:pt x="9553" y="9373"/>
                </a:lnTo>
                <a:close/>
                <a:moveTo>
                  <a:pt x="9167" y="9373"/>
                </a:moveTo>
                <a:lnTo>
                  <a:pt x="14627" y="14833"/>
                </a:lnTo>
                <a:lnTo>
                  <a:pt x="15013" y="14447"/>
                </a:lnTo>
                <a:lnTo>
                  <a:pt x="9553" y="8987"/>
                </a:lnTo>
                <a:close/>
                <a:moveTo>
                  <a:pt x="3649" y="14748"/>
                </a:moveTo>
                <a:lnTo>
                  <a:pt x="5989" y="20208"/>
                </a:lnTo>
                <a:lnTo>
                  <a:pt x="6491" y="19992"/>
                </a:lnTo>
                <a:lnTo>
                  <a:pt x="4151" y="14532"/>
                </a:lnTo>
                <a:close/>
                <a:moveTo>
                  <a:pt x="14569" y="14532"/>
                </a:moveTo>
                <a:lnTo>
                  <a:pt x="12229" y="19992"/>
                </a:lnTo>
                <a:lnTo>
                  <a:pt x="12731" y="20208"/>
                </a:lnTo>
                <a:lnTo>
                  <a:pt x="15071" y="14748"/>
                </a:lnTo>
                <a:close/>
                <a:moveTo>
                  <a:pt x="6240" y="20373"/>
                </a:moveTo>
                <a:lnTo>
                  <a:pt x="12480" y="20373"/>
                </a:lnTo>
                <a:lnTo>
                  <a:pt x="12480" y="19827"/>
                </a:lnTo>
                <a:lnTo>
                  <a:pt x="6240" y="19827"/>
                </a:lnTo>
                <a:close/>
                <a:moveTo>
                  <a:pt x="3900" y="14835"/>
                </a:moveTo>
                <a:lnTo>
                  <a:pt x="14820" y="14835"/>
                </a:lnTo>
                <a:lnTo>
                  <a:pt x="14820" y="14445"/>
                </a:lnTo>
                <a:lnTo>
                  <a:pt x="3900" y="14445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组织网络·新增</a:t>
            </a:r>
          </a:p>
        </p:txBody>
      </p:sp>
      <p:sp>
        <p:nvSpPr>
          <p:cNvPr id="52" name="ORG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920" y="9180"/>
                </a:moveTo>
                <a:cubicBezTo>
                  <a:pt x="10920" y="10042"/>
                  <a:pt x="10222" y="10740"/>
                  <a:pt x="9360" y="10740"/>
                </a:cubicBezTo>
                <a:cubicBezTo>
                  <a:pt x="8498" y="10740"/>
                  <a:pt x="7800" y="10042"/>
                  <a:pt x="7800" y="9180"/>
                </a:cubicBezTo>
                <a:cubicBezTo>
                  <a:pt x="7800" y="8318"/>
                  <a:pt x="8498" y="7620"/>
                  <a:pt x="9360" y="7620"/>
                </a:cubicBezTo>
                <a:cubicBezTo>
                  <a:pt x="10222" y="7620"/>
                  <a:pt x="10920" y="8318"/>
                  <a:pt x="10920" y="9180"/>
                </a:cubicBezTo>
                <a:close/>
                <a:moveTo>
                  <a:pt x="5460" y="14640"/>
                </a:moveTo>
                <a:cubicBezTo>
                  <a:pt x="5460" y="15502"/>
                  <a:pt x="4762" y="16200"/>
                  <a:pt x="3900" y="16200"/>
                </a:cubicBezTo>
                <a:cubicBezTo>
                  <a:pt x="3038" y="16200"/>
                  <a:pt x="2340" y="15502"/>
                  <a:pt x="2340" y="14640"/>
                </a:cubicBezTo>
                <a:cubicBezTo>
                  <a:pt x="2340" y="13778"/>
                  <a:pt x="3038" y="13080"/>
                  <a:pt x="3900" y="13080"/>
                </a:cubicBezTo>
                <a:cubicBezTo>
                  <a:pt x="4762" y="13080"/>
                  <a:pt x="5460" y="13778"/>
                  <a:pt x="5460" y="14640"/>
                </a:cubicBezTo>
                <a:close/>
                <a:moveTo>
                  <a:pt x="16380" y="14640"/>
                </a:moveTo>
                <a:cubicBezTo>
                  <a:pt x="16380" y="15502"/>
                  <a:pt x="15682" y="16200"/>
                  <a:pt x="14820" y="16200"/>
                </a:cubicBezTo>
                <a:cubicBezTo>
                  <a:pt x="13958" y="16200"/>
                  <a:pt x="13260" y="15502"/>
                  <a:pt x="13260" y="14640"/>
                </a:cubicBezTo>
                <a:cubicBezTo>
                  <a:pt x="13260" y="13778"/>
                  <a:pt x="13958" y="13080"/>
                  <a:pt x="14820" y="13080"/>
                </a:cubicBezTo>
                <a:cubicBezTo>
                  <a:pt x="15682" y="13080"/>
                  <a:pt x="16380" y="13778"/>
                  <a:pt x="16380" y="14640"/>
                </a:cubicBezTo>
                <a:close/>
                <a:moveTo>
                  <a:pt x="7800" y="20100"/>
                </a:moveTo>
                <a:cubicBezTo>
                  <a:pt x="7800" y="20962"/>
                  <a:pt x="7102" y="21660"/>
                  <a:pt x="6240" y="21660"/>
                </a:cubicBezTo>
                <a:cubicBezTo>
                  <a:pt x="5378" y="21660"/>
                  <a:pt x="4680" y="20962"/>
                  <a:pt x="4680" y="20100"/>
                </a:cubicBezTo>
                <a:cubicBezTo>
                  <a:pt x="4680" y="19238"/>
                  <a:pt x="5378" y="18540"/>
                  <a:pt x="6240" y="18540"/>
                </a:cubicBezTo>
                <a:cubicBezTo>
                  <a:pt x="7102" y="18540"/>
                  <a:pt x="7800" y="19238"/>
                  <a:pt x="7800" y="20100"/>
                </a:cubicBezTo>
                <a:close/>
                <a:moveTo>
                  <a:pt x="14040" y="20100"/>
                </a:moveTo>
                <a:cubicBezTo>
                  <a:pt x="14040" y="20962"/>
                  <a:pt x="13342" y="21660"/>
                  <a:pt x="12480" y="21660"/>
                </a:cubicBezTo>
                <a:cubicBezTo>
                  <a:pt x="11618" y="21660"/>
                  <a:pt x="10920" y="20962"/>
                  <a:pt x="10920" y="20100"/>
                </a:cubicBezTo>
                <a:cubicBezTo>
                  <a:pt x="10920" y="19238"/>
                  <a:pt x="11618" y="18540"/>
                  <a:pt x="12480" y="18540"/>
                </a:cubicBezTo>
                <a:cubicBezTo>
                  <a:pt x="13342" y="18540"/>
                  <a:pt x="14040" y="19238"/>
                  <a:pt x="14040" y="20100"/>
                </a:cubicBezTo>
                <a:close/>
                <a:moveTo>
                  <a:pt x="9167" y="8987"/>
                </a:moveTo>
                <a:lnTo>
                  <a:pt x="3707" y="14447"/>
                </a:lnTo>
                <a:lnTo>
                  <a:pt x="4093" y="14833"/>
                </a:lnTo>
                <a:lnTo>
                  <a:pt x="9553" y="9373"/>
                </a:lnTo>
                <a:close/>
                <a:moveTo>
                  <a:pt x="9167" y="9373"/>
                </a:moveTo>
                <a:lnTo>
                  <a:pt x="14627" y="14833"/>
                </a:lnTo>
                <a:lnTo>
                  <a:pt x="15013" y="14447"/>
                </a:lnTo>
                <a:lnTo>
                  <a:pt x="9553" y="8987"/>
                </a:lnTo>
                <a:close/>
                <a:moveTo>
                  <a:pt x="3649" y="14748"/>
                </a:moveTo>
                <a:lnTo>
                  <a:pt x="5989" y="20208"/>
                </a:lnTo>
                <a:lnTo>
                  <a:pt x="6491" y="19992"/>
                </a:lnTo>
                <a:lnTo>
                  <a:pt x="4151" y="14532"/>
                </a:lnTo>
                <a:close/>
                <a:moveTo>
                  <a:pt x="14569" y="14532"/>
                </a:moveTo>
                <a:lnTo>
                  <a:pt x="12229" y="19992"/>
                </a:lnTo>
                <a:lnTo>
                  <a:pt x="12731" y="20208"/>
                </a:lnTo>
                <a:lnTo>
                  <a:pt x="15071" y="14748"/>
                </a:lnTo>
                <a:close/>
                <a:moveTo>
                  <a:pt x="6240" y="20373"/>
                </a:moveTo>
                <a:lnTo>
                  <a:pt x="12480" y="20373"/>
                </a:lnTo>
                <a:lnTo>
                  <a:pt x="12480" y="19827"/>
                </a:lnTo>
                <a:lnTo>
                  <a:pt x="6240" y="19827"/>
                </a:lnTo>
                <a:close/>
                <a:moveTo>
                  <a:pt x="3900" y="14835"/>
                </a:moveTo>
                <a:lnTo>
                  <a:pt x="14820" y="14835"/>
                </a:lnTo>
                <a:lnTo>
                  <a:pt x="14820" y="14445"/>
                </a:lnTo>
                <a:lnTo>
                  <a:pt x="3900" y="14445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组织网络·重点</a:t>
            </a:r>
          </a:p>
        </p:txBody>
      </p:sp>
      <p:sp>
        <p:nvSpPr>
          <p:cNvPr id="55" name="ORG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920" y="9180"/>
                </a:moveTo>
                <a:cubicBezTo>
                  <a:pt x="10920" y="10042"/>
                  <a:pt x="10222" y="10740"/>
                  <a:pt x="9360" y="10740"/>
                </a:cubicBezTo>
                <a:cubicBezTo>
                  <a:pt x="8498" y="10740"/>
                  <a:pt x="7800" y="10042"/>
                  <a:pt x="7800" y="9180"/>
                </a:cubicBezTo>
                <a:cubicBezTo>
                  <a:pt x="7800" y="8318"/>
                  <a:pt x="8498" y="7620"/>
                  <a:pt x="9360" y="7620"/>
                </a:cubicBezTo>
                <a:cubicBezTo>
                  <a:pt x="10222" y="7620"/>
                  <a:pt x="10920" y="8318"/>
                  <a:pt x="10920" y="9180"/>
                </a:cubicBezTo>
                <a:close/>
                <a:moveTo>
                  <a:pt x="5460" y="14640"/>
                </a:moveTo>
                <a:cubicBezTo>
                  <a:pt x="5460" y="15502"/>
                  <a:pt x="4762" y="16200"/>
                  <a:pt x="3900" y="16200"/>
                </a:cubicBezTo>
                <a:cubicBezTo>
                  <a:pt x="3038" y="16200"/>
                  <a:pt x="2340" y="15502"/>
                  <a:pt x="2340" y="14640"/>
                </a:cubicBezTo>
                <a:cubicBezTo>
                  <a:pt x="2340" y="13778"/>
                  <a:pt x="3038" y="13080"/>
                  <a:pt x="3900" y="13080"/>
                </a:cubicBezTo>
                <a:cubicBezTo>
                  <a:pt x="4762" y="13080"/>
                  <a:pt x="5460" y="13778"/>
                  <a:pt x="5460" y="14640"/>
                </a:cubicBezTo>
                <a:close/>
                <a:moveTo>
                  <a:pt x="16380" y="14640"/>
                </a:moveTo>
                <a:cubicBezTo>
                  <a:pt x="16380" y="15502"/>
                  <a:pt x="15682" y="16200"/>
                  <a:pt x="14820" y="16200"/>
                </a:cubicBezTo>
                <a:cubicBezTo>
                  <a:pt x="13958" y="16200"/>
                  <a:pt x="13260" y="15502"/>
                  <a:pt x="13260" y="14640"/>
                </a:cubicBezTo>
                <a:cubicBezTo>
                  <a:pt x="13260" y="13778"/>
                  <a:pt x="13958" y="13080"/>
                  <a:pt x="14820" y="13080"/>
                </a:cubicBezTo>
                <a:cubicBezTo>
                  <a:pt x="15682" y="13080"/>
                  <a:pt x="16380" y="13778"/>
                  <a:pt x="16380" y="14640"/>
                </a:cubicBezTo>
                <a:close/>
                <a:moveTo>
                  <a:pt x="7800" y="20100"/>
                </a:moveTo>
                <a:cubicBezTo>
                  <a:pt x="7800" y="20962"/>
                  <a:pt x="7102" y="21660"/>
                  <a:pt x="6240" y="21660"/>
                </a:cubicBezTo>
                <a:cubicBezTo>
                  <a:pt x="5378" y="21660"/>
                  <a:pt x="4680" y="20962"/>
                  <a:pt x="4680" y="20100"/>
                </a:cubicBezTo>
                <a:cubicBezTo>
                  <a:pt x="4680" y="19238"/>
                  <a:pt x="5378" y="18540"/>
                  <a:pt x="6240" y="18540"/>
                </a:cubicBezTo>
                <a:cubicBezTo>
                  <a:pt x="7102" y="18540"/>
                  <a:pt x="7800" y="19238"/>
                  <a:pt x="7800" y="20100"/>
                </a:cubicBezTo>
                <a:close/>
                <a:moveTo>
                  <a:pt x="14040" y="20100"/>
                </a:moveTo>
                <a:cubicBezTo>
                  <a:pt x="14040" y="20962"/>
                  <a:pt x="13342" y="21660"/>
                  <a:pt x="12480" y="21660"/>
                </a:cubicBezTo>
                <a:cubicBezTo>
                  <a:pt x="11618" y="21660"/>
                  <a:pt x="10920" y="20962"/>
                  <a:pt x="10920" y="20100"/>
                </a:cubicBezTo>
                <a:cubicBezTo>
                  <a:pt x="10920" y="19238"/>
                  <a:pt x="11618" y="18540"/>
                  <a:pt x="12480" y="18540"/>
                </a:cubicBezTo>
                <a:cubicBezTo>
                  <a:pt x="13342" y="18540"/>
                  <a:pt x="14040" y="19238"/>
                  <a:pt x="14040" y="20100"/>
                </a:cubicBezTo>
                <a:close/>
                <a:moveTo>
                  <a:pt x="9167" y="8987"/>
                </a:moveTo>
                <a:lnTo>
                  <a:pt x="3707" y="14447"/>
                </a:lnTo>
                <a:lnTo>
                  <a:pt x="4093" y="14833"/>
                </a:lnTo>
                <a:lnTo>
                  <a:pt x="9553" y="9373"/>
                </a:lnTo>
                <a:close/>
                <a:moveTo>
                  <a:pt x="9167" y="9373"/>
                </a:moveTo>
                <a:lnTo>
                  <a:pt x="14627" y="14833"/>
                </a:lnTo>
                <a:lnTo>
                  <a:pt x="15013" y="14447"/>
                </a:lnTo>
                <a:lnTo>
                  <a:pt x="9553" y="8987"/>
                </a:lnTo>
                <a:close/>
                <a:moveTo>
                  <a:pt x="3649" y="14748"/>
                </a:moveTo>
                <a:lnTo>
                  <a:pt x="5989" y="20208"/>
                </a:lnTo>
                <a:lnTo>
                  <a:pt x="6491" y="19992"/>
                </a:lnTo>
                <a:lnTo>
                  <a:pt x="4151" y="14532"/>
                </a:lnTo>
                <a:close/>
                <a:moveTo>
                  <a:pt x="14569" y="14532"/>
                </a:moveTo>
                <a:lnTo>
                  <a:pt x="12229" y="19992"/>
                </a:lnTo>
                <a:lnTo>
                  <a:pt x="12731" y="20208"/>
                </a:lnTo>
                <a:lnTo>
                  <a:pt x="15071" y="14748"/>
                </a:lnTo>
                <a:close/>
                <a:moveTo>
                  <a:pt x="6240" y="20373"/>
                </a:moveTo>
                <a:lnTo>
                  <a:pt x="12480" y="20373"/>
                </a:lnTo>
                <a:lnTo>
                  <a:pt x="12480" y="19827"/>
                </a:lnTo>
                <a:lnTo>
                  <a:pt x="6240" y="19827"/>
                </a:lnTo>
                <a:close/>
                <a:moveTo>
                  <a:pt x="3900" y="14835"/>
                </a:moveTo>
                <a:lnTo>
                  <a:pt x="14820" y="14835"/>
                </a:lnTo>
                <a:lnTo>
                  <a:pt x="14820" y="14445"/>
                </a:lnTo>
                <a:lnTo>
                  <a:pt x="3900" y="14445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组织网络·关怀</a:t>
            </a:r>
          </a:p>
        </p:txBody>
      </p:sp>
      <p:sp>
        <p:nvSpPr>
          <p:cNvPr id="58" name="ORG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10000"/>
                </a:moveTo>
                <a:lnTo>
                  <a:pt x="7000" y="8000"/>
                </a:lnTo>
                <a:lnTo>
                  <a:pt x="10000" y="11000"/>
                </a:lnTo>
                <a:lnTo>
                  <a:pt x="12000" y="9000"/>
                </a:lnTo>
                <a:lnTo>
                  <a:pt x="14000" y="11000"/>
                </a:lnTo>
                <a:lnTo>
                  <a:pt x="17000" y="8000"/>
                </a:lnTo>
                <a:lnTo>
                  <a:pt x="22000" y="10000"/>
                </a:lnTo>
                <a:lnTo>
                  <a:pt x="22000" y="14000"/>
                </a:lnTo>
                <a:lnTo>
                  <a:pt x="17000" y="16000"/>
                </a:lnTo>
                <a:lnTo>
                  <a:pt x="12000" y="14000"/>
                </a:lnTo>
                <a:lnTo>
                  <a:pt x="7000" y="16000"/>
                </a:lnTo>
                <a:lnTo>
                  <a:pt x="2000" y="14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合作</a:t>
            </a:r>
          </a:p>
        </p:txBody>
      </p:sp>
      <p:sp>
        <p:nvSpPr>
          <p:cNvPr id="61" name="ORG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3080"/>
                </a:moveTo>
                <a:lnTo>
                  <a:pt x="5460" y="11520"/>
                </a:lnTo>
                <a:lnTo>
                  <a:pt x="7800" y="13860"/>
                </a:lnTo>
                <a:lnTo>
                  <a:pt x="9360" y="12300"/>
                </a:lnTo>
                <a:lnTo>
                  <a:pt x="10920" y="13860"/>
                </a:lnTo>
                <a:lnTo>
                  <a:pt x="13260" y="11520"/>
                </a:lnTo>
                <a:lnTo>
                  <a:pt x="17160" y="13080"/>
                </a:lnTo>
                <a:lnTo>
                  <a:pt x="17160" y="16200"/>
                </a:lnTo>
                <a:lnTo>
                  <a:pt x="13260" y="17760"/>
                </a:lnTo>
                <a:lnTo>
                  <a:pt x="9360" y="16200"/>
                </a:lnTo>
                <a:lnTo>
                  <a:pt x="5460" y="17760"/>
                </a:lnTo>
                <a:lnTo>
                  <a:pt x="1560" y="1620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合作·协同</a:t>
            </a:r>
          </a:p>
        </p:txBody>
      </p:sp>
      <p:sp>
        <p:nvSpPr>
          <p:cNvPr id="64" name="ORG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3080"/>
                </a:moveTo>
                <a:lnTo>
                  <a:pt x="5460" y="11520"/>
                </a:lnTo>
                <a:lnTo>
                  <a:pt x="7800" y="13860"/>
                </a:lnTo>
                <a:lnTo>
                  <a:pt x="9360" y="12300"/>
                </a:lnTo>
                <a:lnTo>
                  <a:pt x="10920" y="13860"/>
                </a:lnTo>
                <a:lnTo>
                  <a:pt x="13260" y="11520"/>
                </a:lnTo>
                <a:lnTo>
                  <a:pt x="17160" y="13080"/>
                </a:lnTo>
                <a:lnTo>
                  <a:pt x="17160" y="16200"/>
                </a:lnTo>
                <a:lnTo>
                  <a:pt x="13260" y="17760"/>
                </a:lnTo>
                <a:lnTo>
                  <a:pt x="9360" y="16200"/>
                </a:lnTo>
                <a:lnTo>
                  <a:pt x="5460" y="17760"/>
                </a:lnTo>
                <a:lnTo>
                  <a:pt x="1560" y="1620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合作·已验证</a:t>
            </a:r>
          </a:p>
        </p:txBody>
      </p:sp>
      <p:sp>
        <p:nvSpPr>
          <p:cNvPr id="67" name="ORG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3080"/>
                </a:moveTo>
                <a:lnTo>
                  <a:pt x="5460" y="11520"/>
                </a:lnTo>
                <a:lnTo>
                  <a:pt x="7800" y="13860"/>
                </a:lnTo>
                <a:lnTo>
                  <a:pt x="9360" y="12300"/>
                </a:lnTo>
                <a:lnTo>
                  <a:pt x="10920" y="13860"/>
                </a:lnTo>
                <a:lnTo>
                  <a:pt x="13260" y="11520"/>
                </a:lnTo>
                <a:lnTo>
                  <a:pt x="17160" y="13080"/>
                </a:lnTo>
                <a:lnTo>
                  <a:pt x="17160" y="16200"/>
                </a:lnTo>
                <a:lnTo>
                  <a:pt x="13260" y="17760"/>
                </a:lnTo>
                <a:lnTo>
                  <a:pt x="9360" y="16200"/>
                </a:lnTo>
                <a:lnTo>
                  <a:pt x="5460" y="17760"/>
                </a:lnTo>
                <a:lnTo>
                  <a:pt x="1560" y="1620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合作·新增</a:t>
            </a:r>
          </a:p>
        </p:txBody>
      </p:sp>
      <p:sp>
        <p:nvSpPr>
          <p:cNvPr id="70" name="ORG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3080"/>
                </a:moveTo>
                <a:lnTo>
                  <a:pt x="5460" y="11520"/>
                </a:lnTo>
                <a:lnTo>
                  <a:pt x="7800" y="13860"/>
                </a:lnTo>
                <a:lnTo>
                  <a:pt x="9360" y="12300"/>
                </a:lnTo>
                <a:lnTo>
                  <a:pt x="10920" y="13860"/>
                </a:lnTo>
                <a:lnTo>
                  <a:pt x="13260" y="11520"/>
                </a:lnTo>
                <a:lnTo>
                  <a:pt x="17160" y="13080"/>
                </a:lnTo>
                <a:lnTo>
                  <a:pt x="17160" y="16200"/>
                </a:lnTo>
                <a:lnTo>
                  <a:pt x="13260" y="17760"/>
                </a:lnTo>
                <a:lnTo>
                  <a:pt x="9360" y="16200"/>
                </a:lnTo>
                <a:lnTo>
                  <a:pt x="5460" y="17760"/>
                </a:lnTo>
                <a:lnTo>
                  <a:pt x="1560" y="1620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合作·重点</a:t>
            </a:r>
          </a:p>
        </p:txBody>
      </p:sp>
      <p:sp>
        <p:nvSpPr>
          <p:cNvPr id="73" name="ORG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3080"/>
                </a:moveTo>
                <a:lnTo>
                  <a:pt x="5460" y="11520"/>
                </a:lnTo>
                <a:lnTo>
                  <a:pt x="7800" y="13860"/>
                </a:lnTo>
                <a:lnTo>
                  <a:pt x="9360" y="12300"/>
                </a:lnTo>
                <a:lnTo>
                  <a:pt x="10920" y="13860"/>
                </a:lnTo>
                <a:lnTo>
                  <a:pt x="13260" y="11520"/>
                </a:lnTo>
                <a:lnTo>
                  <a:pt x="17160" y="13080"/>
                </a:lnTo>
                <a:lnTo>
                  <a:pt x="17160" y="16200"/>
                </a:lnTo>
                <a:lnTo>
                  <a:pt x="13260" y="17760"/>
                </a:lnTo>
                <a:lnTo>
                  <a:pt x="9360" y="16200"/>
                </a:lnTo>
                <a:lnTo>
                  <a:pt x="5460" y="17760"/>
                </a:lnTo>
                <a:lnTo>
                  <a:pt x="1560" y="16200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合作·关怀</a:t>
            </a:r>
          </a:p>
        </p:txBody>
      </p:sp>
      <p:sp>
        <p:nvSpPr>
          <p:cNvPr id="76" name="ORG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0" y="4000"/>
                </a:moveTo>
                <a:lnTo>
                  <a:pt x="21200" y="4000"/>
                </a:lnTo>
                <a:cubicBezTo>
                  <a:pt x="21642" y="4000"/>
                  <a:pt x="22000" y="4358"/>
                  <a:pt x="22000" y="4800"/>
                </a:cubicBezTo>
                <a:lnTo>
                  <a:pt x="22000" y="19200"/>
                </a:lnTo>
                <a:cubicBezTo>
                  <a:pt x="22000" y="19642"/>
                  <a:pt x="21642" y="20000"/>
                  <a:pt x="21200" y="20000"/>
                </a:cubicBezTo>
                <a:lnTo>
                  <a:pt x="2800" y="20000"/>
                </a:lnTo>
                <a:cubicBezTo>
                  <a:pt x="2358" y="20000"/>
                  <a:pt x="2000" y="19642"/>
                  <a:pt x="2000" y="19200"/>
                </a:cubicBezTo>
                <a:lnTo>
                  <a:pt x="2000" y="4800"/>
                </a:lnTo>
                <a:cubicBezTo>
                  <a:pt x="2000" y="4358"/>
                  <a:pt x="2358" y="4000"/>
                  <a:pt x="2800" y="4000"/>
                </a:cubicBezTo>
                <a:close/>
                <a:moveTo>
                  <a:pt x="7000" y="4000"/>
                </a:moveTo>
                <a:lnTo>
                  <a:pt x="7600" y="4000"/>
                </a:lnTo>
                <a:lnTo>
                  <a:pt x="7600" y="20000"/>
                </a:lnTo>
                <a:lnTo>
                  <a:pt x="7000" y="20000"/>
                </a:lnTo>
                <a:close/>
                <a:moveTo>
                  <a:pt x="13000" y="4000"/>
                </a:moveTo>
                <a:lnTo>
                  <a:pt x="13600" y="4000"/>
                </a:lnTo>
                <a:lnTo>
                  <a:pt x="13600" y="20000"/>
                </a:lnTo>
                <a:lnTo>
                  <a:pt x="13000" y="20000"/>
                </a:lnTo>
                <a:close/>
                <a:moveTo>
                  <a:pt x="4300" y="7000"/>
                </a:moveTo>
                <a:lnTo>
                  <a:pt x="6700" y="7000"/>
                </a:lnTo>
                <a:cubicBezTo>
                  <a:pt x="6866" y="7000"/>
                  <a:pt x="7000" y="7134"/>
                  <a:pt x="7000" y="7300"/>
                </a:cubicBezTo>
                <a:lnTo>
                  <a:pt x="7000" y="9100"/>
                </a:lnTo>
                <a:cubicBezTo>
                  <a:pt x="7000" y="9266"/>
                  <a:pt x="6866" y="9400"/>
                  <a:pt x="6700" y="9400"/>
                </a:cubicBezTo>
                <a:lnTo>
                  <a:pt x="4300" y="9400"/>
                </a:lnTo>
                <a:cubicBezTo>
                  <a:pt x="4134" y="9400"/>
                  <a:pt x="4000" y="9266"/>
                  <a:pt x="4000" y="9100"/>
                </a:cubicBezTo>
                <a:lnTo>
                  <a:pt x="4000" y="7300"/>
                </a:lnTo>
                <a:cubicBezTo>
                  <a:pt x="4000" y="7134"/>
                  <a:pt x="4134" y="7000"/>
                  <a:pt x="4300" y="7000"/>
                </a:cubicBezTo>
                <a:close/>
                <a:moveTo>
                  <a:pt x="4300" y="11000"/>
                </a:moveTo>
                <a:lnTo>
                  <a:pt x="6700" y="11000"/>
                </a:lnTo>
                <a:cubicBezTo>
                  <a:pt x="6866" y="11000"/>
                  <a:pt x="7000" y="11134"/>
                  <a:pt x="7000" y="11300"/>
                </a:cubicBezTo>
                <a:lnTo>
                  <a:pt x="7000" y="13100"/>
                </a:lnTo>
                <a:cubicBezTo>
                  <a:pt x="7000" y="13266"/>
                  <a:pt x="6866" y="13400"/>
                  <a:pt x="6700" y="13400"/>
                </a:cubicBezTo>
                <a:lnTo>
                  <a:pt x="4300" y="13400"/>
                </a:lnTo>
                <a:cubicBezTo>
                  <a:pt x="4134" y="13400"/>
                  <a:pt x="4000" y="13266"/>
                  <a:pt x="4000" y="13100"/>
                </a:cubicBezTo>
                <a:lnTo>
                  <a:pt x="4000" y="11300"/>
                </a:lnTo>
                <a:cubicBezTo>
                  <a:pt x="4000" y="11134"/>
                  <a:pt x="4134" y="11000"/>
                  <a:pt x="4300" y="11000"/>
                </a:cubicBezTo>
                <a:close/>
                <a:moveTo>
                  <a:pt x="8800" y="7000"/>
                </a:moveTo>
                <a:lnTo>
                  <a:pt x="12200" y="7000"/>
                </a:lnTo>
                <a:cubicBezTo>
                  <a:pt x="12366" y="7000"/>
                  <a:pt x="12500" y="7134"/>
                  <a:pt x="12500" y="7300"/>
                </a:cubicBezTo>
                <a:lnTo>
                  <a:pt x="12500" y="9100"/>
                </a:lnTo>
                <a:cubicBezTo>
                  <a:pt x="12500" y="9266"/>
                  <a:pt x="12366" y="9400"/>
                  <a:pt x="12200" y="9400"/>
                </a:cubicBezTo>
                <a:lnTo>
                  <a:pt x="8800" y="9400"/>
                </a:lnTo>
                <a:cubicBezTo>
                  <a:pt x="8634" y="9400"/>
                  <a:pt x="8500" y="9266"/>
                  <a:pt x="8500" y="9100"/>
                </a:cubicBezTo>
                <a:lnTo>
                  <a:pt x="8500" y="7300"/>
                </a:lnTo>
                <a:cubicBezTo>
                  <a:pt x="8500" y="7134"/>
                  <a:pt x="8634" y="7000"/>
                  <a:pt x="8800" y="7000"/>
                </a:cubicBezTo>
                <a:close/>
                <a:moveTo>
                  <a:pt x="15300" y="7000"/>
                </a:moveTo>
                <a:lnTo>
                  <a:pt x="19700" y="7000"/>
                </a:lnTo>
                <a:cubicBezTo>
                  <a:pt x="19866" y="7000"/>
                  <a:pt x="20000" y="7134"/>
                  <a:pt x="20000" y="7300"/>
                </a:cubicBezTo>
                <a:lnTo>
                  <a:pt x="20000" y="9100"/>
                </a:lnTo>
                <a:cubicBezTo>
                  <a:pt x="20000" y="9266"/>
                  <a:pt x="19866" y="9400"/>
                  <a:pt x="19700" y="9400"/>
                </a:cubicBezTo>
                <a:lnTo>
                  <a:pt x="15300" y="9400"/>
                </a:lnTo>
                <a:cubicBezTo>
                  <a:pt x="15134" y="9400"/>
                  <a:pt x="15000" y="9266"/>
                  <a:pt x="15000" y="9100"/>
                </a:cubicBezTo>
                <a:lnTo>
                  <a:pt x="15000" y="7300"/>
                </a:lnTo>
                <a:cubicBezTo>
                  <a:pt x="15000" y="7134"/>
                  <a:pt x="15134" y="7000"/>
                  <a:pt x="15300" y="7000"/>
                </a:cubicBezTo>
                <a:close/>
                <a:moveTo>
                  <a:pt x="15300" y="11000"/>
                </a:moveTo>
                <a:lnTo>
                  <a:pt x="19700" y="11000"/>
                </a:lnTo>
                <a:cubicBezTo>
                  <a:pt x="19866" y="11000"/>
                  <a:pt x="20000" y="11134"/>
                  <a:pt x="20000" y="11300"/>
                </a:cubicBezTo>
                <a:lnTo>
                  <a:pt x="20000" y="13100"/>
                </a:lnTo>
                <a:cubicBezTo>
                  <a:pt x="20000" y="13266"/>
                  <a:pt x="19866" y="13400"/>
                  <a:pt x="19700" y="13400"/>
                </a:cubicBezTo>
                <a:lnTo>
                  <a:pt x="15300" y="13400"/>
                </a:lnTo>
                <a:cubicBezTo>
                  <a:pt x="15134" y="13400"/>
                  <a:pt x="15000" y="13266"/>
                  <a:pt x="15000" y="13100"/>
                </a:cubicBezTo>
                <a:lnTo>
                  <a:pt x="15000" y="11300"/>
                </a:lnTo>
                <a:cubicBezTo>
                  <a:pt x="15000" y="11134"/>
                  <a:pt x="15134" y="11000"/>
                  <a:pt x="15300" y="1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项目看板</a:t>
            </a:r>
          </a:p>
        </p:txBody>
      </p:sp>
      <p:sp>
        <p:nvSpPr>
          <p:cNvPr id="79" name="ORG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5460" y="8400"/>
                </a:moveTo>
                <a:lnTo>
                  <a:pt x="5928" y="8400"/>
                </a:lnTo>
                <a:lnTo>
                  <a:pt x="5928" y="20880"/>
                </a:lnTo>
                <a:lnTo>
                  <a:pt x="5460" y="20880"/>
                </a:lnTo>
                <a:close/>
                <a:moveTo>
                  <a:pt x="10140" y="8400"/>
                </a:moveTo>
                <a:lnTo>
                  <a:pt x="10608" y="8400"/>
                </a:lnTo>
                <a:lnTo>
                  <a:pt x="10608" y="20880"/>
                </a:lnTo>
                <a:lnTo>
                  <a:pt x="10140" y="20880"/>
                </a:lnTo>
                <a:close/>
                <a:moveTo>
                  <a:pt x="3354" y="10740"/>
                </a:moveTo>
                <a:lnTo>
                  <a:pt x="5226" y="10740"/>
                </a:lnTo>
                <a:cubicBezTo>
                  <a:pt x="5355" y="10740"/>
                  <a:pt x="5460" y="10845"/>
                  <a:pt x="5460" y="10974"/>
                </a:cubicBezTo>
                <a:lnTo>
                  <a:pt x="5460" y="12378"/>
                </a:lnTo>
                <a:cubicBezTo>
                  <a:pt x="5460" y="12507"/>
                  <a:pt x="5355" y="12612"/>
                  <a:pt x="5226" y="12612"/>
                </a:cubicBezTo>
                <a:lnTo>
                  <a:pt x="3354" y="12612"/>
                </a:lnTo>
                <a:cubicBezTo>
                  <a:pt x="3225" y="12612"/>
                  <a:pt x="3120" y="12507"/>
                  <a:pt x="3120" y="12378"/>
                </a:cubicBezTo>
                <a:lnTo>
                  <a:pt x="3120" y="10974"/>
                </a:lnTo>
                <a:cubicBezTo>
                  <a:pt x="3120" y="10845"/>
                  <a:pt x="3225" y="10740"/>
                  <a:pt x="3354" y="10740"/>
                </a:cubicBezTo>
                <a:close/>
                <a:moveTo>
                  <a:pt x="3354" y="13860"/>
                </a:moveTo>
                <a:lnTo>
                  <a:pt x="5226" y="13860"/>
                </a:lnTo>
                <a:cubicBezTo>
                  <a:pt x="5355" y="13860"/>
                  <a:pt x="5460" y="13965"/>
                  <a:pt x="5460" y="14094"/>
                </a:cubicBezTo>
                <a:lnTo>
                  <a:pt x="5460" y="15498"/>
                </a:lnTo>
                <a:cubicBezTo>
                  <a:pt x="5460" y="15627"/>
                  <a:pt x="5355" y="15732"/>
                  <a:pt x="5226" y="15732"/>
                </a:cubicBezTo>
                <a:lnTo>
                  <a:pt x="3354" y="15732"/>
                </a:lnTo>
                <a:cubicBezTo>
                  <a:pt x="3225" y="15732"/>
                  <a:pt x="3120" y="15627"/>
                  <a:pt x="3120" y="15498"/>
                </a:cubicBezTo>
                <a:lnTo>
                  <a:pt x="3120" y="14094"/>
                </a:lnTo>
                <a:cubicBezTo>
                  <a:pt x="3120" y="13965"/>
                  <a:pt x="3225" y="13860"/>
                  <a:pt x="3354" y="13860"/>
                </a:cubicBezTo>
                <a:close/>
                <a:moveTo>
                  <a:pt x="6864" y="10740"/>
                </a:moveTo>
                <a:lnTo>
                  <a:pt x="9516" y="10740"/>
                </a:lnTo>
                <a:cubicBezTo>
                  <a:pt x="9645" y="10740"/>
                  <a:pt x="9750" y="10845"/>
                  <a:pt x="9750" y="10974"/>
                </a:cubicBezTo>
                <a:lnTo>
                  <a:pt x="9750" y="12378"/>
                </a:lnTo>
                <a:cubicBezTo>
                  <a:pt x="9750" y="12507"/>
                  <a:pt x="9645" y="12612"/>
                  <a:pt x="9516" y="12612"/>
                </a:cubicBezTo>
                <a:lnTo>
                  <a:pt x="6864" y="12612"/>
                </a:lnTo>
                <a:cubicBezTo>
                  <a:pt x="6735" y="12612"/>
                  <a:pt x="6630" y="12507"/>
                  <a:pt x="6630" y="12378"/>
                </a:cubicBezTo>
                <a:lnTo>
                  <a:pt x="6630" y="10974"/>
                </a:lnTo>
                <a:cubicBezTo>
                  <a:pt x="6630" y="10845"/>
                  <a:pt x="6735" y="10740"/>
                  <a:pt x="6864" y="10740"/>
                </a:cubicBezTo>
                <a:close/>
                <a:moveTo>
                  <a:pt x="11934" y="10740"/>
                </a:moveTo>
                <a:lnTo>
                  <a:pt x="15366" y="10740"/>
                </a:lnTo>
                <a:cubicBezTo>
                  <a:pt x="15495" y="10740"/>
                  <a:pt x="15600" y="10845"/>
                  <a:pt x="15600" y="10974"/>
                </a:cubicBezTo>
                <a:lnTo>
                  <a:pt x="15600" y="12378"/>
                </a:lnTo>
                <a:cubicBezTo>
                  <a:pt x="15600" y="12507"/>
                  <a:pt x="15495" y="12612"/>
                  <a:pt x="15366" y="12612"/>
                </a:cubicBezTo>
                <a:lnTo>
                  <a:pt x="11934" y="12612"/>
                </a:lnTo>
                <a:cubicBezTo>
                  <a:pt x="11805" y="12612"/>
                  <a:pt x="11700" y="12507"/>
                  <a:pt x="11700" y="12378"/>
                </a:cubicBezTo>
                <a:lnTo>
                  <a:pt x="11700" y="10974"/>
                </a:lnTo>
                <a:cubicBezTo>
                  <a:pt x="11700" y="10845"/>
                  <a:pt x="11805" y="10740"/>
                  <a:pt x="11934" y="10740"/>
                </a:cubicBezTo>
                <a:close/>
                <a:moveTo>
                  <a:pt x="11934" y="13860"/>
                </a:moveTo>
                <a:lnTo>
                  <a:pt x="15366" y="13860"/>
                </a:lnTo>
                <a:cubicBezTo>
                  <a:pt x="15495" y="13860"/>
                  <a:pt x="15600" y="13965"/>
                  <a:pt x="15600" y="14094"/>
                </a:cubicBezTo>
                <a:lnTo>
                  <a:pt x="15600" y="15498"/>
                </a:lnTo>
                <a:cubicBezTo>
                  <a:pt x="15600" y="15627"/>
                  <a:pt x="15495" y="15732"/>
                  <a:pt x="15366" y="15732"/>
                </a:cubicBezTo>
                <a:lnTo>
                  <a:pt x="11934" y="15732"/>
                </a:lnTo>
                <a:cubicBezTo>
                  <a:pt x="11805" y="15732"/>
                  <a:pt x="11700" y="15627"/>
                  <a:pt x="11700" y="15498"/>
                </a:cubicBezTo>
                <a:lnTo>
                  <a:pt x="11700" y="14094"/>
                </a:lnTo>
                <a:cubicBezTo>
                  <a:pt x="11700" y="13965"/>
                  <a:pt x="11805" y="13860"/>
                  <a:pt x="11934" y="1386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项目看板·协同</a:t>
            </a:r>
          </a:p>
        </p:txBody>
      </p:sp>
      <p:sp>
        <p:nvSpPr>
          <p:cNvPr id="82" name="ORG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5460" y="8400"/>
                </a:moveTo>
                <a:lnTo>
                  <a:pt x="5928" y="8400"/>
                </a:lnTo>
                <a:lnTo>
                  <a:pt x="5928" y="20880"/>
                </a:lnTo>
                <a:lnTo>
                  <a:pt x="5460" y="20880"/>
                </a:lnTo>
                <a:close/>
                <a:moveTo>
                  <a:pt x="10140" y="8400"/>
                </a:moveTo>
                <a:lnTo>
                  <a:pt x="10608" y="8400"/>
                </a:lnTo>
                <a:lnTo>
                  <a:pt x="10608" y="20880"/>
                </a:lnTo>
                <a:lnTo>
                  <a:pt x="10140" y="20880"/>
                </a:lnTo>
                <a:close/>
                <a:moveTo>
                  <a:pt x="3354" y="10740"/>
                </a:moveTo>
                <a:lnTo>
                  <a:pt x="5226" y="10740"/>
                </a:lnTo>
                <a:cubicBezTo>
                  <a:pt x="5355" y="10740"/>
                  <a:pt x="5460" y="10845"/>
                  <a:pt x="5460" y="10974"/>
                </a:cubicBezTo>
                <a:lnTo>
                  <a:pt x="5460" y="12378"/>
                </a:lnTo>
                <a:cubicBezTo>
                  <a:pt x="5460" y="12507"/>
                  <a:pt x="5355" y="12612"/>
                  <a:pt x="5226" y="12612"/>
                </a:cubicBezTo>
                <a:lnTo>
                  <a:pt x="3354" y="12612"/>
                </a:lnTo>
                <a:cubicBezTo>
                  <a:pt x="3225" y="12612"/>
                  <a:pt x="3120" y="12507"/>
                  <a:pt x="3120" y="12378"/>
                </a:cubicBezTo>
                <a:lnTo>
                  <a:pt x="3120" y="10974"/>
                </a:lnTo>
                <a:cubicBezTo>
                  <a:pt x="3120" y="10845"/>
                  <a:pt x="3225" y="10740"/>
                  <a:pt x="3354" y="10740"/>
                </a:cubicBezTo>
                <a:close/>
                <a:moveTo>
                  <a:pt x="3354" y="13860"/>
                </a:moveTo>
                <a:lnTo>
                  <a:pt x="5226" y="13860"/>
                </a:lnTo>
                <a:cubicBezTo>
                  <a:pt x="5355" y="13860"/>
                  <a:pt x="5460" y="13965"/>
                  <a:pt x="5460" y="14094"/>
                </a:cubicBezTo>
                <a:lnTo>
                  <a:pt x="5460" y="15498"/>
                </a:lnTo>
                <a:cubicBezTo>
                  <a:pt x="5460" y="15627"/>
                  <a:pt x="5355" y="15732"/>
                  <a:pt x="5226" y="15732"/>
                </a:cubicBezTo>
                <a:lnTo>
                  <a:pt x="3354" y="15732"/>
                </a:lnTo>
                <a:cubicBezTo>
                  <a:pt x="3225" y="15732"/>
                  <a:pt x="3120" y="15627"/>
                  <a:pt x="3120" y="15498"/>
                </a:cubicBezTo>
                <a:lnTo>
                  <a:pt x="3120" y="14094"/>
                </a:lnTo>
                <a:cubicBezTo>
                  <a:pt x="3120" y="13965"/>
                  <a:pt x="3225" y="13860"/>
                  <a:pt x="3354" y="13860"/>
                </a:cubicBezTo>
                <a:close/>
                <a:moveTo>
                  <a:pt x="6864" y="10740"/>
                </a:moveTo>
                <a:lnTo>
                  <a:pt x="9516" y="10740"/>
                </a:lnTo>
                <a:cubicBezTo>
                  <a:pt x="9645" y="10740"/>
                  <a:pt x="9750" y="10845"/>
                  <a:pt x="9750" y="10974"/>
                </a:cubicBezTo>
                <a:lnTo>
                  <a:pt x="9750" y="12378"/>
                </a:lnTo>
                <a:cubicBezTo>
                  <a:pt x="9750" y="12507"/>
                  <a:pt x="9645" y="12612"/>
                  <a:pt x="9516" y="12612"/>
                </a:cubicBezTo>
                <a:lnTo>
                  <a:pt x="6864" y="12612"/>
                </a:lnTo>
                <a:cubicBezTo>
                  <a:pt x="6735" y="12612"/>
                  <a:pt x="6630" y="12507"/>
                  <a:pt x="6630" y="12378"/>
                </a:cubicBezTo>
                <a:lnTo>
                  <a:pt x="6630" y="10974"/>
                </a:lnTo>
                <a:cubicBezTo>
                  <a:pt x="6630" y="10845"/>
                  <a:pt x="6735" y="10740"/>
                  <a:pt x="6864" y="10740"/>
                </a:cubicBezTo>
                <a:close/>
                <a:moveTo>
                  <a:pt x="11934" y="10740"/>
                </a:moveTo>
                <a:lnTo>
                  <a:pt x="15366" y="10740"/>
                </a:lnTo>
                <a:cubicBezTo>
                  <a:pt x="15495" y="10740"/>
                  <a:pt x="15600" y="10845"/>
                  <a:pt x="15600" y="10974"/>
                </a:cubicBezTo>
                <a:lnTo>
                  <a:pt x="15600" y="12378"/>
                </a:lnTo>
                <a:cubicBezTo>
                  <a:pt x="15600" y="12507"/>
                  <a:pt x="15495" y="12612"/>
                  <a:pt x="15366" y="12612"/>
                </a:cubicBezTo>
                <a:lnTo>
                  <a:pt x="11934" y="12612"/>
                </a:lnTo>
                <a:cubicBezTo>
                  <a:pt x="11805" y="12612"/>
                  <a:pt x="11700" y="12507"/>
                  <a:pt x="11700" y="12378"/>
                </a:cubicBezTo>
                <a:lnTo>
                  <a:pt x="11700" y="10974"/>
                </a:lnTo>
                <a:cubicBezTo>
                  <a:pt x="11700" y="10845"/>
                  <a:pt x="11805" y="10740"/>
                  <a:pt x="11934" y="10740"/>
                </a:cubicBezTo>
                <a:close/>
                <a:moveTo>
                  <a:pt x="11934" y="13860"/>
                </a:moveTo>
                <a:lnTo>
                  <a:pt x="15366" y="13860"/>
                </a:lnTo>
                <a:cubicBezTo>
                  <a:pt x="15495" y="13860"/>
                  <a:pt x="15600" y="13965"/>
                  <a:pt x="15600" y="14094"/>
                </a:cubicBezTo>
                <a:lnTo>
                  <a:pt x="15600" y="15498"/>
                </a:lnTo>
                <a:cubicBezTo>
                  <a:pt x="15600" y="15627"/>
                  <a:pt x="15495" y="15732"/>
                  <a:pt x="15366" y="15732"/>
                </a:cubicBezTo>
                <a:lnTo>
                  <a:pt x="11934" y="15732"/>
                </a:lnTo>
                <a:cubicBezTo>
                  <a:pt x="11805" y="15732"/>
                  <a:pt x="11700" y="15627"/>
                  <a:pt x="11700" y="15498"/>
                </a:cubicBezTo>
                <a:lnTo>
                  <a:pt x="11700" y="14094"/>
                </a:lnTo>
                <a:cubicBezTo>
                  <a:pt x="11700" y="13965"/>
                  <a:pt x="11805" y="13860"/>
                  <a:pt x="11934" y="138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项目看板·已验证</a:t>
            </a:r>
          </a:p>
        </p:txBody>
      </p:sp>
      <p:sp>
        <p:nvSpPr>
          <p:cNvPr id="85" name="ORG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5460" y="8400"/>
                </a:moveTo>
                <a:lnTo>
                  <a:pt x="5928" y="8400"/>
                </a:lnTo>
                <a:lnTo>
                  <a:pt x="5928" y="20880"/>
                </a:lnTo>
                <a:lnTo>
                  <a:pt x="5460" y="20880"/>
                </a:lnTo>
                <a:close/>
                <a:moveTo>
                  <a:pt x="10140" y="8400"/>
                </a:moveTo>
                <a:lnTo>
                  <a:pt x="10608" y="8400"/>
                </a:lnTo>
                <a:lnTo>
                  <a:pt x="10608" y="20880"/>
                </a:lnTo>
                <a:lnTo>
                  <a:pt x="10140" y="20880"/>
                </a:lnTo>
                <a:close/>
                <a:moveTo>
                  <a:pt x="3354" y="10740"/>
                </a:moveTo>
                <a:lnTo>
                  <a:pt x="5226" y="10740"/>
                </a:lnTo>
                <a:cubicBezTo>
                  <a:pt x="5355" y="10740"/>
                  <a:pt x="5460" y="10845"/>
                  <a:pt x="5460" y="10974"/>
                </a:cubicBezTo>
                <a:lnTo>
                  <a:pt x="5460" y="12378"/>
                </a:lnTo>
                <a:cubicBezTo>
                  <a:pt x="5460" y="12507"/>
                  <a:pt x="5355" y="12612"/>
                  <a:pt x="5226" y="12612"/>
                </a:cubicBezTo>
                <a:lnTo>
                  <a:pt x="3354" y="12612"/>
                </a:lnTo>
                <a:cubicBezTo>
                  <a:pt x="3225" y="12612"/>
                  <a:pt x="3120" y="12507"/>
                  <a:pt x="3120" y="12378"/>
                </a:cubicBezTo>
                <a:lnTo>
                  <a:pt x="3120" y="10974"/>
                </a:lnTo>
                <a:cubicBezTo>
                  <a:pt x="3120" y="10845"/>
                  <a:pt x="3225" y="10740"/>
                  <a:pt x="3354" y="10740"/>
                </a:cubicBezTo>
                <a:close/>
                <a:moveTo>
                  <a:pt x="3354" y="13860"/>
                </a:moveTo>
                <a:lnTo>
                  <a:pt x="5226" y="13860"/>
                </a:lnTo>
                <a:cubicBezTo>
                  <a:pt x="5355" y="13860"/>
                  <a:pt x="5460" y="13965"/>
                  <a:pt x="5460" y="14094"/>
                </a:cubicBezTo>
                <a:lnTo>
                  <a:pt x="5460" y="15498"/>
                </a:lnTo>
                <a:cubicBezTo>
                  <a:pt x="5460" y="15627"/>
                  <a:pt x="5355" y="15732"/>
                  <a:pt x="5226" y="15732"/>
                </a:cubicBezTo>
                <a:lnTo>
                  <a:pt x="3354" y="15732"/>
                </a:lnTo>
                <a:cubicBezTo>
                  <a:pt x="3225" y="15732"/>
                  <a:pt x="3120" y="15627"/>
                  <a:pt x="3120" y="15498"/>
                </a:cubicBezTo>
                <a:lnTo>
                  <a:pt x="3120" y="14094"/>
                </a:lnTo>
                <a:cubicBezTo>
                  <a:pt x="3120" y="13965"/>
                  <a:pt x="3225" y="13860"/>
                  <a:pt x="3354" y="13860"/>
                </a:cubicBezTo>
                <a:close/>
                <a:moveTo>
                  <a:pt x="6864" y="10740"/>
                </a:moveTo>
                <a:lnTo>
                  <a:pt x="9516" y="10740"/>
                </a:lnTo>
                <a:cubicBezTo>
                  <a:pt x="9645" y="10740"/>
                  <a:pt x="9750" y="10845"/>
                  <a:pt x="9750" y="10974"/>
                </a:cubicBezTo>
                <a:lnTo>
                  <a:pt x="9750" y="12378"/>
                </a:lnTo>
                <a:cubicBezTo>
                  <a:pt x="9750" y="12507"/>
                  <a:pt x="9645" y="12612"/>
                  <a:pt x="9516" y="12612"/>
                </a:cubicBezTo>
                <a:lnTo>
                  <a:pt x="6864" y="12612"/>
                </a:lnTo>
                <a:cubicBezTo>
                  <a:pt x="6735" y="12612"/>
                  <a:pt x="6630" y="12507"/>
                  <a:pt x="6630" y="12378"/>
                </a:cubicBezTo>
                <a:lnTo>
                  <a:pt x="6630" y="10974"/>
                </a:lnTo>
                <a:cubicBezTo>
                  <a:pt x="6630" y="10845"/>
                  <a:pt x="6735" y="10740"/>
                  <a:pt x="6864" y="10740"/>
                </a:cubicBezTo>
                <a:close/>
                <a:moveTo>
                  <a:pt x="11934" y="10740"/>
                </a:moveTo>
                <a:lnTo>
                  <a:pt x="15366" y="10740"/>
                </a:lnTo>
                <a:cubicBezTo>
                  <a:pt x="15495" y="10740"/>
                  <a:pt x="15600" y="10845"/>
                  <a:pt x="15600" y="10974"/>
                </a:cubicBezTo>
                <a:lnTo>
                  <a:pt x="15600" y="12378"/>
                </a:lnTo>
                <a:cubicBezTo>
                  <a:pt x="15600" y="12507"/>
                  <a:pt x="15495" y="12612"/>
                  <a:pt x="15366" y="12612"/>
                </a:cubicBezTo>
                <a:lnTo>
                  <a:pt x="11934" y="12612"/>
                </a:lnTo>
                <a:cubicBezTo>
                  <a:pt x="11805" y="12612"/>
                  <a:pt x="11700" y="12507"/>
                  <a:pt x="11700" y="12378"/>
                </a:cubicBezTo>
                <a:lnTo>
                  <a:pt x="11700" y="10974"/>
                </a:lnTo>
                <a:cubicBezTo>
                  <a:pt x="11700" y="10845"/>
                  <a:pt x="11805" y="10740"/>
                  <a:pt x="11934" y="10740"/>
                </a:cubicBezTo>
                <a:close/>
                <a:moveTo>
                  <a:pt x="11934" y="13860"/>
                </a:moveTo>
                <a:lnTo>
                  <a:pt x="15366" y="13860"/>
                </a:lnTo>
                <a:cubicBezTo>
                  <a:pt x="15495" y="13860"/>
                  <a:pt x="15600" y="13965"/>
                  <a:pt x="15600" y="14094"/>
                </a:cubicBezTo>
                <a:lnTo>
                  <a:pt x="15600" y="15498"/>
                </a:lnTo>
                <a:cubicBezTo>
                  <a:pt x="15600" y="15627"/>
                  <a:pt x="15495" y="15732"/>
                  <a:pt x="15366" y="15732"/>
                </a:cubicBezTo>
                <a:lnTo>
                  <a:pt x="11934" y="15732"/>
                </a:lnTo>
                <a:cubicBezTo>
                  <a:pt x="11805" y="15732"/>
                  <a:pt x="11700" y="15627"/>
                  <a:pt x="11700" y="15498"/>
                </a:cubicBezTo>
                <a:lnTo>
                  <a:pt x="11700" y="14094"/>
                </a:lnTo>
                <a:cubicBezTo>
                  <a:pt x="11700" y="13965"/>
                  <a:pt x="11805" y="13860"/>
                  <a:pt x="11934" y="1386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项目看板·新增</a:t>
            </a:r>
          </a:p>
        </p:txBody>
      </p:sp>
      <p:sp>
        <p:nvSpPr>
          <p:cNvPr id="88" name="ORG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5460" y="8400"/>
                </a:moveTo>
                <a:lnTo>
                  <a:pt x="5928" y="8400"/>
                </a:lnTo>
                <a:lnTo>
                  <a:pt x="5928" y="20880"/>
                </a:lnTo>
                <a:lnTo>
                  <a:pt x="5460" y="20880"/>
                </a:lnTo>
                <a:close/>
                <a:moveTo>
                  <a:pt x="10140" y="8400"/>
                </a:moveTo>
                <a:lnTo>
                  <a:pt x="10608" y="8400"/>
                </a:lnTo>
                <a:lnTo>
                  <a:pt x="10608" y="20880"/>
                </a:lnTo>
                <a:lnTo>
                  <a:pt x="10140" y="20880"/>
                </a:lnTo>
                <a:close/>
                <a:moveTo>
                  <a:pt x="3354" y="10740"/>
                </a:moveTo>
                <a:lnTo>
                  <a:pt x="5226" y="10740"/>
                </a:lnTo>
                <a:cubicBezTo>
                  <a:pt x="5355" y="10740"/>
                  <a:pt x="5460" y="10845"/>
                  <a:pt x="5460" y="10974"/>
                </a:cubicBezTo>
                <a:lnTo>
                  <a:pt x="5460" y="12378"/>
                </a:lnTo>
                <a:cubicBezTo>
                  <a:pt x="5460" y="12507"/>
                  <a:pt x="5355" y="12612"/>
                  <a:pt x="5226" y="12612"/>
                </a:cubicBezTo>
                <a:lnTo>
                  <a:pt x="3354" y="12612"/>
                </a:lnTo>
                <a:cubicBezTo>
                  <a:pt x="3225" y="12612"/>
                  <a:pt x="3120" y="12507"/>
                  <a:pt x="3120" y="12378"/>
                </a:cubicBezTo>
                <a:lnTo>
                  <a:pt x="3120" y="10974"/>
                </a:lnTo>
                <a:cubicBezTo>
                  <a:pt x="3120" y="10845"/>
                  <a:pt x="3225" y="10740"/>
                  <a:pt x="3354" y="10740"/>
                </a:cubicBezTo>
                <a:close/>
                <a:moveTo>
                  <a:pt x="3354" y="13860"/>
                </a:moveTo>
                <a:lnTo>
                  <a:pt x="5226" y="13860"/>
                </a:lnTo>
                <a:cubicBezTo>
                  <a:pt x="5355" y="13860"/>
                  <a:pt x="5460" y="13965"/>
                  <a:pt x="5460" y="14094"/>
                </a:cubicBezTo>
                <a:lnTo>
                  <a:pt x="5460" y="15498"/>
                </a:lnTo>
                <a:cubicBezTo>
                  <a:pt x="5460" y="15627"/>
                  <a:pt x="5355" y="15732"/>
                  <a:pt x="5226" y="15732"/>
                </a:cubicBezTo>
                <a:lnTo>
                  <a:pt x="3354" y="15732"/>
                </a:lnTo>
                <a:cubicBezTo>
                  <a:pt x="3225" y="15732"/>
                  <a:pt x="3120" y="15627"/>
                  <a:pt x="3120" y="15498"/>
                </a:cubicBezTo>
                <a:lnTo>
                  <a:pt x="3120" y="14094"/>
                </a:lnTo>
                <a:cubicBezTo>
                  <a:pt x="3120" y="13965"/>
                  <a:pt x="3225" y="13860"/>
                  <a:pt x="3354" y="13860"/>
                </a:cubicBezTo>
                <a:close/>
                <a:moveTo>
                  <a:pt x="6864" y="10740"/>
                </a:moveTo>
                <a:lnTo>
                  <a:pt x="9516" y="10740"/>
                </a:lnTo>
                <a:cubicBezTo>
                  <a:pt x="9645" y="10740"/>
                  <a:pt x="9750" y="10845"/>
                  <a:pt x="9750" y="10974"/>
                </a:cubicBezTo>
                <a:lnTo>
                  <a:pt x="9750" y="12378"/>
                </a:lnTo>
                <a:cubicBezTo>
                  <a:pt x="9750" y="12507"/>
                  <a:pt x="9645" y="12612"/>
                  <a:pt x="9516" y="12612"/>
                </a:cubicBezTo>
                <a:lnTo>
                  <a:pt x="6864" y="12612"/>
                </a:lnTo>
                <a:cubicBezTo>
                  <a:pt x="6735" y="12612"/>
                  <a:pt x="6630" y="12507"/>
                  <a:pt x="6630" y="12378"/>
                </a:cubicBezTo>
                <a:lnTo>
                  <a:pt x="6630" y="10974"/>
                </a:lnTo>
                <a:cubicBezTo>
                  <a:pt x="6630" y="10845"/>
                  <a:pt x="6735" y="10740"/>
                  <a:pt x="6864" y="10740"/>
                </a:cubicBezTo>
                <a:close/>
                <a:moveTo>
                  <a:pt x="11934" y="10740"/>
                </a:moveTo>
                <a:lnTo>
                  <a:pt x="15366" y="10740"/>
                </a:lnTo>
                <a:cubicBezTo>
                  <a:pt x="15495" y="10740"/>
                  <a:pt x="15600" y="10845"/>
                  <a:pt x="15600" y="10974"/>
                </a:cubicBezTo>
                <a:lnTo>
                  <a:pt x="15600" y="12378"/>
                </a:lnTo>
                <a:cubicBezTo>
                  <a:pt x="15600" y="12507"/>
                  <a:pt x="15495" y="12612"/>
                  <a:pt x="15366" y="12612"/>
                </a:cubicBezTo>
                <a:lnTo>
                  <a:pt x="11934" y="12612"/>
                </a:lnTo>
                <a:cubicBezTo>
                  <a:pt x="11805" y="12612"/>
                  <a:pt x="11700" y="12507"/>
                  <a:pt x="11700" y="12378"/>
                </a:cubicBezTo>
                <a:lnTo>
                  <a:pt x="11700" y="10974"/>
                </a:lnTo>
                <a:cubicBezTo>
                  <a:pt x="11700" y="10845"/>
                  <a:pt x="11805" y="10740"/>
                  <a:pt x="11934" y="10740"/>
                </a:cubicBezTo>
                <a:close/>
                <a:moveTo>
                  <a:pt x="11934" y="13860"/>
                </a:moveTo>
                <a:lnTo>
                  <a:pt x="15366" y="13860"/>
                </a:lnTo>
                <a:cubicBezTo>
                  <a:pt x="15495" y="13860"/>
                  <a:pt x="15600" y="13965"/>
                  <a:pt x="15600" y="14094"/>
                </a:cubicBezTo>
                <a:lnTo>
                  <a:pt x="15600" y="15498"/>
                </a:lnTo>
                <a:cubicBezTo>
                  <a:pt x="15600" y="15627"/>
                  <a:pt x="15495" y="15732"/>
                  <a:pt x="15366" y="15732"/>
                </a:cubicBezTo>
                <a:lnTo>
                  <a:pt x="11934" y="15732"/>
                </a:lnTo>
                <a:cubicBezTo>
                  <a:pt x="11805" y="15732"/>
                  <a:pt x="11700" y="15627"/>
                  <a:pt x="11700" y="15498"/>
                </a:cubicBezTo>
                <a:lnTo>
                  <a:pt x="11700" y="14094"/>
                </a:lnTo>
                <a:cubicBezTo>
                  <a:pt x="11700" y="13965"/>
                  <a:pt x="11805" y="13860"/>
                  <a:pt x="11934" y="1386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项目看板·重点</a:t>
            </a:r>
          </a:p>
        </p:txBody>
      </p:sp>
      <p:sp>
        <p:nvSpPr>
          <p:cNvPr id="91" name="ORG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5460" y="8400"/>
                </a:moveTo>
                <a:lnTo>
                  <a:pt x="5928" y="8400"/>
                </a:lnTo>
                <a:lnTo>
                  <a:pt x="5928" y="20880"/>
                </a:lnTo>
                <a:lnTo>
                  <a:pt x="5460" y="20880"/>
                </a:lnTo>
                <a:close/>
                <a:moveTo>
                  <a:pt x="10140" y="8400"/>
                </a:moveTo>
                <a:lnTo>
                  <a:pt x="10608" y="8400"/>
                </a:lnTo>
                <a:lnTo>
                  <a:pt x="10608" y="20880"/>
                </a:lnTo>
                <a:lnTo>
                  <a:pt x="10140" y="20880"/>
                </a:lnTo>
                <a:close/>
                <a:moveTo>
                  <a:pt x="3354" y="10740"/>
                </a:moveTo>
                <a:lnTo>
                  <a:pt x="5226" y="10740"/>
                </a:lnTo>
                <a:cubicBezTo>
                  <a:pt x="5355" y="10740"/>
                  <a:pt x="5460" y="10845"/>
                  <a:pt x="5460" y="10974"/>
                </a:cubicBezTo>
                <a:lnTo>
                  <a:pt x="5460" y="12378"/>
                </a:lnTo>
                <a:cubicBezTo>
                  <a:pt x="5460" y="12507"/>
                  <a:pt x="5355" y="12612"/>
                  <a:pt x="5226" y="12612"/>
                </a:cubicBezTo>
                <a:lnTo>
                  <a:pt x="3354" y="12612"/>
                </a:lnTo>
                <a:cubicBezTo>
                  <a:pt x="3225" y="12612"/>
                  <a:pt x="3120" y="12507"/>
                  <a:pt x="3120" y="12378"/>
                </a:cubicBezTo>
                <a:lnTo>
                  <a:pt x="3120" y="10974"/>
                </a:lnTo>
                <a:cubicBezTo>
                  <a:pt x="3120" y="10845"/>
                  <a:pt x="3225" y="10740"/>
                  <a:pt x="3354" y="10740"/>
                </a:cubicBezTo>
                <a:close/>
                <a:moveTo>
                  <a:pt x="3354" y="13860"/>
                </a:moveTo>
                <a:lnTo>
                  <a:pt x="5226" y="13860"/>
                </a:lnTo>
                <a:cubicBezTo>
                  <a:pt x="5355" y="13860"/>
                  <a:pt x="5460" y="13965"/>
                  <a:pt x="5460" y="14094"/>
                </a:cubicBezTo>
                <a:lnTo>
                  <a:pt x="5460" y="15498"/>
                </a:lnTo>
                <a:cubicBezTo>
                  <a:pt x="5460" y="15627"/>
                  <a:pt x="5355" y="15732"/>
                  <a:pt x="5226" y="15732"/>
                </a:cubicBezTo>
                <a:lnTo>
                  <a:pt x="3354" y="15732"/>
                </a:lnTo>
                <a:cubicBezTo>
                  <a:pt x="3225" y="15732"/>
                  <a:pt x="3120" y="15627"/>
                  <a:pt x="3120" y="15498"/>
                </a:cubicBezTo>
                <a:lnTo>
                  <a:pt x="3120" y="14094"/>
                </a:lnTo>
                <a:cubicBezTo>
                  <a:pt x="3120" y="13965"/>
                  <a:pt x="3225" y="13860"/>
                  <a:pt x="3354" y="13860"/>
                </a:cubicBezTo>
                <a:close/>
                <a:moveTo>
                  <a:pt x="6864" y="10740"/>
                </a:moveTo>
                <a:lnTo>
                  <a:pt x="9516" y="10740"/>
                </a:lnTo>
                <a:cubicBezTo>
                  <a:pt x="9645" y="10740"/>
                  <a:pt x="9750" y="10845"/>
                  <a:pt x="9750" y="10974"/>
                </a:cubicBezTo>
                <a:lnTo>
                  <a:pt x="9750" y="12378"/>
                </a:lnTo>
                <a:cubicBezTo>
                  <a:pt x="9750" y="12507"/>
                  <a:pt x="9645" y="12612"/>
                  <a:pt x="9516" y="12612"/>
                </a:cubicBezTo>
                <a:lnTo>
                  <a:pt x="6864" y="12612"/>
                </a:lnTo>
                <a:cubicBezTo>
                  <a:pt x="6735" y="12612"/>
                  <a:pt x="6630" y="12507"/>
                  <a:pt x="6630" y="12378"/>
                </a:cubicBezTo>
                <a:lnTo>
                  <a:pt x="6630" y="10974"/>
                </a:lnTo>
                <a:cubicBezTo>
                  <a:pt x="6630" y="10845"/>
                  <a:pt x="6735" y="10740"/>
                  <a:pt x="6864" y="10740"/>
                </a:cubicBezTo>
                <a:close/>
                <a:moveTo>
                  <a:pt x="11934" y="10740"/>
                </a:moveTo>
                <a:lnTo>
                  <a:pt x="15366" y="10740"/>
                </a:lnTo>
                <a:cubicBezTo>
                  <a:pt x="15495" y="10740"/>
                  <a:pt x="15600" y="10845"/>
                  <a:pt x="15600" y="10974"/>
                </a:cubicBezTo>
                <a:lnTo>
                  <a:pt x="15600" y="12378"/>
                </a:lnTo>
                <a:cubicBezTo>
                  <a:pt x="15600" y="12507"/>
                  <a:pt x="15495" y="12612"/>
                  <a:pt x="15366" y="12612"/>
                </a:cubicBezTo>
                <a:lnTo>
                  <a:pt x="11934" y="12612"/>
                </a:lnTo>
                <a:cubicBezTo>
                  <a:pt x="11805" y="12612"/>
                  <a:pt x="11700" y="12507"/>
                  <a:pt x="11700" y="12378"/>
                </a:cubicBezTo>
                <a:lnTo>
                  <a:pt x="11700" y="10974"/>
                </a:lnTo>
                <a:cubicBezTo>
                  <a:pt x="11700" y="10845"/>
                  <a:pt x="11805" y="10740"/>
                  <a:pt x="11934" y="10740"/>
                </a:cubicBezTo>
                <a:close/>
                <a:moveTo>
                  <a:pt x="11934" y="13860"/>
                </a:moveTo>
                <a:lnTo>
                  <a:pt x="15366" y="13860"/>
                </a:lnTo>
                <a:cubicBezTo>
                  <a:pt x="15495" y="13860"/>
                  <a:pt x="15600" y="13965"/>
                  <a:pt x="15600" y="14094"/>
                </a:cubicBezTo>
                <a:lnTo>
                  <a:pt x="15600" y="15498"/>
                </a:lnTo>
                <a:cubicBezTo>
                  <a:pt x="15600" y="15627"/>
                  <a:pt x="15495" y="15732"/>
                  <a:pt x="15366" y="15732"/>
                </a:cubicBezTo>
                <a:lnTo>
                  <a:pt x="11934" y="15732"/>
                </a:lnTo>
                <a:cubicBezTo>
                  <a:pt x="11805" y="15732"/>
                  <a:pt x="11700" y="15627"/>
                  <a:pt x="11700" y="15498"/>
                </a:cubicBezTo>
                <a:lnTo>
                  <a:pt x="11700" y="14094"/>
                </a:lnTo>
                <a:cubicBezTo>
                  <a:pt x="11700" y="13965"/>
                  <a:pt x="11805" y="13860"/>
                  <a:pt x="11934" y="1386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项目看板·关怀</a:t>
            </a:r>
          </a:p>
        </p:txBody>
      </p:sp>
      <p:sp>
        <p:nvSpPr>
          <p:cNvPr id="94" name="ORG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000" y="13000"/>
                </a:moveTo>
                <a:cubicBezTo>
                  <a:pt x="21000" y="15209"/>
                  <a:pt x="16971" y="17000"/>
                  <a:pt x="12000" y="17000"/>
                </a:cubicBezTo>
                <a:cubicBezTo>
                  <a:pt x="7029" y="17000"/>
                  <a:pt x="3000" y="15209"/>
                  <a:pt x="3000" y="13000"/>
                </a:cubicBezTo>
                <a:cubicBezTo>
                  <a:pt x="3000" y="10791"/>
                  <a:pt x="7029" y="9000"/>
                  <a:pt x="12000" y="9000"/>
                </a:cubicBezTo>
                <a:cubicBezTo>
                  <a:pt x="16971" y="9000"/>
                  <a:pt x="21000" y="10791"/>
                  <a:pt x="21000" y="13000"/>
                </a:cubicBezTo>
                <a:close/>
                <a:moveTo>
                  <a:pt x="5600" y="9000"/>
                </a:moveTo>
                <a:cubicBezTo>
                  <a:pt x="5600" y="9884"/>
                  <a:pt x="4884" y="10600"/>
                  <a:pt x="4000" y="10600"/>
                </a:cubicBezTo>
                <a:cubicBezTo>
                  <a:pt x="3116" y="10600"/>
                  <a:pt x="2400" y="9884"/>
                  <a:pt x="2400" y="9000"/>
                </a:cubicBezTo>
                <a:cubicBezTo>
                  <a:pt x="2400" y="8116"/>
                  <a:pt x="3116" y="7400"/>
                  <a:pt x="4000" y="7400"/>
                </a:cubicBezTo>
                <a:cubicBezTo>
                  <a:pt x="4884" y="7400"/>
                  <a:pt x="5600" y="8116"/>
                  <a:pt x="5600" y="9000"/>
                </a:cubicBezTo>
                <a:close/>
                <a:moveTo>
                  <a:pt x="21600" y="9000"/>
                </a:moveTo>
                <a:cubicBezTo>
                  <a:pt x="21600" y="9884"/>
                  <a:pt x="20884" y="10600"/>
                  <a:pt x="20000" y="10600"/>
                </a:cubicBezTo>
                <a:cubicBezTo>
                  <a:pt x="19116" y="10600"/>
                  <a:pt x="18400" y="9884"/>
                  <a:pt x="18400" y="9000"/>
                </a:cubicBezTo>
                <a:cubicBezTo>
                  <a:pt x="18400" y="8116"/>
                  <a:pt x="19116" y="7400"/>
                  <a:pt x="20000" y="7400"/>
                </a:cubicBezTo>
                <a:cubicBezTo>
                  <a:pt x="20884" y="7400"/>
                  <a:pt x="21600" y="8116"/>
                  <a:pt x="21600" y="9000"/>
                </a:cubicBezTo>
                <a:close/>
                <a:moveTo>
                  <a:pt x="5600" y="17000"/>
                </a:moveTo>
                <a:cubicBezTo>
                  <a:pt x="5600" y="17884"/>
                  <a:pt x="4884" y="18600"/>
                  <a:pt x="4000" y="18600"/>
                </a:cubicBezTo>
                <a:cubicBezTo>
                  <a:pt x="3116" y="18600"/>
                  <a:pt x="2400" y="17884"/>
                  <a:pt x="2400" y="17000"/>
                </a:cubicBezTo>
                <a:cubicBezTo>
                  <a:pt x="2400" y="16116"/>
                  <a:pt x="3116" y="15400"/>
                  <a:pt x="4000" y="15400"/>
                </a:cubicBezTo>
                <a:cubicBezTo>
                  <a:pt x="4884" y="15400"/>
                  <a:pt x="5600" y="16116"/>
                  <a:pt x="5600" y="17000"/>
                </a:cubicBezTo>
                <a:close/>
                <a:moveTo>
                  <a:pt x="21600" y="17000"/>
                </a:moveTo>
                <a:cubicBezTo>
                  <a:pt x="21600" y="17884"/>
                  <a:pt x="20884" y="18600"/>
                  <a:pt x="20000" y="18600"/>
                </a:cubicBezTo>
                <a:cubicBezTo>
                  <a:pt x="19116" y="18600"/>
                  <a:pt x="18400" y="17884"/>
                  <a:pt x="18400" y="17000"/>
                </a:cubicBezTo>
                <a:cubicBezTo>
                  <a:pt x="18400" y="16116"/>
                  <a:pt x="19116" y="15400"/>
                  <a:pt x="20000" y="15400"/>
                </a:cubicBezTo>
                <a:cubicBezTo>
                  <a:pt x="20884" y="15400"/>
                  <a:pt x="21600" y="16116"/>
                  <a:pt x="21600" y="17000"/>
                </a:cubicBezTo>
                <a:close/>
                <a:moveTo>
                  <a:pt x="13600" y="6000"/>
                </a:moveTo>
                <a:cubicBezTo>
                  <a:pt x="13600" y="6884"/>
                  <a:pt x="12884" y="7600"/>
                  <a:pt x="12000" y="7600"/>
                </a:cubicBezTo>
                <a:cubicBezTo>
                  <a:pt x="11116" y="7600"/>
                  <a:pt x="10400" y="6884"/>
                  <a:pt x="10400" y="6000"/>
                </a:cubicBezTo>
                <a:cubicBezTo>
                  <a:pt x="10400" y="5116"/>
                  <a:pt x="11116" y="4400"/>
                  <a:pt x="12000" y="4400"/>
                </a:cubicBezTo>
                <a:cubicBezTo>
                  <a:pt x="12884" y="4400"/>
                  <a:pt x="13600" y="5116"/>
                  <a:pt x="13600" y="6000"/>
                </a:cubicBezTo>
                <a:close/>
                <a:moveTo>
                  <a:pt x="13600" y="20000"/>
                </a:moveTo>
                <a:cubicBezTo>
                  <a:pt x="13600" y="20884"/>
                  <a:pt x="12884" y="21600"/>
                  <a:pt x="12000" y="21600"/>
                </a:cubicBezTo>
                <a:cubicBezTo>
                  <a:pt x="11116" y="21600"/>
                  <a:pt x="10400" y="20884"/>
                  <a:pt x="10400" y="20000"/>
                </a:cubicBezTo>
                <a:cubicBezTo>
                  <a:pt x="10400" y="19116"/>
                  <a:pt x="11116" y="18400"/>
                  <a:pt x="12000" y="18400"/>
                </a:cubicBezTo>
                <a:cubicBezTo>
                  <a:pt x="12884" y="18400"/>
                  <a:pt x="13600" y="19116"/>
                  <a:pt x="13600" y="20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会议桌</a:t>
            </a:r>
          </a:p>
        </p:txBody>
      </p:sp>
      <p:sp>
        <p:nvSpPr>
          <p:cNvPr id="97" name="ORG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5420"/>
                </a:moveTo>
                <a:cubicBezTo>
                  <a:pt x="16380" y="17143"/>
                  <a:pt x="13237" y="18540"/>
                  <a:pt x="9360" y="18540"/>
                </a:cubicBezTo>
                <a:cubicBezTo>
                  <a:pt x="5483" y="18540"/>
                  <a:pt x="2340" y="17143"/>
                  <a:pt x="2340" y="15420"/>
                </a:cubicBezTo>
                <a:cubicBezTo>
                  <a:pt x="2340" y="13697"/>
                  <a:pt x="5483" y="12300"/>
                  <a:pt x="9360" y="12300"/>
                </a:cubicBezTo>
                <a:cubicBezTo>
                  <a:pt x="13237" y="12300"/>
                  <a:pt x="16380" y="13697"/>
                  <a:pt x="16380" y="15420"/>
                </a:cubicBezTo>
                <a:close/>
                <a:moveTo>
                  <a:pt x="4368" y="12300"/>
                </a:moveTo>
                <a:cubicBezTo>
                  <a:pt x="4368" y="12989"/>
                  <a:pt x="3809" y="13548"/>
                  <a:pt x="3120" y="13548"/>
                </a:cubicBezTo>
                <a:cubicBezTo>
                  <a:pt x="2431" y="13548"/>
                  <a:pt x="1872" y="12989"/>
                  <a:pt x="1872" y="12300"/>
                </a:cubicBezTo>
                <a:cubicBezTo>
                  <a:pt x="1872" y="11611"/>
                  <a:pt x="2431" y="11052"/>
                  <a:pt x="3120" y="11052"/>
                </a:cubicBezTo>
                <a:cubicBezTo>
                  <a:pt x="3809" y="11052"/>
                  <a:pt x="4368" y="11611"/>
                  <a:pt x="4368" y="12300"/>
                </a:cubicBezTo>
                <a:close/>
                <a:moveTo>
                  <a:pt x="16848" y="12300"/>
                </a:moveTo>
                <a:cubicBezTo>
                  <a:pt x="16848" y="12989"/>
                  <a:pt x="16289" y="13548"/>
                  <a:pt x="15600" y="13548"/>
                </a:cubicBezTo>
                <a:cubicBezTo>
                  <a:pt x="14911" y="13548"/>
                  <a:pt x="14352" y="12989"/>
                  <a:pt x="14352" y="12300"/>
                </a:cubicBezTo>
                <a:cubicBezTo>
                  <a:pt x="14352" y="11611"/>
                  <a:pt x="14911" y="11052"/>
                  <a:pt x="15600" y="11052"/>
                </a:cubicBezTo>
                <a:cubicBezTo>
                  <a:pt x="16289" y="11052"/>
                  <a:pt x="16848" y="11611"/>
                  <a:pt x="16848" y="12300"/>
                </a:cubicBezTo>
                <a:close/>
                <a:moveTo>
                  <a:pt x="4368" y="18540"/>
                </a:moveTo>
                <a:cubicBezTo>
                  <a:pt x="4368" y="19229"/>
                  <a:pt x="3809" y="19788"/>
                  <a:pt x="3120" y="19788"/>
                </a:cubicBezTo>
                <a:cubicBezTo>
                  <a:pt x="2431" y="19788"/>
                  <a:pt x="1872" y="19229"/>
                  <a:pt x="1872" y="18540"/>
                </a:cubicBezTo>
                <a:cubicBezTo>
                  <a:pt x="1872" y="17851"/>
                  <a:pt x="2431" y="17292"/>
                  <a:pt x="3120" y="17292"/>
                </a:cubicBezTo>
                <a:cubicBezTo>
                  <a:pt x="3809" y="17292"/>
                  <a:pt x="4368" y="17851"/>
                  <a:pt x="4368" y="18540"/>
                </a:cubicBezTo>
                <a:close/>
                <a:moveTo>
                  <a:pt x="16848" y="18540"/>
                </a:moveTo>
                <a:cubicBezTo>
                  <a:pt x="16848" y="19229"/>
                  <a:pt x="16289" y="19788"/>
                  <a:pt x="15600" y="19788"/>
                </a:cubicBezTo>
                <a:cubicBezTo>
                  <a:pt x="14911" y="19788"/>
                  <a:pt x="14352" y="19229"/>
                  <a:pt x="14352" y="18540"/>
                </a:cubicBezTo>
                <a:cubicBezTo>
                  <a:pt x="14352" y="17851"/>
                  <a:pt x="14911" y="17292"/>
                  <a:pt x="15600" y="17292"/>
                </a:cubicBezTo>
                <a:cubicBezTo>
                  <a:pt x="16289" y="17292"/>
                  <a:pt x="16848" y="17851"/>
                  <a:pt x="16848" y="18540"/>
                </a:cubicBezTo>
                <a:close/>
                <a:moveTo>
                  <a:pt x="10608" y="9960"/>
                </a:moveTo>
                <a:cubicBezTo>
                  <a:pt x="10608" y="10649"/>
                  <a:pt x="10049" y="11208"/>
                  <a:pt x="9360" y="11208"/>
                </a:cubicBezTo>
                <a:cubicBezTo>
                  <a:pt x="8671" y="11208"/>
                  <a:pt x="8112" y="10649"/>
                  <a:pt x="8112" y="9960"/>
                </a:cubicBezTo>
                <a:cubicBezTo>
                  <a:pt x="8112" y="9271"/>
                  <a:pt x="8671" y="8712"/>
                  <a:pt x="9360" y="8712"/>
                </a:cubicBezTo>
                <a:cubicBezTo>
                  <a:pt x="10049" y="8712"/>
                  <a:pt x="10608" y="9271"/>
                  <a:pt x="10608" y="9960"/>
                </a:cubicBezTo>
                <a:close/>
                <a:moveTo>
                  <a:pt x="10608" y="20880"/>
                </a:moveTo>
                <a:cubicBezTo>
                  <a:pt x="10608" y="21569"/>
                  <a:pt x="10049" y="22128"/>
                  <a:pt x="9360" y="22128"/>
                </a:cubicBezTo>
                <a:cubicBezTo>
                  <a:pt x="8671" y="22128"/>
                  <a:pt x="8112" y="21569"/>
                  <a:pt x="8112" y="20880"/>
                </a:cubicBezTo>
                <a:cubicBezTo>
                  <a:pt x="8112" y="20191"/>
                  <a:pt x="8671" y="19632"/>
                  <a:pt x="9360" y="19632"/>
                </a:cubicBezTo>
                <a:cubicBezTo>
                  <a:pt x="10049" y="19632"/>
                  <a:pt x="10608" y="20191"/>
                  <a:pt x="10608" y="2088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会议桌·协同</a:t>
            </a:r>
          </a:p>
        </p:txBody>
      </p:sp>
      <p:sp>
        <p:nvSpPr>
          <p:cNvPr id="100" name="ORG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5420"/>
                </a:moveTo>
                <a:cubicBezTo>
                  <a:pt x="16380" y="17143"/>
                  <a:pt x="13237" y="18540"/>
                  <a:pt x="9360" y="18540"/>
                </a:cubicBezTo>
                <a:cubicBezTo>
                  <a:pt x="5483" y="18540"/>
                  <a:pt x="2340" y="17143"/>
                  <a:pt x="2340" y="15420"/>
                </a:cubicBezTo>
                <a:cubicBezTo>
                  <a:pt x="2340" y="13697"/>
                  <a:pt x="5483" y="12300"/>
                  <a:pt x="9360" y="12300"/>
                </a:cubicBezTo>
                <a:cubicBezTo>
                  <a:pt x="13237" y="12300"/>
                  <a:pt x="16380" y="13697"/>
                  <a:pt x="16380" y="15420"/>
                </a:cubicBezTo>
                <a:close/>
                <a:moveTo>
                  <a:pt x="4368" y="12300"/>
                </a:moveTo>
                <a:cubicBezTo>
                  <a:pt x="4368" y="12989"/>
                  <a:pt x="3809" y="13548"/>
                  <a:pt x="3120" y="13548"/>
                </a:cubicBezTo>
                <a:cubicBezTo>
                  <a:pt x="2431" y="13548"/>
                  <a:pt x="1872" y="12989"/>
                  <a:pt x="1872" y="12300"/>
                </a:cubicBezTo>
                <a:cubicBezTo>
                  <a:pt x="1872" y="11611"/>
                  <a:pt x="2431" y="11052"/>
                  <a:pt x="3120" y="11052"/>
                </a:cubicBezTo>
                <a:cubicBezTo>
                  <a:pt x="3809" y="11052"/>
                  <a:pt x="4368" y="11611"/>
                  <a:pt x="4368" y="12300"/>
                </a:cubicBezTo>
                <a:close/>
                <a:moveTo>
                  <a:pt x="16848" y="12300"/>
                </a:moveTo>
                <a:cubicBezTo>
                  <a:pt x="16848" y="12989"/>
                  <a:pt x="16289" y="13548"/>
                  <a:pt x="15600" y="13548"/>
                </a:cubicBezTo>
                <a:cubicBezTo>
                  <a:pt x="14911" y="13548"/>
                  <a:pt x="14352" y="12989"/>
                  <a:pt x="14352" y="12300"/>
                </a:cubicBezTo>
                <a:cubicBezTo>
                  <a:pt x="14352" y="11611"/>
                  <a:pt x="14911" y="11052"/>
                  <a:pt x="15600" y="11052"/>
                </a:cubicBezTo>
                <a:cubicBezTo>
                  <a:pt x="16289" y="11052"/>
                  <a:pt x="16848" y="11611"/>
                  <a:pt x="16848" y="12300"/>
                </a:cubicBezTo>
                <a:close/>
                <a:moveTo>
                  <a:pt x="4368" y="18540"/>
                </a:moveTo>
                <a:cubicBezTo>
                  <a:pt x="4368" y="19229"/>
                  <a:pt x="3809" y="19788"/>
                  <a:pt x="3120" y="19788"/>
                </a:cubicBezTo>
                <a:cubicBezTo>
                  <a:pt x="2431" y="19788"/>
                  <a:pt x="1872" y="19229"/>
                  <a:pt x="1872" y="18540"/>
                </a:cubicBezTo>
                <a:cubicBezTo>
                  <a:pt x="1872" y="17851"/>
                  <a:pt x="2431" y="17292"/>
                  <a:pt x="3120" y="17292"/>
                </a:cubicBezTo>
                <a:cubicBezTo>
                  <a:pt x="3809" y="17292"/>
                  <a:pt x="4368" y="17851"/>
                  <a:pt x="4368" y="18540"/>
                </a:cubicBezTo>
                <a:close/>
                <a:moveTo>
                  <a:pt x="16848" y="18540"/>
                </a:moveTo>
                <a:cubicBezTo>
                  <a:pt x="16848" y="19229"/>
                  <a:pt x="16289" y="19788"/>
                  <a:pt x="15600" y="19788"/>
                </a:cubicBezTo>
                <a:cubicBezTo>
                  <a:pt x="14911" y="19788"/>
                  <a:pt x="14352" y="19229"/>
                  <a:pt x="14352" y="18540"/>
                </a:cubicBezTo>
                <a:cubicBezTo>
                  <a:pt x="14352" y="17851"/>
                  <a:pt x="14911" y="17292"/>
                  <a:pt x="15600" y="17292"/>
                </a:cubicBezTo>
                <a:cubicBezTo>
                  <a:pt x="16289" y="17292"/>
                  <a:pt x="16848" y="17851"/>
                  <a:pt x="16848" y="18540"/>
                </a:cubicBezTo>
                <a:close/>
                <a:moveTo>
                  <a:pt x="10608" y="9960"/>
                </a:moveTo>
                <a:cubicBezTo>
                  <a:pt x="10608" y="10649"/>
                  <a:pt x="10049" y="11208"/>
                  <a:pt x="9360" y="11208"/>
                </a:cubicBezTo>
                <a:cubicBezTo>
                  <a:pt x="8671" y="11208"/>
                  <a:pt x="8112" y="10649"/>
                  <a:pt x="8112" y="9960"/>
                </a:cubicBezTo>
                <a:cubicBezTo>
                  <a:pt x="8112" y="9271"/>
                  <a:pt x="8671" y="8712"/>
                  <a:pt x="9360" y="8712"/>
                </a:cubicBezTo>
                <a:cubicBezTo>
                  <a:pt x="10049" y="8712"/>
                  <a:pt x="10608" y="9271"/>
                  <a:pt x="10608" y="9960"/>
                </a:cubicBezTo>
                <a:close/>
                <a:moveTo>
                  <a:pt x="10608" y="20880"/>
                </a:moveTo>
                <a:cubicBezTo>
                  <a:pt x="10608" y="21569"/>
                  <a:pt x="10049" y="22128"/>
                  <a:pt x="9360" y="22128"/>
                </a:cubicBezTo>
                <a:cubicBezTo>
                  <a:pt x="8671" y="22128"/>
                  <a:pt x="8112" y="21569"/>
                  <a:pt x="8112" y="20880"/>
                </a:cubicBezTo>
                <a:cubicBezTo>
                  <a:pt x="8112" y="20191"/>
                  <a:pt x="8671" y="19632"/>
                  <a:pt x="9360" y="19632"/>
                </a:cubicBezTo>
                <a:cubicBezTo>
                  <a:pt x="10049" y="19632"/>
                  <a:pt x="10608" y="20191"/>
                  <a:pt x="10608" y="2088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会议桌·已验证</a:t>
            </a:r>
          </a:p>
        </p:txBody>
      </p:sp>
      <p:sp>
        <p:nvSpPr>
          <p:cNvPr id="103" name="ORG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5420"/>
                </a:moveTo>
                <a:cubicBezTo>
                  <a:pt x="16380" y="17143"/>
                  <a:pt x="13237" y="18540"/>
                  <a:pt x="9360" y="18540"/>
                </a:cubicBezTo>
                <a:cubicBezTo>
                  <a:pt x="5483" y="18540"/>
                  <a:pt x="2340" y="17143"/>
                  <a:pt x="2340" y="15420"/>
                </a:cubicBezTo>
                <a:cubicBezTo>
                  <a:pt x="2340" y="13697"/>
                  <a:pt x="5483" y="12300"/>
                  <a:pt x="9360" y="12300"/>
                </a:cubicBezTo>
                <a:cubicBezTo>
                  <a:pt x="13237" y="12300"/>
                  <a:pt x="16380" y="13697"/>
                  <a:pt x="16380" y="15420"/>
                </a:cubicBezTo>
                <a:close/>
                <a:moveTo>
                  <a:pt x="4368" y="12300"/>
                </a:moveTo>
                <a:cubicBezTo>
                  <a:pt x="4368" y="12989"/>
                  <a:pt x="3809" y="13548"/>
                  <a:pt x="3120" y="13548"/>
                </a:cubicBezTo>
                <a:cubicBezTo>
                  <a:pt x="2431" y="13548"/>
                  <a:pt x="1872" y="12989"/>
                  <a:pt x="1872" y="12300"/>
                </a:cubicBezTo>
                <a:cubicBezTo>
                  <a:pt x="1872" y="11611"/>
                  <a:pt x="2431" y="11052"/>
                  <a:pt x="3120" y="11052"/>
                </a:cubicBezTo>
                <a:cubicBezTo>
                  <a:pt x="3809" y="11052"/>
                  <a:pt x="4368" y="11611"/>
                  <a:pt x="4368" y="12300"/>
                </a:cubicBezTo>
                <a:close/>
                <a:moveTo>
                  <a:pt x="16848" y="12300"/>
                </a:moveTo>
                <a:cubicBezTo>
                  <a:pt x="16848" y="12989"/>
                  <a:pt x="16289" y="13548"/>
                  <a:pt x="15600" y="13548"/>
                </a:cubicBezTo>
                <a:cubicBezTo>
                  <a:pt x="14911" y="13548"/>
                  <a:pt x="14352" y="12989"/>
                  <a:pt x="14352" y="12300"/>
                </a:cubicBezTo>
                <a:cubicBezTo>
                  <a:pt x="14352" y="11611"/>
                  <a:pt x="14911" y="11052"/>
                  <a:pt x="15600" y="11052"/>
                </a:cubicBezTo>
                <a:cubicBezTo>
                  <a:pt x="16289" y="11052"/>
                  <a:pt x="16848" y="11611"/>
                  <a:pt x="16848" y="12300"/>
                </a:cubicBezTo>
                <a:close/>
                <a:moveTo>
                  <a:pt x="4368" y="18540"/>
                </a:moveTo>
                <a:cubicBezTo>
                  <a:pt x="4368" y="19229"/>
                  <a:pt x="3809" y="19788"/>
                  <a:pt x="3120" y="19788"/>
                </a:cubicBezTo>
                <a:cubicBezTo>
                  <a:pt x="2431" y="19788"/>
                  <a:pt x="1872" y="19229"/>
                  <a:pt x="1872" y="18540"/>
                </a:cubicBezTo>
                <a:cubicBezTo>
                  <a:pt x="1872" y="17851"/>
                  <a:pt x="2431" y="17292"/>
                  <a:pt x="3120" y="17292"/>
                </a:cubicBezTo>
                <a:cubicBezTo>
                  <a:pt x="3809" y="17292"/>
                  <a:pt x="4368" y="17851"/>
                  <a:pt x="4368" y="18540"/>
                </a:cubicBezTo>
                <a:close/>
                <a:moveTo>
                  <a:pt x="16848" y="18540"/>
                </a:moveTo>
                <a:cubicBezTo>
                  <a:pt x="16848" y="19229"/>
                  <a:pt x="16289" y="19788"/>
                  <a:pt x="15600" y="19788"/>
                </a:cubicBezTo>
                <a:cubicBezTo>
                  <a:pt x="14911" y="19788"/>
                  <a:pt x="14352" y="19229"/>
                  <a:pt x="14352" y="18540"/>
                </a:cubicBezTo>
                <a:cubicBezTo>
                  <a:pt x="14352" y="17851"/>
                  <a:pt x="14911" y="17292"/>
                  <a:pt x="15600" y="17292"/>
                </a:cubicBezTo>
                <a:cubicBezTo>
                  <a:pt x="16289" y="17292"/>
                  <a:pt x="16848" y="17851"/>
                  <a:pt x="16848" y="18540"/>
                </a:cubicBezTo>
                <a:close/>
                <a:moveTo>
                  <a:pt x="10608" y="9960"/>
                </a:moveTo>
                <a:cubicBezTo>
                  <a:pt x="10608" y="10649"/>
                  <a:pt x="10049" y="11208"/>
                  <a:pt x="9360" y="11208"/>
                </a:cubicBezTo>
                <a:cubicBezTo>
                  <a:pt x="8671" y="11208"/>
                  <a:pt x="8112" y="10649"/>
                  <a:pt x="8112" y="9960"/>
                </a:cubicBezTo>
                <a:cubicBezTo>
                  <a:pt x="8112" y="9271"/>
                  <a:pt x="8671" y="8712"/>
                  <a:pt x="9360" y="8712"/>
                </a:cubicBezTo>
                <a:cubicBezTo>
                  <a:pt x="10049" y="8712"/>
                  <a:pt x="10608" y="9271"/>
                  <a:pt x="10608" y="9960"/>
                </a:cubicBezTo>
                <a:close/>
                <a:moveTo>
                  <a:pt x="10608" y="20880"/>
                </a:moveTo>
                <a:cubicBezTo>
                  <a:pt x="10608" y="21569"/>
                  <a:pt x="10049" y="22128"/>
                  <a:pt x="9360" y="22128"/>
                </a:cubicBezTo>
                <a:cubicBezTo>
                  <a:pt x="8671" y="22128"/>
                  <a:pt x="8112" y="21569"/>
                  <a:pt x="8112" y="20880"/>
                </a:cubicBezTo>
                <a:cubicBezTo>
                  <a:pt x="8112" y="20191"/>
                  <a:pt x="8671" y="19632"/>
                  <a:pt x="9360" y="19632"/>
                </a:cubicBezTo>
                <a:cubicBezTo>
                  <a:pt x="10049" y="19632"/>
                  <a:pt x="10608" y="20191"/>
                  <a:pt x="10608" y="2088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会议桌·新增</a:t>
            </a:r>
          </a:p>
        </p:txBody>
      </p:sp>
      <p:sp>
        <p:nvSpPr>
          <p:cNvPr id="106" name="ORG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5420"/>
                </a:moveTo>
                <a:cubicBezTo>
                  <a:pt x="16380" y="17143"/>
                  <a:pt x="13237" y="18540"/>
                  <a:pt x="9360" y="18540"/>
                </a:cubicBezTo>
                <a:cubicBezTo>
                  <a:pt x="5483" y="18540"/>
                  <a:pt x="2340" y="17143"/>
                  <a:pt x="2340" y="15420"/>
                </a:cubicBezTo>
                <a:cubicBezTo>
                  <a:pt x="2340" y="13697"/>
                  <a:pt x="5483" y="12300"/>
                  <a:pt x="9360" y="12300"/>
                </a:cubicBezTo>
                <a:cubicBezTo>
                  <a:pt x="13237" y="12300"/>
                  <a:pt x="16380" y="13697"/>
                  <a:pt x="16380" y="15420"/>
                </a:cubicBezTo>
                <a:close/>
                <a:moveTo>
                  <a:pt x="4368" y="12300"/>
                </a:moveTo>
                <a:cubicBezTo>
                  <a:pt x="4368" y="12989"/>
                  <a:pt x="3809" y="13548"/>
                  <a:pt x="3120" y="13548"/>
                </a:cubicBezTo>
                <a:cubicBezTo>
                  <a:pt x="2431" y="13548"/>
                  <a:pt x="1872" y="12989"/>
                  <a:pt x="1872" y="12300"/>
                </a:cubicBezTo>
                <a:cubicBezTo>
                  <a:pt x="1872" y="11611"/>
                  <a:pt x="2431" y="11052"/>
                  <a:pt x="3120" y="11052"/>
                </a:cubicBezTo>
                <a:cubicBezTo>
                  <a:pt x="3809" y="11052"/>
                  <a:pt x="4368" y="11611"/>
                  <a:pt x="4368" y="12300"/>
                </a:cubicBezTo>
                <a:close/>
                <a:moveTo>
                  <a:pt x="16848" y="12300"/>
                </a:moveTo>
                <a:cubicBezTo>
                  <a:pt x="16848" y="12989"/>
                  <a:pt x="16289" y="13548"/>
                  <a:pt x="15600" y="13548"/>
                </a:cubicBezTo>
                <a:cubicBezTo>
                  <a:pt x="14911" y="13548"/>
                  <a:pt x="14352" y="12989"/>
                  <a:pt x="14352" y="12300"/>
                </a:cubicBezTo>
                <a:cubicBezTo>
                  <a:pt x="14352" y="11611"/>
                  <a:pt x="14911" y="11052"/>
                  <a:pt x="15600" y="11052"/>
                </a:cubicBezTo>
                <a:cubicBezTo>
                  <a:pt x="16289" y="11052"/>
                  <a:pt x="16848" y="11611"/>
                  <a:pt x="16848" y="12300"/>
                </a:cubicBezTo>
                <a:close/>
                <a:moveTo>
                  <a:pt x="4368" y="18540"/>
                </a:moveTo>
                <a:cubicBezTo>
                  <a:pt x="4368" y="19229"/>
                  <a:pt x="3809" y="19788"/>
                  <a:pt x="3120" y="19788"/>
                </a:cubicBezTo>
                <a:cubicBezTo>
                  <a:pt x="2431" y="19788"/>
                  <a:pt x="1872" y="19229"/>
                  <a:pt x="1872" y="18540"/>
                </a:cubicBezTo>
                <a:cubicBezTo>
                  <a:pt x="1872" y="17851"/>
                  <a:pt x="2431" y="17292"/>
                  <a:pt x="3120" y="17292"/>
                </a:cubicBezTo>
                <a:cubicBezTo>
                  <a:pt x="3809" y="17292"/>
                  <a:pt x="4368" y="17851"/>
                  <a:pt x="4368" y="18540"/>
                </a:cubicBezTo>
                <a:close/>
                <a:moveTo>
                  <a:pt x="16848" y="18540"/>
                </a:moveTo>
                <a:cubicBezTo>
                  <a:pt x="16848" y="19229"/>
                  <a:pt x="16289" y="19788"/>
                  <a:pt x="15600" y="19788"/>
                </a:cubicBezTo>
                <a:cubicBezTo>
                  <a:pt x="14911" y="19788"/>
                  <a:pt x="14352" y="19229"/>
                  <a:pt x="14352" y="18540"/>
                </a:cubicBezTo>
                <a:cubicBezTo>
                  <a:pt x="14352" y="17851"/>
                  <a:pt x="14911" y="17292"/>
                  <a:pt x="15600" y="17292"/>
                </a:cubicBezTo>
                <a:cubicBezTo>
                  <a:pt x="16289" y="17292"/>
                  <a:pt x="16848" y="17851"/>
                  <a:pt x="16848" y="18540"/>
                </a:cubicBezTo>
                <a:close/>
                <a:moveTo>
                  <a:pt x="10608" y="9960"/>
                </a:moveTo>
                <a:cubicBezTo>
                  <a:pt x="10608" y="10649"/>
                  <a:pt x="10049" y="11208"/>
                  <a:pt x="9360" y="11208"/>
                </a:cubicBezTo>
                <a:cubicBezTo>
                  <a:pt x="8671" y="11208"/>
                  <a:pt x="8112" y="10649"/>
                  <a:pt x="8112" y="9960"/>
                </a:cubicBezTo>
                <a:cubicBezTo>
                  <a:pt x="8112" y="9271"/>
                  <a:pt x="8671" y="8712"/>
                  <a:pt x="9360" y="8712"/>
                </a:cubicBezTo>
                <a:cubicBezTo>
                  <a:pt x="10049" y="8712"/>
                  <a:pt x="10608" y="9271"/>
                  <a:pt x="10608" y="9960"/>
                </a:cubicBezTo>
                <a:close/>
                <a:moveTo>
                  <a:pt x="10608" y="20880"/>
                </a:moveTo>
                <a:cubicBezTo>
                  <a:pt x="10608" y="21569"/>
                  <a:pt x="10049" y="22128"/>
                  <a:pt x="9360" y="22128"/>
                </a:cubicBezTo>
                <a:cubicBezTo>
                  <a:pt x="8671" y="22128"/>
                  <a:pt x="8112" y="21569"/>
                  <a:pt x="8112" y="20880"/>
                </a:cubicBezTo>
                <a:cubicBezTo>
                  <a:pt x="8112" y="20191"/>
                  <a:pt x="8671" y="19632"/>
                  <a:pt x="9360" y="19632"/>
                </a:cubicBezTo>
                <a:cubicBezTo>
                  <a:pt x="10049" y="19632"/>
                  <a:pt x="10608" y="20191"/>
                  <a:pt x="10608" y="2088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会议桌·重点</a:t>
            </a:r>
          </a:p>
        </p:txBody>
      </p:sp>
      <p:sp>
        <p:nvSpPr>
          <p:cNvPr id="109" name="ORG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5420"/>
                </a:moveTo>
                <a:cubicBezTo>
                  <a:pt x="16380" y="17143"/>
                  <a:pt x="13237" y="18540"/>
                  <a:pt x="9360" y="18540"/>
                </a:cubicBezTo>
                <a:cubicBezTo>
                  <a:pt x="5483" y="18540"/>
                  <a:pt x="2340" y="17143"/>
                  <a:pt x="2340" y="15420"/>
                </a:cubicBezTo>
                <a:cubicBezTo>
                  <a:pt x="2340" y="13697"/>
                  <a:pt x="5483" y="12300"/>
                  <a:pt x="9360" y="12300"/>
                </a:cubicBezTo>
                <a:cubicBezTo>
                  <a:pt x="13237" y="12300"/>
                  <a:pt x="16380" y="13697"/>
                  <a:pt x="16380" y="15420"/>
                </a:cubicBezTo>
                <a:close/>
                <a:moveTo>
                  <a:pt x="4368" y="12300"/>
                </a:moveTo>
                <a:cubicBezTo>
                  <a:pt x="4368" y="12989"/>
                  <a:pt x="3809" y="13548"/>
                  <a:pt x="3120" y="13548"/>
                </a:cubicBezTo>
                <a:cubicBezTo>
                  <a:pt x="2431" y="13548"/>
                  <a:pt x="1872" y="12989"/>
                  <a:pt x="1872" y="12300"/>
                </a:cubicBezTo>
                <a:cubicBezTo>
                  <a:pt x="1872" y="11611"/>
                  <a:pt x="2431" y="11052"/>
                  <a:pt x="3120" y="11052"/>
                </a:cubicBezTo>
                <a:cubicBezTo>
                  <a:pt x="3809" y="11052"/>
                  <a:pt x="4368" y="11611"/>
                  <a:pt x="4368" y="12300"/>
                </a:cubicBezTo>
                <a:close/>
                <a:moveTo>
                  <a:pt x="16848" y="12300"/>
                </a:moveTo>
                <a:cubicBezTo>
                  <a:pt x="16848" y="12989"/>
                  <a:pt x="16289" y="13548"/>
                  <a:pt x="15600" y="13548"/>
                </a:cubicBezTo>
                <a:cubicBezTo>
                  <a:pt x="14911" y="13548"/>
                  <a:pt x="14352" y="12989"/>
                  <a:pt x="14352" y="12300"/>
                </a:cubicBezTo>
                <a:cubicBezTo>
                  <a:pt x="14352" y="11611"/>
                  <a:pt x="14911" y="11052"/>
                  <a:pt x="15600" y="11052"/>
                </a:cubicBezTo>
                <a:cubicBezTo>
                  <a:pt x="16289" y="11052"/>
                  <a:pt x="16848" y="11611"/>
                  <a:pt x="16848" y="12300"/>
                </a:cubicBezTo>
                <a:close/>
                <a:moveTo>
                  <a:pt x="4368" y="18540"/>
                </a:moveTo>
                <a:cubicBezTo>
                  <a:pt x="4368" y="19229"/>
                  <a:pt x="3809" y="19788"/>
                  <a:pt x="3120" y="19788"/>
                </a:cubicBezTo>
                <a:cubicBezTo>
                  <a:pt x="2431" y="19788"/>
                  <a:pt x="1872" y="19229"/>
                  <a:pt x="1872" y="18540"/>
                </a:cubicBezTo>
                <a:cubicBezTo>
                  <a:pt x="1872" y="17851"/>
                  <a:pt x="2431" y="17292"/>
                  <a:pt x="3120" y="17292"/>
                </a:cubicBezTo>
                <a:cubicBezTo>
                  <a:pt x="3809" y="17292"/>
                  <a:pt x="4368" y="17851"/>
                  <a:pt x="4368" y="18540"/>
                </a:cubicBezTo>
                <a:close/>
                <a:moveTo>
                  <a:pt x="16848" y="18540"/>
                </a:moveTo>
                <a:cubicBezTo>
                  <a:pt x="16848" y="19229"/>
                  <a:pt x="16289" y="19788"/>
                  <a:pt x="15600" y="19788"/>
                </a:cubicBezTo>
                <a:cubicBezTo>
                  <a:pt x="14911" y="19788"/>
                  <a:pt x="14352" y="19229"/>
                  <a:pt x="14352" y="18540"/>
                </a:cubicBezTo>
                <a:cubicBezTo>
                  <a:pt x="14352" y="17851"/>
                  <a:pt x="14911" y="17292"/>
                  <a:pt x="15600" y="17292"/>
                </a:cubicBezTo>
                <a:cubicBezTo>
                  <a:pt x="16289" y="17292"/>
                  <a:pt x="16848" y="17851"/>
                  <a:pt x="16848" y="18540"/>
                </a:cubicBezTo>
                <a:close/>
                <a:moveTo>
                  <a:pt x="10608" y="9960"/>
                </a:moveTo>
                <a:cubicBezTo>
                  <a:pt x="10608" y="10649"/>
                  <a:pt x="10049" y="11208"/>
                  <a:pt x="9360" y="11208"/>
                </a:cubicBezTo>
                <a:cubicBezTo>
                  <a:pt x="8671" y="11208"/>
                  <a:pt x="8112" y="10649"/>
                  <a:pt x="8112" y="9960"/>
                </a:cubicBezTo>
                <a:cubicBezTo>
                  <a:pt x="8112" y="9271"/>
                  <a:pt x="8671" y="8712"/>
                  <a:pt x="9360" y="8712"/>
                </a:cubicBezTo>
                <a:cubicBezTo>
                  <a:pt x="10049" y="8712"/>
                  <a:pt x="10608" y="9271"/>
                  <a:pt x="10608" y="9960"/>
                </a:cubicBezTo>
                <a:close/>
                <a:moveTo>
                  <a:pt x="10608" y="20880"/>
                </a:moveTo>
                <a:cubicBezTo>
                  <a:pt x="10608" y="21569"/>
                  <a:pt x="10049" y="22128"/>
                  <a:pt x="9360" y="22128"/>
                </a:cubicBezTo>
                <a:cubicBezTo>
                  <a:pt x="8671" y="22128"/>
                  <a:pt x="8112" y="21569"/>
                  <a:pt x="8112" y="20880"/>
                </a:cubicBezTo>
                <a:cubicBezTo>
                  <a:pt x="8112" y="20191"/>
                  <a:pt x="8671" y="19632"/>
                  <a:pt x="9360" y="19632"/>
                </a:cubicBezTo>
                <a:cubicBezTo>
                  <a:pt x="10049" y="19632"/>
                  <a:pt x="10608" y="20191"/>
                  <a:pt x="10608" y="2088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会议桌·关怀</a:t>
            </a:r>
          </a:p>
        </p:txBody>
      </p:sp>
      <p:sp>
        <p:nvSpPr>
          <p:cNvPr id="112" name="ORG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000" y="9000"/>
                </a:moveTo>
                <a:cubicBezTo>
                  <a:pt x="16000" y="11209"/>
                  <a:pt x="14209" y="13000"/>
                  <a:pt x="12000" y="13000"/>
                </a:cubicBezTo>
                <a:cubicBezTo>
                  <a:pt x="9791" y="13000"/>
                  <a:pt x="8000" y="11209"/>
                  <a:pt x="8000" y="9000"/>
                </a:cubicBezTo>
                <a:cubicBezTo>
                  <a:pt x="8000" y="6791"/>
                  <a:pt x="9791" y="5000"/>
                  <a:pt x="12000" y="5000"/>
                </a:cubicBezTo>
                <a:cubicBezTo>
                  <a:pt x="14209" y="5000"/>
                  <a:pt x="16000" y="6791"/>
                  <a:pt x="16000" y="9000"/>
                </a:cubicBezTo>
                <a:close/>
                <a:moveTo>
                  <a:pt x="5000" y="21000"/>
                </a:moveTo>
                <a:quadBezTo>
                  <a:pt x="5000" y="14000"/>
                  <a:pt x="12000" y="14000"/>
                </a:quadBezTo>
                <a:quadBezTo>
                  <a:pt x="19000" y="14000"/>
                  <a:pt x="19000" y="21000"/>
                </a:quadBezTo>
                <a:close/>
                <a:moveTo>
                  <a:pt x="20000" y="18000"/>
                </a:moveTo>
                <a:cubicBezTo>
                  <a:pt x="20000" y="19657"/>
                  <a:pt x="18657" y="21000"/>
                  <a:pt x="17000" y="21000"/>
                </a:cubicBezTo>
                <a:cubicBezTo>
                  <a:pt x="15343" y="21000"/>
                  <a:pt x="14000" y="19657"/>
                  <a:pt x="14000" y="18000"/>
                </a:cubicBezTo>
                <a:cubicBezTo>
                  <a:pt x="14000" y="16343"/>
                  <a:pt x="15343" y="15000"/>
                  <a:pt x="17000" y="15000"/>
                </a:cubicBezTo>
                <a:cubicBezTo>
                  <a:pt x="18657" y="15000"/>
                  <a:pt x="20000" y="16343"/>
                  <a:pt x="20000" y="18000"/>
                </a:cubicBezTo>
                <a:close/>
                <a:moveTo>
                  <a:pt x="15600" y="18000"/>
                </a:moveTo>
                <a:lnTo>
                  <a:pt x="16600" y="19000"/>
                </a:lnTo>
                <a:lnTo>
                  <a:pt x="18400" y="17000"/>
                </a:lnTo>
                <a:moveTo>
                  <a:pt x="15317" y="18283"/>
                </a:moveTo>
                <a:lnTo>
                  <a:pt x="16317" y="19283"/>
                </a:lnTo>
                <a:lnTo>
                  <a:pt x="16883" y="18717"/>
                </a:lnTo>
                <a:lnTo>
                  <a:pt x="15883" y="17717"/>
                </a:lnTo>
                <a:close/>
                <a:moveTo>
                  <a:pt x="16897" y="19268"/>
                </a:moveTo>
                <a:lnTo>
                  <a:pt x="18697" y="17268"/>
                </a:lnTo>
                <a:lnTo>
                  <a:pt x="18103" y="16732"/>
                </a:lnTo>
                <a:lnTo>
                  <a:pt x="16303" y="1873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角色标识</a:t>
            </a:r>
          </a:p>
        </p:txBody>
      </p:sp>
      <p:sp>
        <p:nvSpPr>
          <p:cNvPr id="115" name="ORG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480" y="12300"/>
                </a:moveTo>
                <a:cubicBezTo>
                  <a:pt x="12480" y="14023"/>
                  <a:pt x="11083" y="15420"/>
                  <a:pt x="9360" y="15420"/>
                </a:cubicBezTo>
                <a:cubicBezTo>
                  <a:pt x="7637" y="15420"/>
                  <a:pt x="6240" y="14023"/>
                  <a:pt x="6240" y="12300"/>
                </a:cubicBezTo>
                <a:cubicBezTo>
                  <a:pt x="6240" y="10577"/>
                  <a:pt x="7637" y="9180"/>
                  <a:pt x="9360" y="9180"/>
                </a:cubicBezTo>
                <a:cubicBezTo>
                  <a:pt x="11083" y="9180"/>
                  <a:pt x="12480" y="10577"/>
                  <a:pt x="12480" y="12300"/>
                </a:cubicBezTo>
                <a:close/>
                <a:moveTo>
                  <a:pt x="3900" y="21660"/>
                </a:moveTo>
                <a:quadBezTo>
                  <a:pt x="3900" y="16200"/>
                  <a:pt x="9360" y="16200"/>
                </a:quadBezTo>
                <a:quadBezTo>
                  <a:pt x="14820" y="16200"/>
                  <a:pt x="14820" y="21660"/>
                </a:quadBezTo>
                <a:close/>
                <a:moveTo>
                  <a:pt x="15600" y="19320"/>
                </a:moveTo>
                <a:cubicBezTo>
                  <a:pt x="15600" y="20612"/>
                  <a:pt x="14552" y="21660"/>
                  <a:pt x="13260" y="21660"/>
                </a:cubicBezTo>
                <a:cubicBezTo>
                  <a:pt x="11968" y="21660"/>
                  <a:pt x="10920" y="20612"/>
                  <a:pt x="10920" y="19320"/>
                </a:cubicBezTo>
                <a:cubicBezTo>
                  <a:pt x="10920" y="18028"/>
                  <a:pt x="11968" y="16980"/>
                  <a:pt x="13260" y="16980"/>
                </a:cubicBezTo>
                <a:cubicBezTo>
                  <a:pt x="14552" y="16980"/>
                  <a:pt x="15600" y="18028"/>
                  <a:pt x="15600" y="19320"/>
                </a:cubicBezTo>
                <a:close/>
                <a:moveTo>
                  <a:pt x="12168" y="19320"/>
                </a:moveTo>
                <a:lnTo>
                  <a:pt x="12948" y="20100"/>
                </a:lnTo>
                <a:lnTo>
                  <a:pt x="14352" y="18540"/>
                </a:lnTo>
                <a:moveTo>
                  <a:pt x="11947" y="19541"/>
                </a:moveTo>
                <a:lnTo>
                  <a:pt x="12727" y="20321"/>
                </a:lnTo>
                <a:lnTo>
                  <a:pt x="13169" y="19879"/>
                </a:lnTo>
                <a:lnTo>
                  <a:pt x="12389" y="19099"/>
                </a:lnTo>
                <a:close/>
                <a:moveTo>
                  <a:pt x="13180" y="20309"/>
                </a:moveTo>
                <a:lnTo>
                  <a:pt x="14584" y="18749"/>
                </a:lnTo>
                <a:lnTo>
                  <a:pt x="14120" y="18331"/>
                </a:lnTo>
                <a:lnTo>
                  <a:pt x="12716" y="19891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角色标识·协同</a:t>
            </a:r>
          </a:p>
        </p:txBody>
      </p:sp>
      <p:sp>
        <p:nvSpPr>
          <p:cNvPr id="118" name="ORG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480" y="12300"/>
                </a:moveTo>
                <a:cubicBezTo>
                  <a:pt x="12480" y="14023"/>
                  <a:pt x="11083" y="15420"/>
                  <a:pt x="9360" y="15420"/>
                </a:cubicBezTo>
                <a:cubicBezTo>
                  <a:pt x="7637" y="15420"/>
                  <a:pt x="6240" y="14023"/>
                  <a:pt x="6240" y="12300"/>
                </a:cubicBezTo>
                <a:cubicBezTo>
                  <a:pt x="6240" y="10577"/>
                  <a:pt x="7637" y="9180"/>
                  <a:pt x="9360" y="9180"/>
                </a:cubicBezTo>
                <a:cubicBezTo>
                  <a:pt x="11083" y="9180"/>
                  <a:pt x="12480" y="10577"/>
                  <a:pt x="12480" y="12300"/>
                </a:cubicBezTo>
                <a:close/>
                <a:moveTo>
                  <a:pt x="3900" y="21660"/>
                </a:moveTo>
                <a:quadBezTo>
                  <a:pt x="3900" y="16200"/>
                  <a:pt x="9360" y="16200"/>
                </a:quadBezTo>
                <a:quadBezTo>
                  <a:pt x="14820" y="16200"/>
                  <a:pt x="14820" y="21660"/>
                </a:quadBezTo>
                <a:close/>
                <a:moveTo>
                  <a:pt x="15600" y="19320"/>
                </a:moveTo>
                <a:cubicBezTo>
                  <a:pt x="15600" y="20612"/>
                  <a:pt x="14552" y="21660"/>
                  <a:pt x="13260" y="21660"/>
                </a:cubicBezTo>
                <a:cubicBezTo>
                  <a:pt x="11968" y="21660"/>
                  <a:pt x="10920" y="20612"/>
                  <a:pt x="10920" y="19320"/>
                </a:cubicBezTo>
                <a:cubicBezTo>
                  <a:pt x="10920" y="18028"/>
                  <a:pt x="11968" y="16980"/>
                  <a:pt x="13260" y="16980"/>
                </a:cubicBezTo>
                <a:cubicBezTo>
                  <a:pt x="14552" y="16980"/>
                  <a:pt x="15600" y="18028"/>
                  <a:pt x="15600" y="19320"/>
                </a:cubicBezTo>
                <a:close/>
                <a:moveTo>
                  <a:pt x="12168" y="19320"/>
                </a:moveTo>
                <a:lnTo>
                  <a:pt x="12948" y="20100"/>
                </a:lnTo>
                <a:lnTo>
                  <a:pt x="14352" y="18540"/>
                </a:lnTo>
                <a:moveTo>
                  <a:pt x="11947" y="19541"/>
                </a:moveTo>
                <a:lnTo>
                  <a:pt x="12727" y="20321"/>
                </a:lnTo>
                <a:lnTo>
                  <a:pt x="13169" y="19879"/>
                </a:lnTo>
                <a:lnTo>
                  <a:pt x="12389" y="19099"/>
                </a:lnTo>
                <a:close/>
                <a:moveTo>
                  <a:pt x="13180" y="20309"/>
                </a:moveTo>
                <a:lnTo>
                  <a:pt x="14584" y="18749"/>
                </a:lnTo>
                <a:lnTo>
                  <a:pt x="14120" y="18331"/>
                </a:lnTo>
                <a:lnTo>
                  <a:pt x="12716" y="19891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角色标识·已验证</a:t>
            </a:r>
          </a:p>
        </p:txBody>
      </p:sp>
      <p:sp>
        <p:nvSpPr>
          <p:cNvPr id="121" name="ORG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480" y="12300"/>
                </a:moveTo>
                <a:cubicBezTo>
                  <a:pt x="12480" y="14023"/>
                  <a:pt x="11083" y="15420"/>
                  <a:pt x="9360" y="15420"/>
                </a:cubicBezTo>
                <a:cubicBezTo>
                  <a:pt x="7637" y="15420"/>
                  <a:pt x="6240" y="14023"/>
                  <a:pt x="6240" y="12300"/>
                </a:cubicBezTo>
                <a:cubicBezTo>
                  <a:pt x="6240" y="10577"/>
                  <a:pt x="7637" y="9180"/>
                  <a:pt x="9360" y="9180"/>
                </a:cubicBezTo>
                <a:cubicBezTo>
                  <a:pt x="11083" y="9180"/>
                  <a:pt x="12480" y="10577"/>
                  <a:pt x="12480" y="12300"/>
                </a:cubicBezTo>
                <a:close/>
                <a:moveTo>
                  <a:pt x="3900" y="21660"/>
                </a:moveTo>
                <a:quadBezTo>
                  <a:pt x="3900" y="16200"/>
                  <a:pt x="9360" y="16200"/>
                </a:quadBezTo>
                <a:quadBezTo>
                  <a:pt x="14820" y="16200"/>
                  <a:pt x="14820" y="21660"/>
                </a:quadBezTo>
                <a:close/>
                <a:moveTo>
                  <a:pt x="15600" y="19320"/>
                </a:moveTo>
                <a:cubicBezTo>
                  <a:pt x="15600" y="20612"/>
                  <a:pt x="14552" y="21660"/>
                  <a:pt x="13260" y="21660"/>
                </a:cubicBezTo>
                <a:cubicBezTo>
                  <a:pt x="11968" y="21660"/>
                  <a:pt x="10920" y="20612"/>
                  <a:pt x="10920" y="19320"/>
                </a:cubicBezTo>
                <a:cubicBezTo>
                  <a:pt x="10920" y="18028"/>
                  <a:pt x="11968" y="16980"/>
                  <a:pt x="13260" y="16980"/>
                </a:cubicBezTo>
                <a:cubicBezTo>
                  <a:pt x="14552" y="16980"/>
                  <a:pt x="15600" y="18028"/>
                  <a:pt x="15600" y="19320"/>
                </a:cubicBezTo>
                <a:close/>
                <a:moveTo>
                  <a:pt x="12168" y="19320"/>
                </a:moveTo>
                <a:lnTo>
                  <a:pt x="12948" y="20100"/>
                </a:lnTo>
                <a:lnTo>
                  <a:pt x="14352" y="18540"/>
                </a:lnTo>
                <a:moveTo>
                  <a:pt x="11947" y="19541"/>
                </a:moveTo>
                <a:lnTo>
                  <a:pt x="12727" y="20321"/>
                </a:lnTo>
                <a:lnTo>
                  <a:pt x="13169" y="19879"/>
                </a:lnTo>
                <a:lnTo>
                  <a:pt x="12389" y="19099"/>
                </a:lnTo>
                <a:close/>
                <a:moveTo>
                  <a:pt x="13180" y="20309"/>
                </a:moveTo>
                <a:lnTo>
                  <a:pt x="14584" y="18749"/>
                </a:lnTo>
                <a:lnTo>
                  <a:pt x="14120" y="18331"/>
                </a:lnTo>
                <a:lnTo>
                  <a:pt x="12716" y="19891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角色标识·新增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10_组织协同推进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ORG · 第 2/3 页 · 共 83 个</a:t>
            </a:r>
          </a:p>
        </p:txBody>
      </p:sp>
      <p:sp>
        <p:nvSpPr>
          <p:cNvPr id="4" name="ORG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480" y="12300"/>
                </a:moveTo>
                <a:cubicBezTo>
                  <a:pt x="12480" y="14023"/>
                  <a:pt x="11083" y="15420"/>
                  <a:pt x="9360" y="15420"/>
                </a:cubicBezTo>
                <a:cubicBezTo>
                  <a:pt x="7637" y="15420"/>
                  <a:pt x="6240" y="14023"/>
                  <a:pt x="6240" y="12300"/>
                </a:cubicBezTo>
                <a:cubicBezTo>
                  <a:pt x="6240" y="10577"/>
                  <a:pt x="7637" y="9180"/>
                  <a:pt x="9360" y="9180"/>
                </a:cubicBezTo>
                <a:cubicBezTo>
                  <a:pt x="11083" y="9180"/>
                  <a:pt x="12480" y="10577"/>
                  <a:pt x="12480" y="12300"/>
                </a:cubicBezTo>
                <a:close/>
                <a:moveTo>
                  <a:pt x="3900" y="21660"/>
                </a:moveTo>
                <a:quadBezTo>
                  <a:pt x="3900" y="16200"/>
                  <a:pt x="9360" y="16200"/>
                </a:quadBezTo>
                <a:quadBezTo>
                  <a:pt x="14820" y="16200"/>
                  <a:pt x="14820" y="21660"/>
                </a:quadBezTo>
                <a:close/>
                <a:moveTo>
                  <a:pt x="15600" y="19320"/>
                </a:moveTo>
                <a:cubicBezTo>
                  <a:pt x="15600" y="20612"/>
                  <a:pt x="14552" y="21660"/>
                  <a:pt x="13260" y="21660"/>
                </a:cubicBezTo>
                <a:cubicBezTo>
                  <a:pt x="11968" y="21660"/>
                  <a:pt x="10920" y="20612"/>
                  <a:pt x="10920" y="19320"/>
                </a:cubicBezTo>
                <a:cubicBezTo>
                  <a:pt x="10920" y="18028"/>
                  <a:pt x="11968" y="16980"/>
                  <a:pt x="13260" y="16980"/>
                </a:cubicBezTo>
                <a:cubicBezTo>
                  <a:pt x="14552" y="16980"/>
                  <a:pt x="15600" y="18028"/>
                  <a:pt x="15600" y="19320"/>
                </a:cubicBezTo>
                <a:close/>
                <a:moveTo>
                  <a:pt x="12168" y="19320"/>
                </a:moveTo>
                <a:lnTo>
                  <a:pt x="12948" y="20100"/>
                </a:lnTo>
                <a:lnTo>
                  <a:pt x="14352" y="18540"/>
                </a:lnTo>
                <a:moveTo>
                  <a:pt x="11947" y="19541"/>
                </a:moveTo>
                <a:lnTo>
                  <a:pt x="12727" y="20321"/>
                </a:lnTo>
                <a:lnTo>
                  <a:pt x="13169" y="19879"/>
                </a:lnTo>
                <a:lnTo>
                  <a:pt x="12389" y="19099"/>
                </a:lnTo>
                <a:close/>
                <a:moveTo>
                  <a:pt x="13180" y="20309"/>
                </a:moveTo>
                <a:lnTo>
                  <a:pt x="14584" y="18749"/>
                </a:lnTo>
                <a:lnTo>
                  <a:pt x="14120" y="18331"/>
                </a:lnTo>
                <a:lnTo>
                  <a:pt x="12716" y="19891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角色标识·重点</a:t>
            </a:r>
          </a:p>
        </p:txBody>
      </p:sp>
      <p:sp>
        <p:nvSpPr>
          <p:cNvPr id="7" name="ORG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480" y="12300"/>
                </a:moveTo>
                <a:cubicBezTo>
                  <a:pt x="12480" y="14023"/>
                  <a:pt x="11083" y="15420"/>
                  <a:pt x="9360" y="15420"/>
                </a:cubicBezTo>
                <a:cubicBezTo>
                  <a:pt x="7637" y="15420"/>
                  <a:pt x="6240" y="14023"/>
                  <a:pt x="6240" y="12300"/>
                </a:cubicBezTo>
                <a:cubicBezTo>
                  <a:pt x="6240" y="10577"/>
                  <a:pt x="7637" y="9180"/>
                  <a:pt x="9360" y="9180"/>
                </a:cubicBezTo>
                <a:cubicBezTo>
                  <a:pt x="11083" y="9180"/>
                  <a:pt x="12480" y="10577"/>
                  <a:pt x="12480" y="12300"/>
                </a:cubicBezTo>
                <a:close/>
                <a:moveTo>
                  <a:pt x="3900" y="21660"/>
                </a:moveTo>
                <a:quadBezTo>
                  <a:pt x="3900" y="16200"/>
                  <a:pt x="9360" y="16200"/>
                </a:quadBezTo>
                <a:quadBezTo>
                  <a:pt x="14820" y="16200"/>
                  <a:pt x="14820" y="21660"/>
                </a:quadBezTo>
                <a:close/>
                <a:moveTo>
                  <a:pt x="15600" y="19320"/>
                </a:moveTo>
                <a:cubicBezTo>
                  <a:pt x="15600" y="20612"/>
                  <a:pt x="14552" y="21660"/>
                  <a:pt x="13260" y="21660"/>
                </a:cubicBezTo>
                <a:cubicBezTo>
                  <a:pt x="11968" y="21660"/>
                  <a:pt x="10920" y="20612"/>
                  <a:pt x="10920" y="19320"/>
                </a:cubicBezTo>
                <a:cubicBezTo>
                  <a:pt x="10920" y="18028"/>
                  <a:pt x="11968" y="16980"/>
                  <a:pt x="13260" y="16980"/>
                </a:cubicBezTo>
                <a:cubicBezTo>
                  <a:pt x="14552" y="16980"/>
                  <a:pt x="15600" y="18028"/>
                  <a:pt x="15600" y="19320"/>
                </a:cubicBezTo>
                <a:close/>
                <a:moveTo>
                  <a:pt x="12168" y="19320"/>
                </a:moveTo>
                <a:lnTo>
                  <a:pt x="12948" y="20100"/>
                </a:lnTo>
                <a:lnTo>
                  <a:pt x="14352" y="18540"/>
                </a:lnTo>
                <a:moveTo>
                  <a:pt x="11947" y="19541"/>
                </a:moveTo>
                <a:lnTo>
                  <a:pt x="12727" y="20321"/>
                </a:lnTo>
                <a:lnTo>
                  <a:pt x="13169" y="19879"/>
                </a:lnTo>
                <a:lnTo>
                  <a:pt x="12389" y="19099"/>
                </a:lnTo>
                <a:close/>
                <a:moveTo>
                  <a:pt x="13180" y="20309"/>
                </a:moveTo>
                <a:lnTo>
                  <a:pt x="14584" y="18749"/>
                </a:lnTo>
                <a:lnTo>
                  <a:pt x="14120" y="18331"/>
                </a:lnTo>
                <a:lnTo>
                  <a:pt x="12716" y="19891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角色标识·关怀</a:t>
            </a:r>
          </a:p>
        </p:txBody>
      </p:sp>
      <p:sp>
        <p:nvSpPr>
          <p:cNvPr id="10" name="ORG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000" y="7000"/>
                </a:moveTo>
                <a:cubicBezTo>
                  <a:pt x="15000" y="8657"/>
                  <a:pt x="13657" y="10000"/>
                  <a:pt x="12000" y="10000"/>
                </a:cubicBezTo>
                <a:cubicBezTo>
                  <a:pt x="10343" y="10000"/>
                  <a:pt x="9000" y="8657"/>
                  <a:pt x="9000" y="7000"/>
                </a:cubicBezTo>
                <a:cubicBezTo>
                  <a:pt x="9000" y="5343"/>
                  <a:pt x="10343" y="4000"/>
                  <a:pt x="12000" y="4000"/>
                </a:cubicBezTo>
                <a:cubicBezTo>
                  <a:pt x="13657" y="4000"/>
                  <a:pt x="15000" y="5343"/>
                  <a:pt x="15000" y="7000"/>
                </a:cubicBezTo>
                <a:close/>
                <a:moveTo>
                  <a:pt x="5000" y="21000"/>
                </a:moveTo>
                <a:quadBezTo>
                  <a:pt x="5000" y="13000"/>
                  <a:pt x="12000" y="13000"/>
                </a:quadBezTo>
                <a:quadBezTo>
                  <a:pt x="19000" y="13000"/>
                  <a:pt x="19000" y="21000"/>
                </a:quadBezTo>
                <a:close/>
                <a:moveTo>
                  <a:pt x="12000" y="2400"/>
                </a:moveTo>
                <a:lnTo>
                  <a:pt x="12294" y="3595"/>
                </a:lnTo>
                <a:lnTo>
                  <a:pt x="13522" y="3506"/>
                </a:lnTo>
                <a:lnTo>
                  <a:pt x="12476" y="4155"/>
                </a:lnTo>
                <a:lnTo>
                  <a:pt x="12940" y="5294"/>
                </a:lnTo>
                <a:lnTo>
                  <a:pt x="12000" y="4500"/>
                </a:lnTo>
                <a:lnTo>
                  <a:pt x="11060" y="5294"/>
                </a:lnTo>
                <a:lnTo>
                  <a:pt x="11524" y="4155"/>
                </a:lnTo>
                <a:lnTo>
                  <a:pt x="10478" y="3506"/>
                </a:lnTo>
                <a:lnTo>
                  <a:pt x="11706" y="3595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领导</a:t>
            </a:r>
          </a:p>
        </p:txBody>
      </p:sp>
      <p:sp>
        <p:nvSpPr>
          <p:cNvPr id="13" name="ORG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700" y="10740"/>
                </a:moveTo>
                <a:cubicBezTo>
                  <a:pt x="11700" y="12032"/>
                  <a:pt x="10652" y="13080"/>
                  <a:pt x="9360" y="13080"/>
                </a:cubicBezTo>
                <a:cubicBezTo>
                  <a:pt x="8068" y="13080"/>
                  <a:pt x="7020" y="12032"/>
                  <a:pt x="7020" y="10740"/>
                </a:cubicBezTo>
                <a:cubicBezTo>
                  <a:pt x="7020" y="9448"/>
                  <a:pt x="8068" y="8400"/>
                  <a:pt x="9360" y="8400"/>
                </a:cubicBezTo>
                <a:cubicBezTo>
                  <a:pt x="10652" y="8400"/>
                  <a:pt x="11700" y="9448"/>
                  <a:pt x="11700" y="10740"/>
                </a:cubicBezTo>
                <a:close/>
                <a:moveTo>
                  <a:pt x="3900" y="21660"/>
                </a:moveTo>
                <a:quadBezTo>
                  <a:pt x="3900" y="15420"/>
                  <a:pt x="9360" y="15420"/>
                </a:quadBezTo>
                <a:quadBezTo>
                  <a:pt x="14820" y="15420"/>
                  <a:pt x="14820" y="21660"/>
                </a:quadBezTo>
                <a:close/>
                <a:moveTo>
                  <a:pt x="9360" y="7152"/>
                </a:moveTo>
                <a:lnTo>
                  <a:pt x="9589" y="8084"/>
                </a:lnTo>
                <a:lnTo>
                  <a:pt x="10547" y="8014"/>
                </a:lnTo>
                <a:lnTo>
                  <a:pt x="9731" y="8521"/>
                </a:lnTo>
                <a:lnTo>
                  <a:pt x="10094" y="9410"/>
                </a:lnTo>
                <a:lnTo>
                  <a:pt x="9360" y="8790"/>
                </a:lnTo>
                <a:lnTo>
                  <a:pt x="8626" y="9410"/>
                </a:lnTo>
                <a:lnTo>
                  <a:pt x="8989" y="8521"/>
                </a:lnTo>
                <a:lnTo>
                  <a:pt x="8173" y="8014"/>
                </a:lnTo>
                <a:lnTo>
                  <a:pt x="9131" y="8084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领导·协同</a:t>
            </a:r>
          </a:p>
        </p:txBody>
      </p:sp>
      <p:sp>
        <p:nvSpPr>
          <p:cNvPr id="16" name="ORG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700" y="10740"/>
                </a:moveTo>
                <a:cubicBezTo>
                  <a:pt x="11700" y="12032"/>
                  <a:pt x="10652" y="13080"/>
                  <a:pt x="9360" y="13080"/>
                </a:cubicBezTo>
                <a:cubicBezTo>
                  <a:pt x="8068" y="13080"/>
                  <a:pt x="7020" y="12032"/>
                  <a:pt x="7020" y="10740"/>
                </a:cubicBezTo>
                <a:cubicBezTo>
                  <a:pt x="7020" y="9448"/>
                  <a:pt x="8068" y="8400"/>
                  <a:pt x="9360" y="8400"/>
                </a:cubicBezTo>
                <a:cubicBezTo>
                  <a:pt x="10652" y="8400"/>
                  <a:pt x="11700" y="9448"/>
                  <a:pt x="11700" y="10740"/>
                </a:cubicBezTo>
                <a:close/>
                <a:moveTo>
                  <a:pt x="3900" y="21660"/>
                </a:moveTo>
                <a:quadBezTo>
                  <a:pt x="3900" y="15420"/>
                  <a:pt x="9360" y="15420"/>
                </a:quadBezTo>
                <a:quadBezTo>
                  <a:pt x="14820" y="15420"/>
                  <a:pt x="14820" y="21660"/>
                </a:quadBezTo>
                <a:close/>
                <a:moveTo>
                  <a:pt x="9360" y="7152"/>
                </a:moveTo>
                <a:lnTo>
                  <a:pt x="9589" y="8084"/>
                </a:lnTo>
                <a:lnTo>
                  <a:pt x="10547" y="8014"/>
                </a:lnTo>
                <a:lnTo>
                  <a:pt x="9731" y="8521"/>
                </a:lnTo>
                <a:lnTo>
                  <a:pt x="10094" y="9410"/>
                </a:lnTo>
                <a:lnTo>
                  <a:pt x="9360" y="8790"/>
                </a:lnTo>
                <a:lnTo>
                  <a:pt x="8626" y="9410"/>
                </a:lnTo>
                <a:lnTo>
                  <a:pt x="8989" y="8521"/>
                </a:lnTo>
                <a:lnTo>
                  <a:pt x="8173" y="8014"/>
                </a:lnTo>
                <a:lnTo>
                  <a:pt x="9131" y="8084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领导·已验证</a:t>
            </a:r>
          </a:p>
        </p:txBody>
      </p:sp>
      <p:sp>
        <p:nvSpPr>
          <p:cNvPr id="19" name="ORG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700" y="10740"/>
                </a:moveTo>
                <a:cubicBezTo>
                  <a:pt x="11700" y="12032"/>
                  <a:pt x="10652" y="13080"/>
                  <a:pt x="9360" y="13080"/>
                </a:cubicBezTo>
                <a:cubicBezTo>
                  <a:pt x="8068" y="13080"/>
                  <a:pt x="7020" y="12032"/>
                  <a:pt x="7020" y="10740"/>
                </a:cubicBezTo>
                <a:cubicBezTo>
                  <a:pt x="7020" y="9448"/>
                  <a:pt x="8068" y="8400"/>
                  <a:pt x="9360" y="8400"/>
                </a:cubicBezTo>
                <a:cubicBezTo>
                  <a:pt x="10652" y="8400"/>
                  <a:pt x="11700" y="9448"/>
                  <a:pt x="11700" y="10740"/>
                </a:cubicBezTo>
                <a:close/>
                <a:moveTo>
                  <a:pt x="3900" y="21660"/>
                </a:moveTo>
                <a:quadBezTo>
                  <a:pt x="3900" y="15420"/>
                  <a:pt x="9360" y="15420"/>
                </a:quadBezTo>
                <a:quadBezTo>
                  <a:pt x="14820" y="15420"/>
                  <a:pt x="14820" y="21660"/>
                </a:quadBezTo>
                <a:close/>
                <a:moveTo>
                  <a:pt x="9360" y="7152"/>
                </a:moveTo>
                <a:lnTo>
                  <a:pt x="9589" y="8084"/>
                </a:lnTo>
                <a:lnTo>
                  <a:pt x="10547" y="8014"/>
                </a:lnTo>
                <a:lnTo>
                  <a:pt x="9731" y="8521"/>
                </a:lnTo>
                <a:lnTo>
                  <a:pt x="10094" y="9410"/>
                </a:lnTo>
                <a:lnTo>
                  <a:pt x="9360" y="8790"/>
                </a:lnTo>
                <a:lnTo>
                  <a:pt x="8626" y="9410"/>
                </a:lnTo>
                <a:lnTo>
                  <a:pt x="8989" y="8521"/>
                </a:lnTo>
                <a:lnTo>
                  <a:pt x="8173" y="8014"/>
                </a:lnTo>
                <a:lnTo>
                  <a:pt x="9131" y="8084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领导·新增</a:t>
            </a:r>
          </a:p>
        </p:txBody>
      </p:sp>
      <p:sp>
        <p:nvSpPr>
          <p:cNvPr id="22" name="ORG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700" y="10740"/>
                </a:moveTo>
                <a:cubicBezTo>
                  <a:pt x="11700" y="12032"/>
                  <a:pt x="10652" y="13080"/>
                  <a:pt x="9360" y="13080"/>
                </a:cubicBezTo>
                <a:cubicBezTo>
                  <a:pt x="8068" y="13080"/>
                  <a:pt x="7020" y="12032"/>
                  <a:pt x="7020" y="10740"/>
                </a:cubicBezTo>
                <a:cubicBezTo>
                  <a:pt x="7020" y="9448"/>
                  <a:pt x="8068" y="8400"/>
                  <a:pt x="9360" y="8400"/>
                </a:cubicBezTo>
                <a:cubicBezTo>
                  <a:pt x="10652" y="8400"/>
                  <a:pt x="11700" y="9448"/>
                  <a:pt x="11700" y="10740"/>
                </a:cubicBezTo>
                <a:close/>
                <a:moveTo>
                  <a:pt x="3900" y="21660"/>
                </a:moveTo>
                <a:quadBezTo>
                  <a:pt x="3900" y="15420"/>
                  <a:pt x="9360" y="15420"/>
                </a:quadBezTo>
                <a:quadBezTo>
                  <a:pt x="14820" y="15420"/>
                  <a:pt x="14820" y="21660"/>
                </a:quadBezTo>
                <a:close/>
                <a:moveTo>
                  <a:pt x="9360" y="7152"/>
                </a:moveTo>
                <a:lnTo>
                  <a:pt x="9589" y="8084"/>
                </a:lnTo>
                <a:lnTo>
                  <a:pt x="10547" y="8014"/>
                </a:lnTo>
                <a:lnTo>
                  <a:pt x="9731" y="8521"/>
                </a:lnTo>
                <a:lnTo>
                  <a:pt x="10094" y="9410"/>
                </a:lnTo>
                <a:lnTo>
                  <a:pt x="9360" y="8790"/>
                </a:lnTo>
                <a:lnTo>
                  <a:pt x="8626" y="9410"/>
                </a:lnTo>
                <a:lnTo>
                  <a:pt x="8989" y="8521"/>
                </a:lnTo>
                <a:lnTo>
                  <a:pt x="8173" y="8014"/>
                </a:lnTo>
                <a:lnTo>
                  <a:pt x="9131" y="8084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领导·重点</a:t>
            </a:r>
          </a:p>
        </p:txBody>
      </p:sp>
      <p:sp>
        <p:nvSpPr>
          <p:cNvPr id="25" name="ORG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700" y="10740"/>
                </a:moveTo>
                <a:cubicBezTo>
                  <a:pt x="11700" y="12032"/>
                  <a:pt x="10652" y="13080"/>
                  <a:pt x="9360" y="13080"/>
                </a:cubicBezTo>
                <a:cubicBezTo>
                  <a:pt x="8068" y="13080"/>
                  <a:pt x="7020" y="12032"/>
                  <a:pt x="7020" y="10740"/>
                </a:cubicBezTo>
                <a:cubicBezTo>
                  <a:pt x="7020" y="9448"/>
                  <a:pt x="8068" y="8400"/>
                  <a:pt x="9360" y="8400"/>
                </a:cubicBezTo>
                <a:cubicBezTo>
                  <a:pt x="10652" y="8400"/>
                  <a:pt x="11700" y="9448"/>
                  <a:pt x="11700" y="10740"/>
                </a:cubicBezTo>
                <a:close/>
                <a:moveTo>
                  <a:pt x="3900" y="21660"/>
                </a:moveTo>
                <a:quadBezTo>
                  <a:pt x="3900" y="15420"/>
                  <a:pt x="9360" y="15420"/>
                </a:quadBezTo>
                <a:quadBezTo>
                  <a:pt x="14820" y="15420"/>
                  <a:pt x="14820" y="21660"/>
                </a:quadBezTo>
                <a:close/>
                <a:moveTo>
                  <a:pt x="9360" y="7152"/>
                </a:moveTo>
                <a:lnTo>
                  <a:pt x="9589" y="8084"/>
                </a:lnTo>
                <a:lnTo>
                  <a:pt x="10547" y="8014"/>
                </a:lnTo>
                <a:lnTo>
                  <a:pt x="9731" y="8521"/>
                </a:lnTo>
                <a:lnTo>
                  <a:pt x="10094" y="9410"/>
                </a:lnTo>
                <a:lnTo>
                  <a:pt x="9360" y="8790"/>
                </a:lnTo>
                <a:lnTo>
                  <a:pt x="8626" y="9410"/>
                </a:lnTo>
                <a:lnTo>
                  <a:pt x="8989" y="8521"/>
                </a:lnTo>
                <a:lnTo>
                  <a:pt x="8173" y="8014"/>
                </a:lnTo>
                <a:lnTo>
                  <a:pt x="9131" y="8084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领导·关怀</a:t>
            </a:r>
          </a:p>
        </p:txBody>
      </p:sp>
      <p:sp>
        <p:nvSpPr>
          <p:cNvPr id="28" name="ORG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400" y="12000"/>
                </a:moveTo>
                <a:lnTo>
                  <a:pt x="8600" y="12000"/>
                </a:lnTo>
                <a:cubicBezTo>
                  <a:pt x="8821" y="12000"/>
                  <a:pt x="9000" y="12179"/>
                  <a:pt x="9000" y="12400"/>
                </a:cubicBezTo>
                <a:lnTo>
                  <a:pt x="9000" y="20600"/>
                </a:lnTo>
                <a:cubicBezTo>
                  <a:pt x="9000" y="20821"/>
                  <a:pt x="8821" y="21000"/>
                  <a:pt x="8600" y="21000"/>
                </a:cubicBezTo>
                <a:lnTo>
                  <a:pt x="3400" y="21000"/>
                </a:lnTo>
                <a:cubicBezTo>
                  <a:pt x="3179" y="21000"/>
                  <a:pt x="3000" y="20821"/>
                  <a:pt x="3000" y="20600"/>
                </a:cubicBezTo>
                <a:lnTo>
                  <a:pt x="3000" y="12400"/>
                </a:lnTo>
                <a:cubicBezTo>
                  <a:pt x="3000" y="12179"/>
                  <a:pt x="3179" y="12000"/>
                  <a:pt x="3400" y="12000"/>
                </a:cubicBezTo>
                <a:close/>
                <a:moveTo>
                  <a:pt x="10400" y="12000"/>
                </a:moveTo>
                <a:lnTo>
                  <a:pt x="13600" y="12000"/>
                </a:lnTo>
                <a:cubicBezTo>
                  <a:pt x="13821" y="12000"/>
                  <a:pt x="14000" y="12179"/>
                  <a:pt x="14000" y="12400"/>
                </a:cubicBezTo>
                <a:lnTo>
                  <a:pt x="14000" y="20600"/>
                </a:lnTo>
                <a:cubicBezTo>
                  <a:pt x="14000" y="20821"/>
                  <a:pt x="13821" y="21000"/>
                  <a:pt x="13600" y="21000"/>
                </a:cubicBezTo>
                <a:lnTo>
                  <a:pt x="10400" y="21000"/>
                </a:lnTo>
                <a:cubicBezTo>
                  <a:pt x="10179" y="21000"/>
                  <a:pt x="10000" y="20821"/>
                  <a:pt x="10000" y="20600"/>
                </a:cubicBezTo>
                <a:lnTo>
                  <a:pt x="10000" y="12400"/>
                </a:lnTo>
                <a:cubicBezTo>
                  <a:pt x="10000" y="12179"/>
                  <a:pt x="10179" y="12000"/>
                  <a:pt x="10400" y="12000"/>
                </a:cubicBezTo>
                <a:close/>
                <a:moveTo>
                  <a:pt x="15400" y="12000"/>
                </a:moveTo>
                <a:lnTo>
                  <a:pt x="20600" y="12000"/>
                </a:lnTo>
                <a:cubicBezTo>
                  <a:pt x="20821" y="12000"/>
                  <a:pt x="21000" y="12179"/>
                  <a:pt x="21000" y="12400"/>
                </a:cubicBezTo>
                <a:lnTo>
                  <a:pt x="21000" y="20600"/>
                </a:lnTo>
                <a:cubicBezTo>
                  <a:pt x="21000" y="20821"/>
                  <a:pt x="20821" y="21000"/>
                  <a:pt x="20600" y="21000"/>
                </a:cubicBezTo>
                <a:lnTo>
                  <a:pt x="15400" y="21000"/>
                </a:lnTo>
                <a:cubicBezTo>
                  <a:pt x="15179" y="21000"/>
                  <a:pt x="15000" y="20821"/>
                  <a:pt x="15000" y="20600"/>
                </a:cubicBezTo>
                <a:lnTo>
                  <a:pt x="15000" y="12400"/>
                </a:lnTo>
                <a:cubicBezTo>
                  <a:pt x="15000" y="12179"/>
                  <a:pt x="15179" y="12000"/>
                  <a:pt x="15400" y="12000"/>
                </a:cubicBezTo>
                <a:close/>
                <a:moveTo>
                  <a:pt x="2000" y="12000"/>
                </a:moveTo>
                <a:lnTo>
                  <a:pt x="22000" y="12000"/>
                </a:lnTo>
                <a:lnTo>
                  <a:pt x="22000" y="13400"/>
                </a:lnTo>
                <a:lnTo>
                  <a:pt x="2000" y="13400"/>
                </a:lnTo>
                <a:close/>
                <a:moveTo>
                  <a:pt x="3000" y="12000"/>
                </a:moveTo>
                <a:lnTo>
                  <a:pt x="3000" y="6000"/>
                </a:lnTo>
                <a:lnTo>
                  <a:pt x="21000" y="6000"/>
                </a:lnTo>
                <a:lnTo>
                  <a:pt x="21000" y="12000"/>
                </a:lnTo>
                <a:moveTo>
                  <a:pt x="11300" y="8000"/>
                </a:moveTo>
                <a:lnTo>
                  <a:pt x="12700" y="8000"/>
                </a:lnTo>
                <a:cubicBezTo>
                  <a:pt x="12866" y="8000"/>
                  <a:pt x="13000" y="8134"/>
                  <a:pt x="13000" y="8300"/>
                </a:cubicBezTo>
                <a:lnTo>
                  <a:pt x="13000" y="11700"/>
                </a:lnTo>
                <a:cubicBezTo>
                  <a:pt x="13000" y="11866"/>
                  <a:pt x="12866" y="12000"/>
                  <a:pt x="12700" y="12000"/>
                </a:cubicBezTo>
                <a:lnTo>
                  <a:pt x="11300" y="12000"/>
                </a:lnTo>
                <a:cubicBezTo>
                  <a:pt x="11134" y="12000"/>
                  <a:pt x="11000" y="11866"/>
                  <a:pt x="11000" y="11700"/>
                </a:cubicBezTo>
                <a:lnTo>
                  <a:pt x="11000" y="8300"/>
                </a:lnTo>
                <a:cubicBezTo>
                  <a:pt x="11000" y="8134"/>
                  <a:pt x="11134" y="8000"/>
                  <a:pt x="11300" y="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部门</a:t>
            </a:r>
          </a:p>
        </p:txBody>
      </p:sp>
      <p:sp>
        <p:nvSpPr>
          <p:cNvPr id="31" name="ORG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14640"/>
                </a:moveTo>
                <a:lnTo>
                  <a:pt x="6708" y="14640"/>
                </a:lnTo>
                <a:cubicBezTo>
                  <a:pt x="6880" y="14640"/>
                  <a:pt x="7020" y="14780"/>
                  <a:pt x="7020" y="14952"/>
                </a:cubicBezTo>
                <a:lnTo>
                  <a:pt x="7020" y="21348"/>
                </a:lnTo>
                <a:cubicBezTo>
                  <a:pt x="7020" y="21520"/>
                  <a:pt x="6880" y="21660"/>
                  <a:pt x="6708" y="21660"/>
                </a:cubicBezTo>
                <a:lnTo>
                  <a:pt x="2652" y="21660"/>
                </a:lnTo>
                <a:cubicBezTo>
                  <a:pt x="2480" y="21660"/>
                  <a:pt x="2340" y="21520"/>
                  <a:pt x="2340" y="21348"/>
                </a:cubicBezTo>
                <a:lnTo>
                  <a:pt x="2340" y="14952"/>
                </a:lnTo>
                <a:cubicBezTo>
                  <a:pt x="2340" y="14780"/>
                  <a:pt x="2480" y="14640"/>
                  <a:pt x="2652" y="14640"/>
                </a:cubicBezTo>
                <a:close/>
                <a:moveTo>
                  <a:pt x="8112" y="14640"/>
                </a:moveTo>
                <a:lnTo>
                  <a:pt x="10608" y="14640"/>
                </a:lnTo>
                <a:cubicBezTo>
                  <a:pt x="10780" y="14640"/>
                  <a:pt x="10920" y="14780"/>
                  <a:pt x="10920" y="14952"/>
                </a:cubicBezTo>
                <a:lnTo>
                  <a:pt x="10920" y="21348"/>
                </a:lnTo>
                <a:cubicBezTo>
                  <a:pt x="10920" y="21520"/>
                  <a:pt x="10780" y="21660"/>
                  <a:pt x="10608" y="21660"/>
                </a:cubicBezTo>
                <a:lnTo>
                  <a:pt x="8112" y="21660"/>
                </a:lnTo>
                <a:cubicBezTo>
                  <a:pt x="7940" y="21660"/>
                  <a:pt x="7800" y="21520"/>
                  <a:pt x="7800" y="21348"/>
                </a:cubicBezTo>
                <a:lnTo>
                  <a:pt x="7800" y="14952"/>
                </a:lnTo>
                <a:cubicBezTo>
                  <a:pt x="7800" y="14780"/>
                  <a:pt x="7940" y="14640"/>
                  <a:pt x="8112" y="14640"/>
                </a:cubicBezTo>
                <a:close/>
                <a:moveTo>
                  <a:pt x="12012" y="14640"/>
                </a:moveTo>
                <a:lnTo>
                  <a:pt x="16068" y="14640"/>
                </a:lnTo>
                <a:cubicBezTo>
                  <a:pt x="16240" y="14640"/>
                  <a:pt x="16380" y="14780"/>
                  <a:pt x="16380" y="14952"/>
                </a:cubicBezTo>
                <a:lnTo>
                  <a:pt x="16380" y="21348"/>
                </a:lnTo>
                <a:cubicBezTo>
                  <a:pt x="16380" y="21520"/>
                  <a:pt x="16240" y="21660"/>
                  <a:pt x="16068" y="21660"/>
                </a:cubicBezTo>
                <a:lnTo>
                  <a:pt x="12012" y="21660"/>
                </a:lnTo>
                <a:cubicBezTo>
                  <a:pt x="11840" y="21660"/>
                  <a:pt x="11700" y="21520"/>
                  <a:pt x="11700" y="21348"/>
                </a:cubicBezTo>
                <a:lnTo>
                  <a:pt x="11700" y="14952"/>
                </a:lnTo>
                <a:cubicBezTo>
                  <a:pt x="11700" y="14780"/>
                  <a:pt x="11840" y="14640"/>
                  <a:pt x="12012" y="14640"/>
                </a:cubicBezTo>
                <a:close/>
                <a:moveTo>
                  <a:pt x="1560" y="14640"/>
                </a:moveTo>
                <a:lnTo>
                  <a:pt x="17160" y="14640"/>
                </a:lnTo>
                <a:lnTo>
                  <a:pt x="17160" y="15732"/>
                </a:lnTo>
                <a:lnTo>
                  <a:pt x="1560" y="15732"/>
                </a:lnTo>
                <a:close/>
                <a:moveTo>
                  <a:pt x="2340" y="14640"/>
                </a:moveTo>
                <a:lnTo>
                  <a:pt x="2340" y="9960"/>
                </a:lnTo>
                <a:lnTo>
                  <a:pt x="16380" y="9960"/>
                </a:lnTo>
                <a:lnTo>
                  <a:pt x="16380" y="14640"/>
                </a:lnTo>
                <a:moveTo>
                  <a:pt x="8814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14406"/>
                </a:lnTo>
                <a:cubicBezTo>
                  <a:pt x="10140" y="14535"/>
                  <a:pt x="10035" y="14640"/>
                  <a:pt x="9906" y="14640"/>
                </a:cubicBezTo>
                <a:lnTo>
                  <a:pt x="8814" y="14640"/>
                </a:lnTo>
                <a:cubicBezTo>
                  <a:pt x="8685" y="14640"/>
                  <a:pt x="8580" y="14535"/>
                  <a:pt x="8580" y="14406"/>
                </a:cubicBezTo>
                <a:lnTo>
                  <a:pt x="8580" y="11754"/>
                </a:lnTo>
                <a:cubicBezTo>
                  <a:pt x="8580" y="11625"/>
                  <a:pt x="8685" y="11520"/>
                  <a:pt x="8814" y="1152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部门·协同</a:t>
            </a:r>
          </a:p>
        </p:txBody>
      </p:sp>
      <p:sp>
        <p:nvSpPr>
          <p:cNvPr id="34" name="ORG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14640"/>
                </a:moveTo>
                <a:lnTo>
                  <a:pt x="6708" y="14640"/>
                </a:lnTo>
                <a:cubicBezTo>
                  <a:pt x="6880" y="14640"/>
                  <a:pt x="7020" y="14780"/>
                  <a:pt x="7020" y="14952"/>
                </a:cubicBezTo>
                <a:lnTo>
                  <a:pt x="7020" y="21348"/>
                </a:lnTo>
                <a:cubicBezTo>
                  <a:pt x="7020" y="21520"/>
                  <a:pt x="6880" y="21660"/>
                  <a:pt x="6708" y="21660"/>
                </a:cubicBezTo>
                <a:lnTo>
                  <a:pt x="2652" y="21660"/>
                </a:lnTo>
                <a:cubicBezTo>
                  <a:pt x="2480" y="21660"/>
                  <a:pt x="2340" y="21520"/>
                  <a:pt x="2340" y="21348"/>
                </a:cubicBezTo>
                <a:lnTo>
                  <a:pt x="2340" y="14952"/>
                </a:lnTo>
                <a:cubicBezTo>
                  <a:pt x="2340" y="14780"/>
                  <a:pt x="2480" y="14640"/>
                  <a:pt x="2652" y="14640"/>
                </a:cubicBezTo>
                <a:close/>
                <a:moveTo>
                  <a:pt x="8112" y="14640"/>
                </a:moveTo>
                <a:lnTo>
                  <a:pt x="10608" y="14640"/>
                </a:lnTo>
                <a:cubicBezTo>
                  <a:pt x="10780" y="14640"/>
                  <a:pt x="10920" y="14780"/>
                  <a:pt x="10920" y="14952"/>
                </a:cubicBezTo>
                <a:lnTo>
                  <a:pt x="10920" y="21348"/>
                </a:lnTo>
                <a:cubicBezTo>
                  <a:pt x="10920" y="21520"/>
                  <a:pt x="10780" y="21660"/>
                  <a:pt x="10608" y="21660"/>
                </a:cubicBezTo>
                <a:lnTo>
                  <a:pt x="8112" y="21660"/>
                </a:lnTo>
                <a:cubicBezTo>
                  <a:pt x="7940" y="21660"/>
                  <a:pt x="7800" y="21520"/>
                  <a:pt x="7800" y="21348"/>
                </a:cubicBezTo>
                <a:lnTo>
                  <a:pt x="7800" y="14952"/>
                </a:lnTo>
                <a:cubicBezTo>
                  <a:pt x="7800" y="14780"/>
                  <a:pt x="7940" y="14640"/>
                  <a:pt x="8112" y="14640"/>
                </a:cubicBezTo>
                <a:close/>
                <a:moveTo>
                  <a:pt x="12012" y="14640"/>
                </a:moveTo>
                <a:lnTo>
                  <a:pt x="16068" y="14640"/>
                </a:lnTo>
                <a:cubicBezTo>
                  <a:pt x="16240" y="14640"/>
                  <a:pt x="16380" y="14780"/>
                  <a:pt x="16380" y="14952"/>
                </a:cubicBezTo>
                <a:lnTo>
                  <a:pt x="16380" y="21348"/>
                </a:lnTo>
                <a:cubicBezTo>
                  <a:pt x="16380" y="21520"/>
                  <a:pt x="16240" y="21660"/>
                  <a:pt x="16068" y="21660"/>
                </a:cubicBezTo>
                <a:lnTo>
                  <a:pt x="12012" y="21660"/>
                </a:lnTo>
                <a:cubicBezTo>
                  <a:pt x="11840" y="21660"/>
                  <a:pt x="11700" y="21520"/>
                  <a:pt x="11700" y="21348"/>
                </a:cubicBezTo>
                <a:lnTo>
                  <a:pt x="11700" y="14952"/>
                </a:lnTo>
                <a:cubicBezTo>
                  <a:pt x="11700" y="14780"/>
                  <a:pt x="11840" y="14640"/>
                  <a:pt x="12012" y="14640"/>
                </a:cubicBezTo>
                <a:close/>
                <a:moveTo>
                  <a:pt x="1560" y="14640"/>
                </a:moveTo>
                <a:lnTo>
                  <a:pt x="17160" y="14640"/>
                </a:lnTo>
                <a:lnTo>
                  <a:pt x="17160" y="15732"/>
                </a:lnTo>
                <a:lnTo>
                  <a:pt x="1560" y="15732"/>
                </a:lnTo>
                <a:close/>
                <a:moveTo>
                  <a:pt x="2340" y="14640"/>
                </a:moveTo>
                <a:lnTo>
                  <a:pt x="2340" y="9960"/>
                </a:lnTo>
                <a:lnTo>
                  <a:pt x="16380" y="9960"/>
                </a:lnTo>
                <a:lnTo>
                  <a:pt x="16380" y="14640"/>
                </a:lnTo>
                <a:moveTo>
                  <a:pt x="8814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14406"/>
                </a:lnTo>
                <a:cubicBezTo>
                  <a:pt x="10140" y="14535"/>
                  <a:pt x="10035" y="14640"/>
                  <a:pt x="9906" y="14640"/>
                </a:cubicBezTo>
                <a:lnTo>
                  <a:pt x="8814" y="14640"/>
                </a:lnTo>
                <a:cubicBezTo>
                  <a:pt x="8685" y="14640"/>
                  <a:pt x="8580" y="14535"/>
                  <a:pt x="8580" y="14406"/>
                </a:cubicBezTo>
                <a:lnTo>
                  <a:pt x="8580" y="11754"/>
                </a:lnTo>
                <a:cubicBezTo>
                  <a:pt x="8580" y="11625"/>
                  <a:pt x="8685" y="11520"/>
                  <a:pt x="8814" y="115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部门·已验证</a:t>
            </a:r>
          </a:p>
        </p:txBody>
      </p:sp>
      <p:sp>
        <p:nvSpPr>
          <p:cNvPr id="37" name="ORG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14640"/>
                </a:moveTo>
                <a:lnTo>
                  <a:pt x="6708" y="14640"/>
                </a:lnTo>
                <a:cubicBezTo>
                  <a:pt x="6880" y="14640"/>
                  <a:pt x="7020" y="14780"/>
                  <a:pt x="7020" y="14952"/>
                </a:cubicBezTo>
                <a:lnTo>
                  <a:pt x="7020" y="21348"/>
                </a:lnTo>
                <a:cubicBezTo>
                  <a:pt x="7020" y="21520"/>
                  <a:pt x="6880" y="21660"/>
                  <a:pt x="6708" y="21660"/>
                </a:cubicBezTo>
                <a:lnTo>
                  <a:pt x="2652" y="21660"/>
                </a:lnTo>
                <a:cubicBezTo>
                  <a:pt x="2480" y="21660"/>
                  <a:pt x="2340" y="21520"/>
                  <a:pt x="2340" y="21348"/>
                </a:cubicBezTo>
                <a:lnTo>
                  <a:pt x="2340" y="14952"/>
                </a:lnTo>
                <a:cubicBezTo>
                  <a:pt x="2340" y="14780"/>
                  <a:pt x="2480" y="14640"/>
                  <a:pt x="2652" y="14640"/>
                </a:cubicBezTo>
                <a:close/>
                <a:moveTo>
                  <a:pt x="8112" y="14640"/>
                </a:moveTo>
                <a:lnTo>
                  <a:pt x="10608" y="14640"/>
                </a:lnTo>
                <a:cubicBezTo>
                  <a:pt x="10780" y="14640"/>
                  <a:pt x="10920" y="14780"/>
                  <a:pt x="10920" y="14952"/>
                </a:cubicBezTo>
                <a:lnTo>
                  <a:pt x="10920" y="21348"/>
                </a:lnTo>
                <a:cubicBezTo>
                  <a:pt x="10920" y="21520"/>
                  <a:pt x="10780" y="21660"/>
                  <a:pt x="10608" y="21660"/>
                </a:cubicBezTo>
                <a:lnTo>
                  <a:pt x="8112" y="21660"/>
                </a:lnTo>
                <a:cubicBezTo>
                  <a:pt x="7940" y="21660"/>
                  <a:pt x="7800" y="21520"/>
                  <a:pt x="7800" y="21348"/>
                </a:cubicBezTo>
                <a:lnTo>
                  <a:pt x="7800" y="14952"/>
                </a:lnTo>
                <a:cubicBezTo>
                  <a:pt x="7800" y="14780"/>
                  <a:pt x="7940" y="14640"/>
                  <a:pt x="8112" y="14640"/>
                </a:cubicBezTo>
                <a:close/>
                <a:moveTo>
                  <a:pt x="12012" y="14640"/>
                </a:moveTo>
                <a:lnTo>
                  <a:pt x="16068" y="14640"/>
                </a:lnTo>
                <a:cubicBezTo>
                  <a:pt x="16240" y="14640"/>
                  <a:pt x="16380" y="14780"/>
                  <a:pt x="16380" y="14952"/>
                </a:cubicBezTo>
                <a:lnTo>
                  <a:pt x="16380" y="21348"/>
                </a:lnTo>
                <a:cubicBezTo>
                  <a:pt x="16380" y="21520"/>
                  <a:pt x="16240" y="21660"/>
                  <a:pt x="16068" y="21660"/>
                </a:cubicBezTo>
                <a:lnTo>
                  <a:pt x="12012" y="21660"/>
                </a:lnTo>
                <a:cubicBezTo>
                  <a:pt x="11840" y="21660"/>
                  <a:pt x="11700" y="21520"/>
                  <a:pt x="11700" y="21348"/>
                </a:cubicBezTo>
                <a:lnTo>
                  <a:pt x="11700" y="14952"/>
                </a:lnTo>
                <a:cubicBezTo>
                  <a:pt x="11700" y="14780"/>
                  <a:pt x="11840" y="14640"/>
                  <a:pt x="12012" y="14640"/>
                </a:cubicBezTo>
                <a:close/>
                <a:moveTo>
                  <a:pt x="1560" y="14640"/>
                </a:moveTo>
                <a:lnTo>
                  <a:pt x="17160" y="14640"/>
                </a:lnTo>
                <a:lnTo>
                  <a:pt x="17160" y="15732"/>
                </a:lnTo>
                <a:lnTo>
                  <a:pt x="1560" y="15732"/>
                </a:lnTo>
                <a:close/>
                <a:moveTo>
                  <a:pt x="2340" y="14640"/>
                </a:moveTo>
                <a:lnTo>
                  <a:pt x="2340" y="9960"/>
                </a:lnTo>
                <a:lnTo>
                  <a:pt x="16380" y="9960"/>
                </a:lnTo>
                <a:lnTo>
                  <a:pt x="16380" y="14640"/>
                </a:lnTo>
                <a:moveTo>
                  <a:pt x="8814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14406"/>
                </a:lnTo>
                <a:cubicBezTo>
                  <a:pt x="10140" y="14535"/>
                  <a:pt x="10035" y="14640"/>
                  <a:pt x="9906" y="14640"/>
                </a:cubicBezTo>
                <a:lnTo>
                  <a:pt x="8814" y="14640"/>
                </a:lnTo>
                <a:cubicBezTo>
                  <a:pt x="8685" y="14640"/>
                  <a:pt x="8580" y="14535"/>
                  <a:pt x="8580" y="14406"/>
                </a:cubicBezTo>
                <a:lnTo>
                  <a:pt x="8580" y="11754"/>
                </a:lnTo>
                <a:cubicBezTo>
                  <a:pt x="8580" y="11625"/>
                  <a:pt x="8685" y="11520"/>
                  <a:pt x="8814" y="1152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部门·新增</a:t>
            </a:r>
          </a:p>
        </p:txBody>
      </p:sp>
      <p:sp>
        <p:nvSpPr>
          <p:cNvPr id="40" name="ORG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14640"/>
                </a:moveTo>
                <a:lnTo>
                  <a:pt x="6708" y="14640"/>
                </a:lnTo>
                <a:cubicBezTo>
                  <a:pt x="6880" y="14640"/>
                  <a:pt x="7020" y="14780"/>
                  <a:pt x="7020" y="14952"/>
                </a:cubicBezTo>
                <a:lnTo>
                  <a:pt x="7020" y="21348"/>
                </a:lnTo>
                <a:cubicBezTo>
                  <a:pt x="7020" y="21520"/>
                  <a:pt x="6880" y="21660"/>
                  <a:pt x="6708" y="21660"/>
                </a:cubicBezTo>
                <a:lnTo>
                  <a:pt x="2652" y="21660"/>
                </a:lnTo>
                <a:cubicBezTo>
                  <a:pt x="2480" y="21660"/>
                  <a:pt x="2340" y="21520"/>
                  <a:pt x="2340" y="21348"/>
                </a:cubicBezTo>
                <a:lnTo>
                  <a:pt x="2340" y="14952"/>
                </a:lnTo>
                <a:cubicBezTo>
                  <a:pt x="2340" y="14780"/>
                  <a:pt x="2480" y="14640"/>
                  <a:pt x="2652" y="14640"/>
                </a:cubicBezTo>
                <a:close/>
                <a:moveTo>
                  <a:pt x="8112" y="14640"/>
                </a:moveTo>
                <a:lnTo>
                  <a:pt x="10608" y="14640"/>
                </a:lnTo>
                <a:cubicBezTo>
                  <a:pt x="10780" y="14640"/>
                  <a:pt x="10920" y="14780"/>
                  <a:pt x="10920" y="14952"/>
                </a:cubicBezTo>
                <a:lnTo>
                  <a:pt x="10920" y="21348"/>
                </a:lnTo>
                <a:cubicBezTo>
                  <a:pt x="10920" y="21520"/>
                  <a:pt x="10780" y="21660"/>
                  <a:pt x="10608" y="21660"/>
                </a:cubicBezTo>
                <a:lnTo>
                  <a:pt x="8112" y="21660"/>
                </a:lnTo>
                <a:cubicBezTo>
                  <a:pt x="7940" y="21660"/>
                  <a:pt x="7800" y="21520"/>
                  <a:pt x="7800" y="21348"/>
                </a:cubicBezTo>
                <a:lnTo>
                  <a:pt x="7800" y="14952"/>
                </a:lnTo>
                <a:cubicBezTo>
                  <a:pt x="7800" y="14780"/>
                  <a:pt x="7940" y="14640"/>
                  <a:pt x="8112" y="14640"/>
                </a:cubicBezTo>
                <a:close/>
                <a:moveTo>
                  <a:pt x="12012" y="14640"/>
                </a:moveTo>
                <a:lnTo>
                  <a:pt x="16068" y="14640"/>
                </a:lnTo>
                <a:cubicBezTo>
                  <a:pt x="16240" y="14640"/>
                  <a:pt x="16380" y="14780"/>
                  <a:pt x="16380" y="14952"/>
                </a:cubicBezTo>
                <a:lnTo>
                  <a:pt x="16380" y="21348"/>
                </a:lnTo>
                <a:cubicBezTo>
                  <a:pt x="16380" y="21520"/>
                  <a:pt x="16240" y="21660"/>
                  <a:pt x="16068" y="21660"/>
                </a:cubicBezTo>
                <a:lnTo>
                  <a:pt x="12012" y="21660"/>
                </a:lnTo>
                <a:cubicBezTo>
                  <a:pt x="11840" y="21660"/>
                  <a:pt x="11700" y="21520"/>
                  <a:pt x="11700" y="21348"/>
                </a:cubicBezTo>
                <a:lnTo>
                  <a:pt x="11700" y="14952"/>
                </a:lnTo>
                <a:cubicBezTo>
                  <a:pt x="11700" y="14780"/>
                  <a:pt x="11840" y="14640"/>
                  <a:pt x="12012" y="14640"/>
                </a:cubicBezTo>
                <a:close/>
                <a:moveTo>
                  <a:pt x="1560" y="14640"/>
                </a:moveTo>
                <a:lnTo>
                  <a:pt x="17160" y="14640"/>
                </a:lnTo>
                <a:lnTo>
                  <a:pt x="17160" y="15732"/>
                </a:lnTo>
                <a:lnTo>
                  <a:pt x="1560" y="15732"/>
                </a:lnTo>
                <a:close/>
                <a:moveTo>
                  <a:pt x="2340" y="14640"/>
                </a:moveTo>
                <a:lnTo>
                  <a:pt x="2340" y="9960"/>
                </a:lnTo>
                <a:lnTo>
                  <a:pt x="16380" y="9960"/>
                </a:lnTo>
                <a:lnTo>
                  <a:pt x="16380" y="14640"/>
                </a:lnTo>
                <a:moveTo>
                  <a:pt x="8814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14406"/>
                </a:lnTo>
                <a:cubicBezTo>
                  <a:pt x="10140" y="14535"/>
                  <a:pt x="10035" y="14640"/>
                  <a:pt x="9906" y="14640"/>
                </a:cubicBezTo>
                <a:lnTo>
                  <a:pt x="8814" y="14640"/>
                </a:lnTo>
                <a:cubicBezTo>
                  <a:pt x="8685" y="14640"/>
                  <a:pt x="8580" y="14535"/>
                  <a:pt x="8580" y="14406"/>
                </a:cubicBezTo>
                <a:lnTo>
                  <a:pt x="8580" y="11754"/>
                </a:lnTo>
                <a:cubicBezTo>
                  <a:pt x="8580" y="11625"/>
                  <a:pt x="8685" y="11520"/>
                  <a:pt x="8814" y="1152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部门·重点</a:t>
            </a:r>
          </a:p>
        </p:txBody>
      </p:sp>
      <p:sp>
        <p:nvSpPr>
          <p:cNvPr id="43" name="ORG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14640"/>
                </a:moveTo>
                <a:lnTo>
                  <a:pt x="6708" y="14640"/>
                </a:lnTo>
                <a:cubicBezTo>
                  <a:pt x="6880" y="14640"/>
                  <a:pt x="7020" y="14780"/>
                  <a:pt x="7020" y="14952"/>
                </a:cubicBezTo>
                <a:lnTo>
                  <a:pt x="7020" y="21348"/>
                </a:lnTo>
                <a:cubicBezTo>
                  <a:pt x="7020" y="21520"/>
                  <a:pt x="6880" y="21660"/>
                  <a:pt x="6708" y="21660"/>
                </a:cubicBezTo>
                <a:lnTo>
                  <a:pt x="2652" y="21660"/>
                </a:lnTo>
                <a:cubicBezTo>
                  <a:pt x="2480" y="21660"/>
                  <a:pt x="2340" y="21520"/>
                  <a:pt x="2340" y="21348"/>
                </a:cubicBezTo>
                <a:lnTo>
                  <a:pt x="2340" y="14952"/>
                </a:lnTo>
                <a:cubicBezTo>
                  <a:pt x="2340" y="14780"/>
                  <a:pt x="2480" y="14640"/>
                  <a:pt x="2652" y="14640"/>
                </a:cubicBezTo>
                <a:close/>
                <a:moveTo>
                  <a:pt x="8112" y="14640"/>
                </a:moveTo>
                <a:lnTo>
                  <a:pt x="10608" y="14640"/>
                </a:lnTo>
                <a:cubicBezTo>
                  <a:pt x="10780" y="14640"/>
                  <a:pt x="10920" y="14780"/>
                  <a:pt x="10920" y="14952"/>
                </a:cubicBezTo>
                <a:lnTo>
                  <a:pt x="10920" y="21348"/>
                </a:lnTo>
                <a:cubicBezTo>
                  <a:pt x="10920" y="21520"/>
                  <a:pt x="10780" y="21660"/>
                  <a:pt x="10608" y="21660"/>
                </a:cubicBezTo>
                <a:lnTo>
                  <a:pt x="8112" y="21660"/>
                </a:lnTo>
                <a:cubicBezTo>
                  <a:pt x="7940" y="21660"/>
                  <a:pt x="7800" y="21520"/>
                  <a:pt x="7800" y="21348"/>
                </a:cubicBezTo>
                <a:lnTo>
                  <a:pt x="7800" y="14952"/>
                </a:lnTo>
                <a:cubicBezTo>
                  <a:pt x="7800" y="14780"/>
                  <a:pt x="7940" y="14640"/>
                  <a:pt x="8112" y="14640"/>
                </a:cubicBezTo>
                <a:close/>
                <a:moveTo>
                  <a:pt x="12012" y="14640"/>
                </a:moveTo>
                <a:lnTo>
                  <a:pt x="16068" y="14640"/>
                </a:lnTo>
                <a:cubicBezTo>
                  <a:pt x="16240" y="14640"/>
                  <a:pt x="16380" y="14780"/>
                  <a:pt x="16380" y="14952"/>
                </a:cubicBezTo>
                <a:lnTo>
                  <a:pt x="16380" y="21348"/>
                </a:lnTo>
                <a:cubicBezTo>
                  <a:pt x="16380" y="21520"/>
                  <a:pt x="16240" y="21660"/>
                  <a:pt x="16068" y="21660"/>
                </a:cubicBezTo>
                <a:lnTo>
                  <a:pt x="12012" y="21660"/>
                </a:lnTo>
                <a:cubicBezTo>
                  <a:pt x="11840" y="21660"/>
                  <a:pt x="11700" y="21520"/>
                  <a:pt x="11700" y="21348"/>
                </a:cubicBezTo>
                <a:lnTo>
                  <a:pt x="11700" y="14952"/>
                </a:lnTo>
                <a:cubicBezTo>
                  <a:pt x="11700" y="14780"/>
                  <a:pt x="11840" y="14640"/>
                  <a:pt x="12012" y="14640"/>
                </a:cubicBezTo>
                <a:close/>
                <a:moveTo>
                  <a:pt x="1560" y="14640"/>
                </a:moveTo>
                <a:lnTo>
                  <a:pt x="17160" y="14640"/>
                </a:lnTo>
                <a:lnTo>
                  <a:pt x="17160" y="15732"/>
                </a:lnTo>
                <a:lnTo>
                  <a:pt x="1560" y="15732"/>
                </a:lnTo>
                <a:close/>
                <a:moveTo>
                  <a:pt x="2340" y="14640"/>
                </a:moveTo>
                <a:lnTo>
                  <a:pt x="2340" y="9960"/>
                </a:lnTo>
                <a:lnTo>
                  <a:pt x="16380" y="9960"/>
                </a:lnTo>
                <a:lnTo>
                  <a:pt x="16380" y="14640"/>
                </a:lnTo>
                <a:moveTo>
                  <a:pt x="8814" y="11520"/>
                </a:moveTo>
                <a:lnTo>
                  <a:pt x="9906" y="11520"/>
                </a:lnTo>
                <a:cubicBezTo>
                  <a:pt x="10035" y="11520"/>
                  <a:pt x="10140" y="11625"/>
                  <a:pt x="10140" y="11754"/>
                </a:cubicBezTo>
                <a:lnTo>
                  <a:pt x="10140" y="14406"/>
                </a:lnTo>
                <a:cubicBezTo>
                  <a:pt x="10140" y="14535"/>
                  <a:pt x="10035" y="14640"/>
                  <a:pt x="9906" y="14640"/>
                </a:cubicBezTo>
                <a:lnTo>
                  <a:pt x="8814" y="14640"/>
                </a:lnTo>
                <a:cubicBezTo>
                  <a:pt x="8685" y="14640"/>
                  <a:pt x="8580" y="14535"/>
                  <a:pt x="8580" y="14406"/>
                </a:cubicBezTo>
                <a:lnTo>
                  <a:pt x="8580" y="11754"/>
                </a:lnTo>
                <a:cubicBezTo>
                  <a:pt x="8580" y="11625"/>
                  <a:pt x="8685" y="11520"/>
                  <a:pt x="8814" y="1152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部门·关怀</a:t>
            </a:r>
          </a:p>
        </p:txBody>
      </p:sp>
      <p:sp>
        <p:nvSpPr>
          <p:cNvPr id="46" name="ORG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300" y="2000"/>
                </a:moveTo>
                <a:lnTo>
                  <a:pt x="5300" y="2000"/>
                </a:lnTo>
                <a:cubicBezTo>
                  <a:pt x="5466" y="2000"/>
                  <a:pt x="5600" y="2134"/>
                  <a:pt x="5600" y="2300"/>
                </a:cubicBezTo>
                <a:lnTo>
                  <a:pt x="5600" y="21700"/>
                </a:lnTo>
                <a:cubicBezTo>
                  <a:pt x="5600" y="21866"/>
                  <a:pt x="5466" y="22000"/>
                  <a:pt x="5300" y="22000"/>
                </a:cubicBezTo>
                <a:lnTo>
                  <a:pt x="4300" y="22000"/>
                </a:lnTo>
                <a:cubicBezTo>
                  <a:pt x="4134" y="22000"/>
                  <a:pt x="4000" y="21866"/>
                  <a:pt x="4000" y="21700"/>
                </a:cubicBezTo>
                <a:lnTo>
                  <a:pt x="4000" y="2300"/>
                </a:lnTo>
                <a:cubicBezTo>
                  <a:pt x="4000" y="2134"/>
                  <a:pt x="4134" y="2000"/>
                  <a:pt x="4300" y="2000"/>
                </a:cubicBezTo>
                <a:close/>
                <a:moveTo>
                  <a:pt x="5600" y="2500"/>
                </a:moveTo>
                <a:lnTo>
                  <a:pt x="17600" y="2500"/>
                </a:lnTo>
                <a:lnTo>
                  <a:pt x="14960" y="6500"/>
                </a:lnTo>
                <a:lnTo>
                  <a:pt x="17600" y="10500"/>
                </a:lnTo>
                <a:lnTo>
                  <a:pt x="5600" y="10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目标里程</a:t>
            </a:r>
          </a:p>
        </p:txBody>
      </p:sp>
      <p:sp>
        <p:nvSpPr>
          <p:cNvPr id="49" name="ORG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354" y="6840"/>
                </a:moveTo>
                <a:lnTo>
                  <a:pt x="4134" y="6840"/>
                </a:lnTo>
                <a:cubicBezTo>
                  <a:pt x="4263" y="6840"/>
                  <a:pt x="4368" y="6945"/>
                  <a:pt x="4368" y="7074"/>
                </a:cubicBezTo>
                <a:lnTo>
                  <a:pt x="4368" y="22206"/>
                </a:lnTo>
                <a:cubicBezTo>
                  <a:pt x="4368" y="22335"/>
                  <a:pt x="4263" y="22440"/>
                  <a:pt x="4134" y="22440"/>
                </a:cubicBezTo>
                <a:lnTo>
                  <a:pt x="3354" y="22440"/>
                </a:lnTo>
                <a:cubicBezTo>
                  <a:pt x="3225" y="22440"/>
                  <a:pt x="3120" y="22335"/>
                  <a:pt x="3120" y="22206"/>
                </a:cubicBezTo>
                <a:lnTo>
                  <a:pt x="3120" y="7074"/>
                </a:lnTo>
                <a:cubicBezTo>
                  <a:pt x="3120" y="6945"/>
                  <a:pt x="3225" y="6840"/>
                  <a:pt x="3354" y="6840"/>
                </a:cubicBezTo>
                <a:close/>
                <a:moveTo>
                  <a:pt x="4368" y="7230"/>
                </a:moveTo>
                <a:lnTo>
                  <a:pt x="13728" y="7230"/>
                </a:lnTo>
                <a:lnTo>
                  <a:pt x="11669" y="10350"/>
                </a:lnTo>
                <a:lnTo>
                  <a:pt x="13728" y="13470"/>
                </a:lnTo>
                <a:lnTo>
                  <a:pt x="4368" y="1347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目标里程·协同</a:t>
            </a:r>
          </a:p>
        </p:txBody>
      </p:sp>
      <p:sp>
        <p:nvSpPr>
          <p:cNvPr id="52" name="ORG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354" y="6840"/>
                </a:moveTo>
                <a:lnTo>
                  <a:pt x="4134" y="6840"/>
                </a:lnTo>
                <a:cubicBezTo>
                  <a:pt x="4263" y="6840"/>
                  <a:pt x="4368" y="6945"/>
                  <a:pt x="4368" y="7074"/>
                </a:cubicBezTo>
                <a:lnTo>
                  <a:pt x="4368" y="22206"/>
                </a:lnTo>
                <a:cubicBezTo>
                  <a:pt x="4368" y="22335"/>
                  <a:pt x="4263" y="22440"/>
                  <a:pt x="4134" y="22440"/>
                </a:cubicBezTo>
                <a:lnTo>
                  <a:pt x="3354" y="22440"/>
                </a:lnTo>
                <a:cubicBezTo>
                  <a:pt x="3225" y="22440"/>
                  <a:pt x="3120" y="22335"/>
                  <a:pt x="3120" y="22206"/>
                </a:cubicBezTo>
                <a:lnTo>
                  <a:pt x="3120" y="7074"/>
                </a:lnTo>
                <a:cubicBezTo>
                  <a:pt x="3120" y="6945"/>
                  <a:pt x="3225" y="6840"/>
                  <a:pt x="3354" y="6840"/>
                </a:cubicBezTo>
                <a:close/>
                <a:moveTo>
                  <a:pt x="4368" y="7230"/>
                </a:moveTo>
                <a:lnTo>
                  <a:pt x="13728" y="7230"/>
                </a:lnTo>
                <a:lnTo>
                  <a:pt x="11669" y="10350"/>
                </a:lnTo>
                <a:lnTo>
                  <a:pt x="13728" y="13470"/>
                </a:lnTo>
                <a:lnTo>
                  <a:pt x="4368" y="1347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目标里程·已验证</a:t>
            </a:r>
          </a:p>
        </p:txBody>
      </p:sp>
      <p:sp>
        <p:nvSpPr>
          <p:cNvPr id="55" name="ORG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354" y="6840"/>
                </a:moveTo>
                <a:lnTo>
                  <a:pt x="4134" y="6840"/>
                </a:lnTo>
                <a:cubicBezTo>
                  <a:pt x="4263" y="6840"/>
                  <a:pt x="4368" y="6945"/>
                  <a:pt x="4368" y="7074"/>
                </a:cubicBezTo>
                <a:lnTo>
                  <a:pt x="4368" y="22206"/>
                </a:lnTo>
                <a:cubicBezTo>
                  <a:pt x="4368" y="22335"/>
                  <a:pt x="4263" y="22440"/>
                  <a:pt x="4134" y="22440"/>
                </a:cubicBezTo>
                <a:lnTo>
                  <a:pt x="3354" y="22440"/>
                </a:lnTo>
                <a:cubicBezTo>
                  <a:pt x="3225" y="22440"/>
                  <a:pt x="3120" y="22335"/>
                  <a:pt x="3120" y="22206"/>
                </a:cubicBezTo>
                <a:lnTo>
                  <a:pt x="3120" y="7074"/>
                </a:lnTo>
                <a:cubicBezTo>
                  <a:pt x="3120" y="6945"/>
                  <a:pt x="3225" y="6840"/>
                  <a:pt x="3354" y="6840"/>
                </a:cubicBezTo>
                <a:close/>
                <a:moveTo>
                  <a:pt x="4368" y="7230"/>
                </a:moveTo>
                <a:lnTo>
                  <a:pt x="13728" y="7230"/>
                </a:lnTo>
                <a:lnTo>
                  <a:pt x="11669" y="10350"/>
                </a:lnTo>
                <a:lnTo>
                  <a:pt x="13728" y="13470"/>
                </a:lnTo>
                <a:lnTo>
                  <a:pt x="4368" y="1347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目标里程·新增</a:t>
            </a:r>
          </a:p>
        </p:txBody>
      </p:sp>
      <p:sp>
        <p:nvSpPr>
          <p:cNvPr id="58" name="ORG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354" y="6840"/>
                </a:moveTo>
                <a:lnTo>
                  <a:pt x="4134" y="6840"/>
                </a:lnTo>
                <a:cubicBezTo>
                  <a:pt x="4263" y="6840"/>
                  <a:pt x="4368" y="6945"/>
                  <a:pt x="4368" y="7074"/>
                </a:cubicBezTo>
                <a:lnTo>
                  <a:pt x="4368" y="22206"/>
                </a:lnTo>
                <a:cubicBezTo>
                  <a:pt x="4368" y="22335"/>
                  <a:pt x="4263" y="22440"/>
                  <a:pt x="4134" y="22440"/>
                </a:cubicBezTo>
                <a:lnTo>
                  <a:pt x="3354" y="22440"/>
                </a:lnTo>
                <a:cubicBezTo>
                  <a:pt x="3225" y="22440"/>
                  <a:pt x="3120" y="22335"/>
                  <a:pt x="3120" y="22206"/>
                </a:cubicBezTo>
                <a:lnTo>
                  <a:pt x="3120" y="7074"/>
                </a:lnTo>
                <a:cubicBezTo>
                  <a:pt x="3120" y="6945"/>
                  <a:pt x="3225" y="6840"/>
                  <a:pt x="3354" y="6840"/>
                </a:cubicBezTo>
                <a:close/>
                <a:moveTo>
                  <a:pt x="4368" y="7230"/>
                </a:moveTo>
                <a:lnTo>
                  <a:pt x="13728" y="7230"/>
                </a:lnTo>
                <a:lnTo>
                  <a:pt x="11669" y="10350"/>
                </a:lnTo>
                <a:lnTo>
                  <a:pt x="13728" y="13470"/>
                </a:lnTo>
                <a:lnTo>
                  <a:pt x="4368" y="1347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目标里程·重点</a:t>
            </a:r>
          </a:p>
        </p:txBody>
      </p:sp>
      <p:sp>
        <p:nvSpPr>
          <p:cNvPr id="61" name="ORG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354" y="6840"/>
                </a:moveTo>
                <a:lnTo>
                  <a:pt x="4134" y="6840"/>
                </a:lnTo>
                <a:cubicBezTo>
                  <a:pt x="4263" y="6840"/>
                  <a:pt x="4368" y="6945"/>
                  <a:pt x="4368" y="7074"/>
                </a:cubicBezTo>
                <a:lnTo>
                  <a:pt x="4368" y="22206"/>
                </a:lnTo>
                <a:cubicBezTo>
                  <a:pt x="4368" y="22335"/>
                  <a:pt x="4263" y="22440"/>
                  <a:pt x="4134" y="22440"/>
                </a:cubicBezTo>
                <a:lnTo>
                  <a:pt x="3354" y="22440"/>
                </a:lnTo>
                <a:cubicBezTo>
                  <a:pt x="3225" y="22440"/>
                  <a:pt x="3120" y="22335"/>
                  <a:pt x="3120" y="22206"/>
                </a:cubicBezTo>
                <a:lnTo>
                  <a:pt x="3120" y="7074"/>
                </a:lnTo>
                <a:cubicBezTo>
                  <a:pt x="3120" y="6945"/>
                  <a:pt x="3225" y="6840"/>
                  <a:pt x="3354" y="6840"/>
                </a:cubicBezTo>
                <a:close/>
                <a:moveTo>
                  <a:pt x="4368" y="7230"/>
                </a:moveTo>
                <a:lnTo>
                  <a:pt x="13728" y="7230"/>
                </a:lnTo>
                <a:lnTo>
                  <a:pt x="11669" y="10350"/>
                </a:lnTo>
                <a:lnTo>
                  <a:pt x="13728" y="13470"/>
                </a:lnTo>
                <a:lnTo>
                  <a:pt x="4368" y="13470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目标里程·关怀</a:t>
            </a:r>
          </a:p>
        </p:txBody>
      </p:sp>
      <p:sp>
        <p:nvSpPr>
          <p:cNvPr id="64" name="ORG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800" y="7000"/>
                </a:moveTo>
                <a:cubicBezTo>
                  <a:pt x="7800" y="7994"/>
                  <a:pt x="6994" y="8800"/>
                  <a:pt x="6000" y="8800"/>
                </a:cubicBezTo>
                <a:cubicBezTo>
                  <a:pt x="5006" y="8800"/>
                  <a:pt x="4200" y="7994"/>
                  <a:pt x="4200" y="7000"/>
                </a:cubicBezTo>
                <a:cubicBezTo>
                  <a:pt x="4200" y="6006"/>
                  <a:pt x="5006" y="5200"/>
                  <a:pt x="6000" y="5200"/>
                </a:cubicBezTo>
                <a:cubicBezTo>
                  <a:pt x="6994" y="5200"/>
                  <a:pt x="7800" y="6006"/>
                  <a:pt x="7800" y="7000"/>
                </a:cubicBezTo>
                <a:close/>
                <a:moveTo>
                  <a:pt x="13800" y="7000"/>
                </a:moveTo>
                <a:cubicBezTo>
                  <a:pt x="13800" y="7994"/>
                  <a:pt x="12994" y="8800"/>
                  <a:pt x="12000" y="8800"/>
                </a:cubicBezTo>
                <a:cubicBezTo>
                  <a:pt x="11006" y="8800"/>
                  <a:pt x="10200" y="7994"/>
                  <a:pt x="10200" y="7000"/>
                </a:cubicBezTo>
                <a:cubicBezTo>
                  <a:pt x="10200" y="6006"/>
                  <a:pt x="11006" y="5200"/>
                  <a:pt x="12000" y="5200"/>
                </a:cubicBezTo>
                <a:cubicBezTo>
                  <a:pt x="12994" y="5200"/>
                  <a:pt x="13800" y="6006"/>
                  <a:pt x="13800" y="7000"/>
                </a:cubicBezTo>
                <a:close/>
                <a:moveTo>
                  <a:pt x="19800" y="7000"/>
                </a:moveTo>
                <a:cubicBezTo>
                  <a:pt x="19800" y="7994"/>
                  <a:pt x="18994" y="8800"/>
                  <a:pt x="18000" y="8800"/>
                </a:cubicBezTo>
                <a:cubicBezTo>
                  <a:pt x="17006" y="8800"/>
                  <a:pt x="16200" y="7994"/>
                  <a:pt x="16200" y="7000"/>
                </a:cubicBezTo>
                <a:cubicBezTo>
                  <a:pt x="16200" y="6006"/>
                  <a:pt x="17006" y="5200"/>
                  <a:pt x="18000" y="5200"/>
                </a:cubicBezTo>
                <a:cubicBezTo>
                  <a:pt x="18994" y="5200"/>
                  <a:pt x="19800" y="6006"/>
                  <a:pt x="19800" y="7000"/>
                </a:cubicBezTo>
                <a:close/>
                <a:moveTo>
                  <a:pt x="3000" y="18000"/>
                </a:moveTo>
                <a:lnTo>
                  <a:pt x="3000" y="11000"/>
                </a:lnTo>
                <a:quadBezTo>
                  <a:pt x="3000" y="9000"/>
                  <a:pt x="6000" y="9000"/>
                </a:quadBezTo>
                <a:quadBezTo>
                  <a:pt x="9000" y="9000"/>
                  <a:pt x="9000" y="11000"/>
                </a:quadBezTo>
                <a:moveTo>
                  <a:pt x="9000" y="18000"/>
                </a:moveTo>
                <a:lnTo>
                  <a:pt x="9000" y="11000"/>
                </a:lnTo>
                <a:quadBezTo>
                  <a:pt x="9000" y="9000"/>
                  <a:pt x="12000" y="9000"/>
                </a:quadBezTo>
                <a:quadBezTo>
                  <a:pt x="15000" y="9000"/>
                  <a:pt x="15000" y="11000"/>
                </a:quadBezTo>
                <a:moveTo>
                  <a:pt x="15000" y="18000"/>
                </a:moveTo>
                <a:lnTo>
                  <a:pt x="15000" y="11000"/>
                </a:lnTo>
                <a:quadBezTo>
                  <a:pt x="15000" y="9000"/>
                  <a:pt x="18000" y="9000"/>
                </a:quadBezTo>
                <a:quadBezTo>
                  <a:pt x="21000" y="9000"/>
                  <a:pt x="21000" y="11000"/>
                </a:quadBezTo>
                <a:lnTo>
                  <a:pt x="21000" y="18000"/>
                </a:lnTo>
                <a:moveTo>
                  <a:pt x="2300" y="19000"/>
                </a:moveTo>
                <a:lnTo>
                  <a:pt x="21700" y="19000"/>
                </a:lnTo>
                <a:cubicBezTo>
                  <a:pt x="21866" y="19000"/>
                  <a:pt x="22000" y="19134"/>
                  <a:pt x="22000" y="19300"/>
                </a:cubicBezTo>
                <a:lnTo>
                  <a:pt x="22000" y="19700"/>
                </a:lnTo>
                <a:cubicBezTo>
                  <a:pt x="22000" y="19866"/>
                  <a:pt x="21866" y="20000"/>
                  <a:pt x="21700" y="20000"/>
                </a:cubicBezTo>
                <a:lnTo>
                  <a:pt x="2300" y="20000"/>
                </a:lnTo>
                <a:cubicBezTo>
                  <a:pt x="2134" y="20000"/>
                  <a:pt x="2000" y="19866"/>
                  <a:pt x="2000" y="19700"/>
                </a:cubicBezTo>
                <a:lnTo>
                  <a:pt x="2000" y="19300"/>
                </a:lnTo>
                <a:cubicBezTo>
                  <a:pt x="2000" y="19134"/>
                  <a:pt x="2134" y="19000"/>
                  <a:pt x="23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每日站会</a:t>
            </a:r>
          </a:p>
        </p:txBody>
      </p:sp>
      <p:sp>
        <p:nvSpPr>
          <p:cNvPr id="67" name="ORG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084" y="10740"/>
                </a:moveTo>
                <a:cubicBezTo>
                  <a:pt x="6084" y="11515"/>
                  <a:pt x="5455" y="12144"/>
                  <a:pt x="4680" y="12144"/>
                </a:cubicBezTo>
                <a:cubicBezTo>
                  <a:pt x="3905" y="12144"/>
                  <a:pt x="3276" y="11515"/>
                  <a:pt x="3276" y="10740"/>
                </a:cubicBezTo>
                <a:cubicBezTo>
                  <a:pt x="3276" y="9965"/>
                  <a:pt x="3905" y="9336"/>
                  <a:pt x="4680" y="9336"/>
                </a:cubicBezTo>
                <a:cubicBezTo>
                  <a:pt x="5455" y="9336"/>
                  <a:pt x="6084" y="9965"/>
                  <a:pt x="6084" y="10740"/>
                </a:cubicBezTo>
                <a:close/>
                <a:moveTo>
                  <a:pt x="10764" y="10740"/>
                </a:moveTo>
                <a:cubicBezTo>
                  <a:pt x="10764" y="11515"/>
                  <a:pt x="10135" y="12144"/>
                  <a:pt x="9360" y="12144"/>
                </a:cubicBezTo>
                <a:cubicBezTo>
                  <a:pt x="8585" y="12144"/>
                  <a:pt x="7956" y="11515"/>
                  <a:pt x="7956" y="10740"/>
                </a:cubicBezTo>
                <a:cubicBezTo>
                  <a:pt x="7956" y="9965"/>
                  <a:pt x="8585" y="9336"/>
                  <a:pt x="9360" y="9336"/>
                </a:cubicBezTo>
                <a:cubicBezTo>
                  <a:pt x="10135" y="9336"/>
                  <a:pt x="10764" y="9965"/>
                  <a:pt x="10764" y="10740"/>
                </a:cubicBezTo>
                <a:close/>
                <a:moveTo>
                  <a:pt x="15444" y="10740"/>
                </a:moveTo>
                <a:cubicBezTo>
                  <a:pt x="15444" y="11515"/>
                  <a:pt x="14815" y="12144"/>
                  <a:pt x="14040" y="12144"/>
                </a:cubicBezTo>
                <a:cubicBezTo>
                  <a:pt x="13265" y="12144"/>
                  <a:pt x="12636" y="11515"/>
                  <a:pt x="12636" y="10740"/>
                </a:cubicBezTo>
                <a:cubicBezTo>
                  <a:pt x="12636" y="9965"/>
                  <a:pt x="13265" y="9336"/>
                  <a:pt x="14040" y="9336"/>
                </a:cubicBezTo>
                <a:cubicBezTo>
                  <a:pt x="14815" y="9336"/>
                  <a:pt x="15444" y="9965"/>
                  <a:pt x="15444" y="10740"/>
                </a:cubicBezTo>
                <a:close/>
                <a:moveTo>
                  <a:pt x="2340" y="19320"/>
                </a:moveTo>
                <a:lnTo>
                  <a:pt x="2340" y="13860"/>
                </a:lnTo>
                <a:quadBezTo>
                  <a:pt x="2340" y="12300"/>
                  <a:pt x="4680" y="12300"/>
                </a:quadBezTo>
                <a:quadBezTo>
                  <a:pt x="7020" y="12300"/>
                  <a:pt x="7020" y="13860"/>
                </a:quadBezTo>
                <a:moveTo>
                  <a:pt x="7020" y="19320"/>
                </a:moveTo>
                <a:lnTo>
                  <a:pt x="7020" y="13860"/>
                </a:lnTo>
                <a:quadBezTo>
                  <a:pt x="7020" y="12300"/>
                  <a:pt x="9360" y="12300"/>
                </a:quadBezTo>
                <a:quadBezTo>
                  <a:pt x="11700" y="12300"/>
                  <a:pt x="11700" y="13860"/>
                </a:quadBezTo>
                <a:moveTo>
                  <a:pt x="11700" y="19320"/>
                </a:moveTo>
                <a:lnTo>
                  <a:pt x="11700" y="13860"/>
                </a:lnTo>
                <a:quadBezTo>
                  <a:pt x="11700" y="12300"/>
                  <a:pt x="14040" y="12300"/>
                </a:quadBezTo>
                <a:quadBezTo>
                  <a:pt x="16380" y="12300"/>
                  <a:pt x="16380" y="13860"/>
                </a:quadBezTo>
                <a:lnTo>
                  <a:pt x="16380" y="19320"/>
                </a:lnTo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0646"/>
                </a:lnTo>
                <a:cubicBezTo>
                  <a:pt x="17160" y="20775"/>
                  <a:pt x="17055" y="20880"/>
                  <a:pt x="16926" y="20880"/>
                </a:cubicBezTo>
                <a:lnTo>
                  <a:pt x="1794" y="20880"/>
                </a:lnTo>
                <a:cubicBezTo>
                  <a:pt x="1665" y="20880"/>
                  <a:pt x="1560" y="20775"/>
                  <a:pt x="1560" y="2064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每日站会·协同</a:t>
            </a:r>
          </a:p>
        </p:txBody>
      </p:sp>
      <p:sp>
        <p:nvSpPr>
          <p:cNvPr id="70" name="ORG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084" y="10740"/>
                </a:moveTo>
                <a:cubicBezTo>
                  <a:pt x="6084" y="11515"/>
                  <a:pt x="5455" y="12144"/>
                  <a:pt x="4680" y="12144"/>
                </a:cubicBezTo>
                <a:cubicBezTo>
                  <a:pt x="3905" y="12144"/>
                  <a:pt x="3276" y="11515"/>
                  <a:pt x="3276" y="10740"/>
                </a:cubicBezTo>
                <a:cubicBezTo>
                  <a:pt x="3276" y="9965"/>
                  <a:pt x="3905" y="9336"/>
                  <a:pt x="4680" y="9336"/>
                </a:cubicBezTo>
                <a:cubicBezTo>
                  <a:pt x="5455" y="9336"/>
                  <a:pt x="6084" y="9965"/>
                  <a:pt x="6084" y="10740"/>
                </a:cubicBezTo>
                <a:close/>
                <a:moveTo>
                  <a:pt x="10764" y="10740"/>
                </a:moveTo>
                <a:cubicBezTo>
                  <a:pt x="10764" y="11515"/>
                  <a:pt x="10135" y="12144"/>
                  <a:pt x="9360" y="12144"/>
                </a:cubicBezTo>
                <a:cubicBezTo>
                  <a:pt x="8585" y="12144"/>
                  <a:pt x="7956" y="11515"/>
                  <a:pt x="7956" y="10740"/>
                </a:cubicBezTo>
                <a:cubicBezTo>
                  <a:pt x="7956" y="9965"/>
                  <a:pt x="8585" y="9336"/>
                  <a:pt x="9360" y="9336"/>
                </a:cubicBezTo>
                <a:cubicBezTo>
                  <a:pt x="10135" y="9336"/>
                  <a:pt x="10764" y="9965"/>
                  <a:pt x="10764" y="10740"/>
                </a:cubicBezTo>
                <a:close/>
                <a:moveTo>
                  <a:pt x="15444" y="10740"/>
                </a:moveTo>
                <a:cubicBezTo>
                  <a:pt x="15444" y="11515"/>
                  <a:pt x="14815" y="12144"/>
                  <a:pt x="14040" y="12144"/>
                </a:cubicBezTo>
                <a:cubicBezTo>
                  <a:pt x="13265" y="12144"/>
                  <a:pt x="12636" y="11515"/>
                  <a:pt x="12636" y="10740"/>
                </a:cubicBezTo>
                <a:cubicBezTo>
                  <a:pt x="12636" y="9965"/>
                  <a:pt x="13265" y="9336"/>
                  <a:pt x="14040" y="9336"/>
                </a:cubicBezTo>
                <a:cubicBezTo>
                  <a:pt x="14815" y="9336"/>
                  <a:pt x="15444" y="9965"/>
                  <a:pt x="15444" y="10740"/>
                </a:cubicBezTo>
                <a:close/>
                <a:moveTo>
                  <a:pt x="2340" y="19320"/>
                </a:moveTo>
                <a:lnTo>
                  <a:pt x="2340" y="13860"/>
                </a:lnTo>
                <a:quadBezTo>
                  <a:pt x="2340" y="12300"/>
                  <a:pt x="4680" y="12300"/>
                </a:quadBezTo>
                <a:quadBezTo>
                  <a:pt x="7020" y="12300"/>
                  <a:pt x="7020" y="13860"/>
                </a:quadBezTo>
                <a:moveTo>
                  <a:pt x="7020" y="19320"/>
                </a:moveTo>
                <a:lnTo>
                  <a:pt x="7020" y="13860"/>
                </a:lnTo>
                <a:quadBezTo>
                  <a:pt x="7020" y="12300"/>
                  <a:pt x="9360" y="12300"/>
                </a:quadBezTo>
                <a:quadBezTo>
                  <a:pt x="11700" y="12300"/>
                  <a:pt x="11700" y="13860"/>
                </a:quadBezTo>
                <a:moveTo>
                  <a:pt x="11700" y="19320"/>
                </a:moveTo>
                <a:lnTo>
                  <a:pt x="11700" y="13860"/>
                </a:lnTo>
                <a:quadBezTo>
                  <a:pt x="11700" y="12300"/>
                  <a:pt x="14040" y="12300"/>
                </a:quadBezTo>
                <a:quadBezTo>
                  <a:pt x="16380" y="12300"/>
                  <a:pt x="16380" y="13860"/>
                </a:quadBezTo>
                <a:lnTo>
                  <a:pt x="16380" y="19320"/>
                </a:lnTo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0646"/>
                </a:lnTo>
                <a:cubicBezTo>
                  <a:pt x="17160" y="20775"/>
                  <a:pt x="17055" y="20880"/>
                  <a:pt x="16926" y="20880"/>
                </a:cubicBezTo>
                <a:lnTo>
                  <a:pt x="1794" y="20880"/>
                </a:lnTo>
                <a:cubicBezTo>
                  <a:pt x="1665" y="20880"/>
                  <a:pt x="1560" y="20775"/>
                  <a:pt x="1560" y="2064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每日站会·已验证</a:t>
            </a:r>
          </a:p>
        </p:txBody>
      </p:sp>
      <p:sp>
        <p:nvSpPr>
          <p:cNvPr id="73" name="ORG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084" y="10740"/>
                </a:moveTo>
                <a:cubicBezTo>
                  <a:pt x="6084" y="11515"/>
                  <a:pt x="5455" y="12144"/>
                  <a:pt x="4680" y="12144"/>
                </a:cubicBezTo>
                <a:cubicBezTo>
                  <a:pt x="3905" y="12144"/>
                  <a:pt x="3276" y="11515"/>
                  <a:pt x="3276" y="10740"/>
                </a:cubicBezTo>
                <a:cubicBezTo>
                  <a:pt x="3276" y="9965"/>
                  <a:pt x="3905" y="9336"/>
                  <a:pt x="4680" y="9336"/>
                </a:cubicBezTo>
                <a:cubicBezTo>
                  <a:pt x="5455" y="9336"/>
                  <a:pt x="6084" y="9965"/>
                  <a:pt x="6084" y="10740"/>
                </a:cubicBezTo>
                <a:close/>
                <a:moveTo>
                  <a:pt x="10764" y="10740"/>
                </a:moveTo>
                <a:cubicBezTo>
                  <a:pt x="10764" y="11515"/>
                  <a:pt x="10135" y="12144"/>
                  <a:pt x="9360" y="12144"/>
                </a:cubicBezTo>
                <a:cubicBezTo>
                  <a:pt x="8585" y="12144"/>
                  <a:pt x="7956" y="11515"/>
                  <a:pt x="7956" y="10740"/>
                </a:cubicBezTo>
                <a:cubicBezTo>
                  <a:pt x="7956" y="9965"/>
                  <a:pt x="8585" y="9336"/>
                  <a:pt x="9360" y="9336"/>
                </a:cubicBezTo>
                <a:cubicBezTo>
                  <a:pt x="10135" y="9336"/>
                  <a:pt x="10764" y="9965"/>
                  <a:pt x="10764" y="10740"/>
                </a:cubicBezTo>
                <a:close/>
                <a:moveTo>
                  <a:pt x="15444" y="10740"/>
                </a:moveTo>
                <a:cubicBezTo>
                  <a:pt x="15444" y="11515"/>
                  <a:pt x="14815" y="12144"/>
                  <a:pt x="14040" y="12144"/>
                </a:cubicBezTo>
                <a:cubicBezTo>
                  <a:pt x="13265" y="12144"/>
                  <a:pt x="12636" y="11515"/>
                  <a:pt x="12636" y="10740"/>
                </a:cubicBezTo>
                <a:cubicBezTo>
                  <a:pt x="12636" y="9965"/>
                  <a:pt x="13265" y="9336"/>
                  <a:pt x="14040" y="9336"/>
                </a:cubicBezTo>
                <a:cubicBezTo>
                  <a:pt x="14815" y="9336"/>
                  <a:pt x="15444" y="9965"/>
                  <a:pt x="15444" y="10740"/>
                </a:cubicBezTo>
                <a:close/>
                <a:moveTo>
                  <a:pt x="2340" y="19320"/>
                </a:moveTo>
                <a:lnTo>
                  <a:pt x="2340" y="13860"/>
                </a:lnTo>
                <a:quadBezTo>
                  <a:pt x="2340" y="12300"/>
                  <a:pt x="4680" y="12300"/>
                </a:quadBezTo>
                <a:quadBezTo>
                  <a:pt x="7020" y="12300"/>
                  <a:pt x="7020" y="13860"/>
                </a:quadBezTo>
                <a:moveTo>
                  <a:pt x="7020" y="19320"/>
                </a:moveTo>
                <a:lnTo>
                  <a:pt x="7020" y="13860"/>
                </a:lnTo>
                <a:quadBezTo>
                  <a:pt x="7020" y="12300"/>
                  <a:pt x="9360" y="12300"/>
                </a:quadBezTo>
                <a:quadBezTo>
                  <a:pt x="11700" y="12300"/>
                  <a:pt x="11700" y="13860"/>
                </a:quadBezTo>
                <a:moveTo>
                  <a:pt x="11700" y="19320"/>
                </a:moveTo>
                <a:lnTo>
                  <a:pt x="11700" y="13860"/>
                </a:lnTo>
                <a:quadBezTo>
                  <a:pt x="11700" y="12300"/>
                  <a:pt x="14040" y="12300"/>
                </a:quadBezTo>
                <a:quadBezTo>
                  <a:pt x="16380" y="12300"/>
                  <a:pt x="16380" y="13860"/>
                </a:quadBezTo>
                <a:lnTo>
                  <a:pt x="16380" y="19320"/>
                </a:lnTo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0646"/>
                </a:lnTo>
                <a:cubicBezTo>
                  <a:pt x="17160" y="20775"/>
                  <a:pt x="17055" y="20880"/>
                  <a:pt x="16926" y="20880"/>
                </a:cubicBezTo>
                <a:lnTo>
                  <a:pt x="1794" y="20880"/>
                </a:lnTo>
                <a:cubicBezTo>
                  <a:pt x="1665" y="20880"/>
                  <a:pt x="1560" y="20775"/>
                  <a:pt x="1560" y="2064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每日站会·新增</a:t>
            </a:r>
          </a:p>
        </p:txBody>
      </p:sp>
      <p:sp>
        <p:nvSpPr>
          <p:cNvPr id="76" name="ORG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084" y="10740"/>
                </a:moveTo>
                <a:cubicBezTo>
                  <a:pt x="6084" y="11515"/>
                  <a:pt x="5455" y="12144"/>
                  <a:pt x="4680" y="12144"/>
                </a:cubicBezTo>
                <a:cubicBezTo>
                  <a:pt x="3905" y="12144"/>
                  <a:pt x="3276" y="11515"/>
                  <a:pt x="3276" y="10740"/>
                </a:cubicBezTo>
                <a:cubicBezTo>
                  <a:pt x="3276" y="9965"/>
                  <a:pt x="3905" y="9336"/>
                  <a:pt x="4680" y="9336"/>
                </a:cubicBezTo>
                <a:cubicBezTo>
                  <a:pt x="5455" y="9336"/>
                  <a:pt x="6084" y="9965"/>
                  <a:pt x="6084" y="10740"/>
                </a:cubicBezTo>
                <a:close/>
                <a:moveTo>
                  <a:pt x="10764" y="10740"/>
                </a:moveTo>
                <a:cubicBezTo>
                  <a:pt x="10764" y="11515"/>
                  <a:pt x="10135" y="12144"/>
                  <a:pt x="9360" y="12144"/>
                </a:cubicBezTo>
                <a:cubicBezTo>
                  <a:pt x="8585" y="12144"/>
                  <a:pt x="7956" y="11515"/>
                  <a:pt x="7956" y="10740"/>
                </a:cubicBezTo>
                <a:cubicBezTo>
                  <a:pt x="7956" y="9965"/>
                  <a:pt x="8585" y="9336"/>
                  <a:pt x="9360" y="9336"/>
                </a:cubicBezTo>
                <a:cubicBezTo>
                  <a:pt x="10135" y="9336"/>
                  <a:pt x="10764" y="9965"/>
                  <a:pt x="10764" y="10740"/>
                </a:cubicBezTo>
                <a:close/>
                <a:moveTo>
                  <a:pt x="15444" y="10740"/>
                </a:moveTo>
                <a:cubicBezTo>
                  <a:pt x="15444" y="11515"/>
                  <a:pt x="14815" y="12144"/>
                  <a:pt x="14040" y="12144"/>
                </a:cubicBezTo>
                <a:cubicBezTo>
                  <a:pt x="13265" y="12144"/>
                  <a:pt x="12636" y="11515"/>
                  <a:pt x="12636" y="10740"/>
                </a:cubicBezTo>
                <a:cubicBezTo>
                  <a:pt x="12636" y="9965"/>
                  <a:pt x="13265" y="9336"/>
                  <a:pt x="14040" y="9336"/>
                </a:cubicBezTo>
                <a:cubicBezTo>
                  <a:pt x="14815" y="9336"/>
                  <a:pt x="15444" y="9965"/>
                  <a:pt x="15444" y="10740"/>
                </a:cubicBezTo>
                <a:close/>
                <a:moveTo>
                  <a:pt x="2340" y="19320"/>
                </a:moveTo>
                <a:lnTo>
                  <a:pt x="2340" y="13860"/>
                </a:lnTo>
                <a:quadBezTo>
                  <a:pt x="2340" y="12300"/>
                  <a:pt x="4680" y="12300"/>
                </a:quadBezTo>
                <a:quadBezTo>
                  <a:pt x="7020" y="12300"/>
                  <a:pt x="7020" y="13860"/>
                </a:quadBezTo>
                <a:moveTo>
                  <a:pt x="7020" y="19320"/>
                </a:moveTo>
                <a:lnTo>
                  <a:pt x="7020" y="13860"/>
                </a:lnTo>
                <a:quadBezTo>
                  <a:pt x="7020" y="12300"/>
                  <a:pt x="9360" y="12300"/>
                </a:quadBezTo>
                <a:quadBezTo>
                  <a:pt x="11700" y="12300"/>
                  <a:pt x="11700" y="13860"/>
                </a:quadBezTo>
                <a:moveTo>
                  <a:pt x="11700" y="19320"/>
                </a:moveTo>
                <a:lnTo>
                  <a:pt x="11700" y="13860"/>
                </a:lnTo>
                <a:quadBezTo>
                  <a:pt x="11700" y="12300"/>
                  <a:pt x="14040" y="12300"/>
                </a:quadBezTo>
                <a:quadBezTo>
                  <a:pt x="16380" y="12300"/>
                  <a:pt x="16380" y="13860"/>
                </a:quadBezTo>
                <a:lnTo>
                  <a:pt x="16380" y="19320"/>
                </a:lnTo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0646"/>
                </a:lnTo>
                <a:cubicBezTo>
                  <a:pt x="17160" y="20775"/>
                  <a:pt x="17055" y="20880"/>
                  <a:pt x="16926" y="20880"/>
                </a:cubicBezTo>
                <a:lnTo>
                  <a:pt x="1794" y="20880"/>
                </a:lnTo>
                <a:cubicBezTo>
                  <a:pt x="1665" y="20880"/>
                  <a:pt x="1560" y="20775"/>
                  <a:pt x="1560" y="2064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每日站会·重点</a:t>
            </a:r>
          </a:p>
        </p:txBody>
      </p:sp>
      <p:sp>
        <p:nvSpPr>
          <p:cNvPr id="79" name="ORG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084" y="10740"/>
                </a:moveTo>
                <a:cubicBezTo>
                  <a:pt x="6084" y="11515"/>
                  <a:pt x="5455" y="12144"/>
                  <a:pt x="4680" y="12144"/>
                </a:cubicBezTo>
                <a:cubicBezTo>
                  <a:pt x="3905" y="12144"/>
                  <a:pt x="3276" y="11515"/>
                  <a:pt x="3276" y="10740"/>
                </a:cubicBezTo>
                <a:cubicBezTo>
                  <a:pt x="3276" y="9965"/>
                  <a:pt x="3905" y="9336"/>
                  <a:pt x="4680" y="9336"/>
                </a:cubicBezTo>
                <a:cubicBezTo>
                  <a:pt x="5455" y="9336"/>
                  <a:pt x="6084" y="9965"/>
                  <a:pt x="6084" y="10740"/>
                </a:cubicBezTo>
                <a:close/>
                <a:moveTo>
                  <a:pt x="10764" y="10740"/>
                </a:moveTo>
                <a:cubicBezTo>
                  <a:pt x="10764" y="11515"/>
                  <a:pt x="10135" y="12144"/>
                  <a:pt x="9360" y="12144"/>
                </a:cubicBezTo>
                <a:cubicBezTo>
                  <a:pt x="8585" y="12144"/>
                  <a:pt x="7956" y="11515"/>
                  <a:pt x="7956" y="10740"/>
                </a:cubicBezTo>
                <a:cubicBezTo>
                  <a:pt x="7956" y="9965"/>
                  <a:pt x="8585" y="9336"/>
                  <a:pt x="9360" y="9336"/>
                </a:cubicBezTo>
                <a:cubicBezTo>
                  <a:pt x="10135" y="9336"/>
                  <a:pt x="10764" y="9965"/>
                  <a:pt x="10764" y="10740"/>
                </a:cubicBezTo>
                <a:close/>
                <a:moveTo>
                  <a:pt x="15444" y="10740"/>
                </a:moveTo>
                <a:cubicBezTo>
                  <a:pt x="15444" y="11515"/>
                  <a:pt x="14815" y="12144"/>
                  <a:pt x="14040" y="12144"/>
                </a:cubicBezTo>
                <a:cubicBezTo>
                  <a:pt x="13265" y="12144"/>
                  <a:pt x="12636" y="11515"/>
                  <a:pt x="12636" y="10740"/>
                </a:cubicBezTo>
                <a:cubicBezTo>
                  <a:pt x="12636" y="9965"/>
                  <a:pt x="13265" y="9336"/>
                  <a:pt x="14040" y="9336"/>
                </a:cubicBezTo>
                <a:cubicBezTo>
                  <a:pt x="14815" y="9336"/>
                  <a:pt x="15444" y="9965"/>
                  <a:pt x="15444" y="10740"/>
                </a:cubicBezTo>
                <a:close/>
                <a:moveTo>
                  <a:pt x="2340" y="19320"/>
                </a:moveTo>
                <a:lnTo>
                  <a:pt x="2340" y="13860"/>
                </a:lnTo>
                <a:quadBezTo>
                  <a:pt x="2340" y="12300"/>
                  <a:pt x="4680" y="12300"/>
                </a:quadBezTo>
                <a:quadBezTo>
                  <a:pt x="7020" y="12300"/>
                  <a:pt x="7020" y="13860"/>
                </a:quadBezTo>
                <a:moveTo>
                  <a:pt x="7020" y="19320"/>
                </a:moveTo>
                <a:lnTo>
                  <a:pt x="7020" y="13860"/>
                </a:lnTo>
                <a:quadBezTo>
                  <a:pt x="7020" y="12300"/>
                  <a:pt x="9360" y="12300"/>
                </a:quadBezTo>
                <a:quadBezTo>
                  <a:pt x="11700" y="12300"/>
                  <a:pt x="11700" y="13860"/>
                </a:quadBezTo>
                <a:moveTo>
                  <a:pt x="11700" y="19320"/>
                </a:moveTo>
                <a:lnTo>
                  <a:pt x="11700" y="13860"/>
                </a:lnTo>
                <a:quadBezTo>
                  <a:pt x="11700" y="12300"/>
                  <a:pt x="14040" y="12300"/>
                </a:quadBezTo>
                <a:quadBezTo>
                  <a:pt x="16380" y="12300"/>
                  <a:pt x="16380" y="13860"/>
                </a:quadBezTo>
                <a:lnTo>
                  <a:pt x="16380" y="19320"/>
                </a:lnTo>
                <a:moveTo>
                  <a:pt x="1794" y="20100"/>
                </a:moveTo>
                <a:lnTo>
                  <a:pt x="16926" y="20100"/>
                </a:lnTo>
                <a:cubicBezTo>
                  <a:pt x="17055" y="20100"/>
                  <a:pt x="17160" y="20205"/>
                  <a:pt x="17160" y="20334"/>
                </a:cubicBezTo>
                <a:lnTo>
                  <a:pt x="17160" y="20646"/>
                </a:lnTo>
                <a:cubicBezTo>
                  <a:pt x="17160" y="20775"/>
                  <a:pt x="17055" y="20880"/>
                  <a:pt x="16926" y="20880"/>
                </a:cubicBezTo>
                <a:lnTo>
                  <a:pt x="1794" y="20880"/>
                </a:lnTo>
                <a:cubicBezTo>
                  <a:pt x="1665" y="20880"/>
                  <a:pt x="1560" y="20775"/>
                  <a:pt x="1560" y="20646"/>
                </a:cubicBezTo>
                <a:lnTo>
                  <a:pt x="1560" y="20334"/>
                </a:lnTo>
                <a:cubicBezTo>
                  <a:pt x="1560" y="20205"/>
                  <a:pt x="1665" y="20100"/>
                  <a:pt x="1794" y="2010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每日站会·关怀</a:t>
            </a:r>
          </a:p>
        </p:txBody>
      </p:sp>
      <p:sp>
        <p:nvSpPr>
          <p:cNvPr id="82" name="ORG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000" y="12000"/>
                </a:moveTo>
                <a:cubicBezTo>
                  <a:pt x="11000" y="14209"/>
                  <a:pt x="9209" y="16000"/>
                  <a:pt x="7000" y="16000"/>
                </a:cubicBezTo>
                <a:cubicBezTo>
                  <a:pt x="4791" y="16000"/>
                  <a:pt x="3000" y="14209"/>
                  <a:pt x="3000" y="12000"/>
                </a:cubicBezTo>
                <a:cubicBezTo>
                  <a:pt x="3000" y="9791"/>
                  <a:pt x="4791" y="8000"/>
                  <a:pt x="7000" y="8000"/>
                </a:cubicBezTo>
                <a:cubicBezTo>
                  <a:pt x="9209" y="8000"/>
                  <a:pt x="11000" y="9791"/>
                  <a:pt x="11000" y="12000"/>
                </a:cubicBezTo>
                <a:close/>
                <a:moveTo>
                  <a:pt x="21000" y="12000"/>
                </a:moveTo>
                <a:cubicBezTo>
                  <a:pt x="21000" y="14209"/>
                  <a:pt x="19209" y="16000"/>
                  <a:pt x="17000" y="16000"/>
                </a:cubicBezTo>
                <a:cubicBezTo>
                  <a:pt x="14791" y="16000"/>
                  <a:pt x="13000" y="14209"/>
                  <a:pt x="13000" y="12000"/>
                </a:cubicBezTo>
                <a:cubicBezTo>
                  <a:pt x="13000" y="9791"/>
                  <a:pt x="14791" y="8000"/>
                  <a:pt x="17000" y="8000"/>
                </a:cubicBezTo>
                <a:cubicBezTo>
                  <a:pt x="19209" y="8000"/>
                  <a:pt x="21000" y="9791"/>
                  <a:pt x="21000" y="12000"/>
                </a:cubicBezTo>
                <a:close/>
                <a:moveTo>
                  <a:pt x="11000" y="12000"/>
                </a:moveTo>
                <a:lnTo>
                  <a:pt x="13000" y="12000"/>
                </a:lnTo>
                <a:moveTo>
                  <a:pt x="11000" y="12700"/>
                </a:moveTo>
                <a:lnTo>
                  <a:pt x="13000" y="12700"/>
                </a:lnTo>
                <a:lnTo>
                  <a:pt x="13000" y="11300"/>
                </a:lnTo>
                <a:lnTo>
                  <a:pt x="11000" y="11300"/>
                </a:lnTo>
                <a:close/>
                <a:moveTo>
                  <a:pt x="12000" y="8000"/>
                </a:moveTo>
                <a:lnTo>
                  <a:pt x="12000" y="16000"/>
                </a:lnTo>
                <a:moveTo>
                  <a:pt x="11700" y="8000"/>
                </a:moveTo>
                <a:lnTo>
                  <a:pt x="11700" y="16000"/>
                </a:lnTo>
                <a:lnTo>
                  <a:pt x="12300" y="16000"/>
                </a:lnTo>
                <a:lnTo>
                  <a:pt x="12300" y="8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同步对齐</a:t>
            </a:r>
          </a:p>
        </p:txBody>
      </p:sp>
      <p:sp>
        <p:nvSpPr>
          <p:cNvPr id="85" name="ORG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580" y="14640"/>
                </a:moveTo>
                <a:cubicBezTo>
                  <a:pt x="8580" y="16363"/>
                  <a:pt x="7183" y="17760"/>
                  <a:pt x="5460" y="17760"/>
                </a:cubicBezTo>
                <a:cubicBezTo>
                  <a:pt x="3737" y="17760"/>
                  <a:pt x="2340" y="16363"/>
                  <a:pt x="2340" y="14640"/>
                </a:cubicBezTo>
                <a:cubicBezTo>
                  <a:pt x="2340" y="12917"/>
                  <a:pt x="3737" y="11520"/>
                  <a:pt x="5460" y="11520"/>
                </a:cubicBezTo>
                <a:cubicBezTo>
                  <a:pt x="7183" y="11520"/>
                  <a:pt x="8580" y="12917"/>
                  <a:pt x="8580" y="14640"/>
                </a:cubicBezTo>
                <a:close/>
                <a:moveTo>
                  <a:pt x="16380" y="14640"/>
                </a:moveTo>
                <a:cubicBezTo>
                  <a:pt x="16380" y="16363"/>
                  <a:pt x="14983" y="17760"/>
                  <a:pt x="13260" y="17760"/>
                </a:cubicBezTo>
                <a:cubicBezTo>
                  <a:pt x="11537" y="17760"/>
                  <a:pt x="10140" y="16363"/>
                  <a:pt x="10140" y="14640"/>
                </a:cubicBezTo>
                <a:cubicBezTo>
                  <a:pt x="10140" y="12917"/>
                  <a:pt x="11537" y="11520"/>
                  <a:pt x="13260" y="11520"/>
                </a:cubicBezTo>
                <a:cubicBezTo>
                  <a:pt x="14983" y="11520"/>
                  <a:pt x="16380" y="12917"/>
                  <a:pt x="16380" y="14640"/>
                </a:cubicBezTo>
                <a:close/>
                <a:moveTo>
                  <a:pt x="8580" y="14640"/>
                </a:moveTo>
                <a:lnTo>
                  <a:pt x="10140" y="14640"/>
                </a:lnTo>
                <a:moveTo>
                  <a:pt x="8580" y="15186"/>
                </a:moveTo>
                <a:lnTo>
                  <a:pt x="10140" y="15186"/>
                </a:lnTo>
                <a:lnTo>
                  <a:pt x="10140" y="14094"/>
                </a:lnTo>
                <a:lnTo>
                  <a:pt x="8580" y="14094"/>
                </a:lnTo>
                <a:close/>
                <a:moveTo>
                  <a:pt x="9360" y="11520"/>
                </a:moveTo>
                <a:lnTo>
                  <a:pt x="9360" y="17760"/>
                </a:lnTo>
                <a:moveTo>
                  <a:pt x="9126" y="11520"/>
                </a:moveTo>
                <a:lnTo>
                  <a:pt x="9126" y="17760"/>
                </a:lnTo>
                <a:lnTo>
                  <a:pt x="9594" y="17760"/>
                </a:lnTo>
                <a:lnTo>
                  <a:pt x="9594" y="1152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同步对齐·协同</a:t>
            </a:r>
          </a:p>
        </p:txBody>
      </p:sp>
      <p:sp>
        <p:nvSpPr>
          <p:cNvPr id="88" name="ORG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580" y="14640"/>
                </a:moveTo>
                <a:cubicBezTo>
                  <a:pt x="8580" y="16363"/>
                  <a:pt x="7183" y="17760"/>
                  <a:pt x="5460" y="17760"/>
                </a:cubicBezTo>
                <a:cubicBezTo>
                  <a:pt x="3737" y="17760"/>
                  <a:pt x="2340" y="16363"/>
                  <a:pt x="2340" y="14640"/>
                </a:cubicBezTo>
                <a:cubicBezTo>
                  <a:pt x="2340" y="12917"/>
                  <a:pt x="3737" y="11520"/>
                  <a:pt x="5460" y="11520"/>
                </a:cubicBezTo>
                <a:cubicBezTo>
                  <a:pt x="7183" y="11520"/>
                  <a:pt x="8580" y="12917"/>
                  <a:pt x="8580" y="14640"/>
                </a:cubicBezTo>
                <a:close/>
                <a:moveTo>
                  <a:pt x="16380" y="14640"/>
                </a:moveTo>
                <a:cubicBezTo>
                  <a:pt x="16380" y="16363"/>
                  <a:pt x="14983" y="17760"/>
                  <a:pt x="13260" y="17760"/>
                </a:cubicBezTo>
                <a:cubicBezTo>
                  <a:pt x="11537" y="17760"/>
                  <a:pt x="10140" y="16363"/>
                  <a:pt x="10140" y="14640"/>
                </a:cubicBezTo>
                <a:cubicBezTo>
                  <a:pt x="10140" y="12917"/>
                  <a:pt x="11537" y="11520"/>
                  <a:pt x="13260" y="11520"/>
                </a:cubicBezTo>
                <a:cubicBezTo>
                  <a:pt x="14983" y="11520"/>
                  <a:pt x="16380" y="12917"/>
                  <a:pt x="16380" y="14640"/>
                </a:cubicBezTo>
                <a:close/>
                <a:moveTo>
                  <a:pt x="8580" y="14640"/>
                </a:moveTo>
                <a:lnTo>
                  <a:pt x="10140" y="14640"/>
                </a:lnTo>
                <a:moveTo>
                  <a:pt x="8580" y="15186"/>
                </a:moveTo>
                <a:lnTo>
                  <a:pt x="10140" y="15186"/>
                </a:lnTo>
                <a:lnTo>
                  <a:pt x="10140" y="14094"/>
                </a:lnTo>
                <a:lnTo>
                  <a:pt x="8580" y="14094"/>
                </a:lnTo>
                <a:close/>
                <a:moveTo>
                  <a:pt x="9360" y="11520"/>
                </a:moveTo>
                <a:lnTo>
                  <a:pt x="9360" y="17760"/>
                </a:lnTo>
                <a:moveTo>
                  <a:pt x="9126" y="11520"/>
                </a:moveTo>
                <a:lnTo>
                  <a:pt x="9126" y="17760"/>
                </a:lnTo>
                <a:lnTo>
                  <a:pt x="9594" y="17760"/>
                </a:lnTo>
                <a:lnTo>
                  <a:pt x="9594" y="1152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同步对齐·已验证</a:t>
            </a:r>
          </a:p>
        </p:txBody>
      </p:sp>
      <p:sp>
        <p:nvSpPr>
          <p:cNvPr id="91" name="ORG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580" y="14640"/>
                </a:moveTo>
                <a:cubicBezTo>
                  <a:pt x="8580" y="16363"/>
                  <a:pt x="7183" y="17760"/>
                  <a:pt x="5460" y="17760"/>
                </a:cubicBezTo>
                <a:cubicBezTo>
                  <a:pt x="3737" y="17760"/>
                  <a:pt x="2340" y="16363"/>
                  <a:pt x="2340" y="14640"/>
                </a:cubicBezTo>
                <a:cubicBezTo>
                  <a:pt x="2340" y="12917"/>
                  <a:pt x="3737" y="11520"/>
                  <a:pt x="5460" y="11520"/>
                </a:cubicBezTo>
                <a:cubicBezTo>
                  <a:pt x="7183" y="11520"/>
                  <a:pt x="8580" y="12917"/>
                  <a:pt x="8580" y="14640"/>
                </a:cubicBezTo>
                <a:close/>
                <a:moveTo>
                  <a:pt x="16380" y="14640"/>
                </a:moveTo>
                <a:cubicBezTo>
                  <a:pt x="16380" y="16363"/>
                  <a:pt x="14983" y="17760"/>
                  <a:pt x="13260" y="17760"/>
                </a:cubicBezTo>
                <a:cubicBezTo>
                  <a:pt x="11537" y="17760"/>
                  <a:pt x="10140" y="16363"/>
                  <a:pt x="10140" y="14640"/>
                </a:cubicBezTo>
                <a:cubicBezTo>
                  <a:pt x="10140" y="12917"/>
                  <a:pt x="11537" y="11520"/>
                  <a:pt x="13260" y="11520"/>
                </a:cubicBezTo>
                <a:cubicBezTo>
                  <a:pt x="14983" y="11520"/>
                  <a:pt x="16380" y="12917"/>
                  <a:pt x="16380" y="14640"/>
                </a:cubicBezTo>
                <a:close/>
                <a:moveTo>
                  <a:pt x="8580" y="14640"/>
                </a:moveTo>
                <a:lnTo>
                  <a:pt x="10140" y="14640"/>
                </a:lnTo>
                <a:moveTo>
                  <a:pt x="8580" y="15186"/>
                </a:moveTo>
                <a:lnTo>
                  <a:pt x="10140" y="15186"/>
                </a:lnTo>
                <a:lnTo>
                  <a:pt x="10140" y="14094"/>
                </a:lnTo>
                <a:lnTo>
                  <a:pt x="8580" y="14094"/>
                </a:lnTo>
                <a:close/>
                <a:moveTo>
                  <a:pt x="9360" y="11520"/>
                </a:moveTo>
                <a:lnTo>
                  <a:pt x="9360" y="17760"/>
                </a:lnTo>
                <a:moveTo>
                  <a:pt x="9126" y="11520"/>
                </a:moveTo>
                <a:lnTo>
                  <a:pt x="9126" y="17760"/>
                </a:lnTo>
                <a:lnTo>
                  <a:pt x="9594" y="17760"/>
                </a:lnTo>
                <a:lnTo>
                  <a:pt x="9594" y="11520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同步对齐·新增</a:t>
            </a:r>
          </a:p>
        </p:txBody>
      </p:sp>
      <p:sp>
        <p:nvSpPr>
          <p:cNvPr id="94" name="ORG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580" y="14640"/>
                </a:moveTo>
                <a:cubicBezTo>
                  <a:pt x="8580" y="16363"/>
                  <a:pt x="7183" y="17760"/>
                  <a:pt x="5460" y="17760"/>
                </a:cubicBezTo>
                <a:cubicBezTo>
                  <a:pt x="3737" y="17760"/>
                  <a:pt x="2340" y="16363"/>
                  <a:pt x="2340" y="14640"/>
                </a:cubicBezTo>
                <a:cubicBezTo>
                  <a:pt x="2340" y="12917"/>
                  <a:pt x="3737" y="11520"/>
                  <a:pt x="5460" y="11520"/>
                </a:cubicBezTo>
                <a:cubicBezTo>
                  <a:pt x="7183" y="11520"/>
                  <a:pt x="8580" y="12917"/>
                  <a:pt x="8580" y="14640"/>
                </a:cubicBezTo>
                <a:close/>
                <a:moveTo>
                  <a:pt x="16380" y="14640"/>
                </a:moveTo>
                <a:cubicBezTo>
                  <a:pt x="16380" y="16363"/>
                  <a:pt x="14983" y="17760"/>
                  <a:pt x="13260" y="17760"/>
                </a:cubicBezTo>
                <a:cubicBezTo>
                  <a:pt x="11537" y="17760"/>
                  <a:pt x="10140" y="16363"/>
                  <a:pt x="10140" y="14640"/>
                </a:cubicBezTo>
                <a:cubicBezTo>
                  <a:pt x="10140" y="12917"/>
                  <a:pt x="11537" y="11520"/>
                  <a:pt x="13260" y="11520"/>
                </a:cubicBezTo>
                <a:cubicBezTo>
                  <a:pt x="14983" y="11520"/>
                  <a:pt x="16380" y="12917"/>
                  <a:pt x="16380" y="14640"/>
                </a:cubicBezTo>
                <a:close/>
                <a:moveTo>
                  <a:pt x="8580" y="14640"/>
                </a:moveTo>
                <a:lnTo>
                  <a:pt x="10140" y="14640"/>
                </a:lnTo>
                <a:moveTo>
                  <a:pt x="8580" y="15186"/>
                </a:moveTo>
                <a:lnTo>
                  <a:pt x="10140" y="15186"/>
                </a:lnTo>
                <a:lnTo>
                  <a:pt x="10140" y="14094"/>
                </a:lnTo>
                <a:lnTo>
                  <a:pt x="8580" y="14094"/>
                </a:lnTo>
                <a:close/>
                <a:moveTo>
                  <a:pt x="9360" y="11520"/>
                </a:moveTo>
                <a:lnTo>
                  <a:pt x="9360" y="17760"/>
                </a:lnTo>
                <a:moveTo>
                  <a:pt x="9126" y="11520"/>
                </a:moveTo>
                <a:lnTo>
                  <a:pt x="9126" y="17760"/>
                </a:lnTo>
                <a:lnTo>
                  <a:pt x="9594" y="17760"/>
                </a:lnTo>
                <a:lnTo>
                  <a:pt x="9594" y="1152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同步对齐·重点</a:t>
            </a:r>
          </a:p>
        </p:txBody>
      </p:sp>
      <p:sp>
        <p:nvSpPr>
          <p:cNvPr id="97" name="ORG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8580" y="14640"/>
                </a:moveTo>
                <a:cubicBezTo>
                  <a:pt x="8580" y="16363"/>
                  <a:pt x="7183" y="17760"/>
                  <a:pt x="5460" y="17760"/>
                </a:cubicBezTo>
                <a:cubicBezTo>
                  <a:pt x="3737" y="17760"/>
                  <a:pt x="2340" y="16363"/>
                  <a:pt x="2340" y="14640"/>
                </a:cubicBezTo>
                <a:cubicBezTo>
                  <a:pt x="2340" y="12917"/>
                  <a:pt x="3737" y="11520"/>
                  <a:pt x="5460" y="11520"/>
                </a:cubicBezTo>
                <a:cubicBezTo>
                  <a:pt x="7183" y="11520"/>
                  <a:pt x="8580" y="12917"/>
                  <a:pt x="8580" y="14640"/>
                </a:cubicBezTo>
                <a:close/>
                <a:moveTo>
                  <a:pt x="16380" y="14640"/>
                </a:moveTo>
                <a:cubicBezTo>
                  <a:pt x="16380" y="16363"/>
                  <a:pt x="14983" y="17760"/>
                  <a:pt x="13260" y="17760"/>
                </a:cubicBezTo>
                <a:cubicBezTo>
                  <a:pt x="11537" y="17760"/>
                  <a:pt x="10140" y="16363"/>
                  <a:pt x="10140" y="14640"/>
                </a:cubicBezTo>
                <a:cubicBezTo>
                  <a:pt x="10140" y="12917"/>
                  <a:pt x="11537" y="11520"/>
                  <a:pt x="13260" y="11520"/>
                </a:cubicBezTo>
                <a:cubicBezTo>
                  <a:pt x="14983" y="11520"/>
                  <a:pt x="16380" y="12917"/>
                  <a:pt x="16380" y="14640"/>
                </a:cubicBezTo>
                <a:close/>
                <a:moveTo>
                  <a:pt x="8580" y="14640"/>
                </a:moveTo>
                <a:lnTo>
                  <a:pt x="10140" y="14640"/>
                </a:lnTo>
                <a:moveTo>
                  <a:pt x="8580" y="15186"/>
                </a:moveTo>
                <a:lnTo>
                  <a:pt x="10140" y="15186"/>
                </a:lnTo>
                <a:lnTo>
                  <a:pt x="10140" y="14094"/>
                </a:lnTo>
                <a:lnTo>
                  <a:pt x="8580" y="14094"/>
                </a:lnTo>
                <a:close/>
                <a:moveTo>
                  <a:pt x="9360" y="11520"/>
                </a:moveTo>
                <a:lnTo>
                  <a:pt x="9360" y="17760"/>
                </a:lnTo>
                <a:moveTo>
                  <a:pt x="9126" y="11520"/>
                </a:moveTo>
                <a:lnTo>
                  <a:pt x="9126" y="17760"/>
                </a:lnTo>
                <a:lnTo>
                  <a:pt x="9594" y="17760"/>
                </a:lnTo>
                <a:lnTo>
                  <a:pt x="9594" y="11520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同步对齐·关怀</a:t>
            </a:r>
          </a:p>
        </p:txBody>
      </p:sp>
      <p:sp>
        <p:nvSpPr>
          <p:cNvPr id="100" name="ORG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600" y="9000"/>
                </a:moveTo>
                <a:cubicBezTo>
                  <a:pt x="9600" y="9884"/>
                  <a:pt x="8884" y="10600"/>
                  <a:pt x="8000" y="10600"/>
                </a:cubicBezTo>
                <a:cubicBezTo>
                  <a:pt x="7116" y="10600"/>
                  <a:pt x="6400" y="9884"/>
                  <a:pt x="6400" y="9000"/>
                </a:cubicBezTo>
                <a:cubicBezTo>
                  <a:pt x="6400" y="8116"/>
                  <a:pt x="7116" y="7400"/>
                  <a:pt x="8000" y="7400"/>
                </a:cubicBezTo>
                <a:cubicBezTo>
                  <a:pt x="8884" y="7400"/>
                  <a:pt x="9600" y="8116"/>
                  <a:pt x="9600" y="9000"/>
                </a:cubicBezTo>
                <a:close/>
                <a:moveTo>
                  <a:pt x="17600" y="9000"/>
                </a:moveTo>
                <a:cubicBezTo>
                  <a:pt x="17600" y="9884"/>
                  <a:pt x="16884" y="10600"/>
                  <a:pt x="16000" y="10600"/>
                </a:cubicBezTo>
                <a:cubicBezTo>
                  <a:pt x="15116" y="10600"/>
                  <a:pt x="14400" y="9884"/>
                  <a:pt x="14400" y="9000"/>
                </a:cubicBezTo>
                <a:cubicBezTo>
                  <a:pt x="14400" y="8116"/>
                  <a:pt x="15116" y="7400"/>
                  <a:pt x="16000" y="7400"/>
                </a:cubicBezTo>
                <a:cubicBezTo>
                  <a:pt x="16884" y="7400"/>
                  <a:pt x="17600" y="8116"/>
                  <a:pt x="17600" y="9000"/>
                </a:cubicBezTo>
                <a:close/>
                <a:moveTo>
                  <a:pt x="9600" y="16000"/>
                </a:moveTo>
                <a:cubicBezTo>
                  <a:pt x="9600" y="16884"/>
                  <a:pt x="8884" y="17600"/>
                  <a:pt x="8000" y="17600"/>
                </a:cubicBezTo>
                <a:cubicBezTo>
                  <a:pt x="7116" y="17600"/>
                  <a:pt x="6400" y="16884"/>
                  <a:pt x="6400" y="16000"/>
                </a:cubicBezTo>
                <a:cubicBezTo>
                  <a:pt x="6400" y="15116"/>
                  <a:pt x="7116" y="14400"/>
                  <a:pt x="8000" y="14400"/>
                </a:cubicBezTo>
                <a:cubicBezTo>
                  <a:pt x="8884" y="14400"/>
                  <a:pt x="9600" y="15116"/>
                  <a:pt x="9600" y="16000"/>
                </a:cubicBezTo>
                <a:close/>
                <a:moveTo>
                  <a:pt x="17600" y="16000"/>
                </a:moveTo>
                <a:cubicBezTo>
                  <a:pt x="17600" y="16884"/>
                  <a:pt x="16884" y="17600"/>
                  <a:pt x="16000" y="17600"/>
                </a:cubicBezTo>
                <a:cubicBezTo>
                  <a:pt x="15116" y="17600"/>
                  <a:pt x="14400" y="16884"/>
                  <a:pt x="14400" y="16000"/>
                </a:cubicBezTo>
                <a:cubicBezTo>
                  <a:pt x="14400" y="15116"/>
                  <a:pt x="15116" y="14400"/>
                  <a:pt x="16000" y="14400"/>
                </a:cubicBezTo>
                <a:cubicBezTo>
                  <a:pt x="16884" y="14400"/>
                  <a:pt x="17600" y="15116"/>
                  <a:pt x="17600" y="16000"/>
                </a:cubicBezTo>
                <a:close/>
                <a:moveTo>
                  <a:pt x="8000" y="9350"/>
                </a:moveTo>
                <a:lnTo>
                  <a:pt x="16000" y="9350"/>
                </a:lnTo>
                <a:lnTo>
                  <a:pt x="16000" y="8650"/>
                </a:lnTo>
                <a:lnTo>
                  <a:pt x="8000" y="8650"/>
                </a:lnTo>
                <a:close/>
                <a:moveTo>
                  <a:pt x="8000" y="16350"/>
                </a:moveTo>
                <a:lnTo>
                  <a:pt x="16000" y="16350"/>
                </a:lnTo>
                <a:lnTo>
                  <a:pt x="16000" y="15650"/>
                </a:lnTo>
                <a:lnTo>
                  <a:pt x="8000" y="15650"/>
                </a:lnTo>
                <a:close/>
                <a:moveTo>
                  <a:pt x="7650" y="9000"/>
                </a:moveTo>
                <a:lnTo>
                  <a:pt x="7650" y="16000"/>
                </a:lnTo>
                <a:lnTo>
                  <a:pt x="8350" y="16000"/>
                </a:lnTo>
                <a:lnTo>
                  <a:pt x="8350" y="9000"/>
                </a:lnTo>
                <a:close/>
                <a:moveTo>
                  <a:pt x="15650" y="9000"/>
                </a:moveTo>
                <a:lnTo>
                  <a:pt x="15650" y="16000"/>
                </a:lnTo>
                <a:lnTo>
                  <a:pt x="16350" y="16000"/>
                </a:lnTo>
                <a:lnTo>
                  <a:pt x="16350" y="9000"/>
                </a:lnTo>
                <a:close/>
                <a:moveTo>
                  <a:pt x="7835" y="9188"/>
                </a:moveTo>
                <a:lnTo>
                  <a:pt x="15835" y="16188"/>
                </a:lnTo>
                <a:lnTo>
                  <a:pt x="16165" y="15812"/>
                </a:lnTo>
                <a:lnTo>
                  <a:pt x="8165" y="8812"/>
                </a:lnTo>
                <a:close/>
                <a:moveTo>
                  <a:pt x="15835" y="8812"/>
                </a:moveTo>
                <a:lnTo>
                  <a:pt x="7835" y="15812"/>
                </a:lnTo>
                <a:lnTo>
                  <a:pt x="8165" y="16188"/>
                </a:lnTo>
                <a:lnTo>
                  <a:pt x="16165" y="918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工作组</a:t>
            </a:r>
          </a:p>
        </p:txBody>
      </p:sp>
      <p:sp>
        <p:nvSpPr>
          <p:cNvPr id="103" name="ORG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488" y="12300"/>
                </a:moveTo>
                <a:cubicBezTo>
                  <a:pt x="7488" y="12989"/>
                  <a:pt x="6929" y="13548"/>
                  <a:pt x="6240" y="13548"/>
                </a:cubicBezTo>
                <a:cubicBezTo>
                  <a:pt x="5551" y="13548"/>
                  <a:pt x="4992" y="12989"/>
                  <a:pt x="4992" y="12300"/>
                </a:cubicBezTo>
                <a:cubicBezTo>
                  <a:pt x="4992" y="11611"/>
                  <a:pt x="5551" y="11052"/>
                  <a:pt x="6240" y="11052"/>
                </a:cubicBezTo>
                <a:cubicBezTo>
                  <a:pt x="6929" y="11052"/>
                  <a:pt x="7488" y="11611"/>
                  <a:pt x="7488" y="12300"/>
                </a:cubicBezTo>
                <a:close/>
                <a:moveTo>
                  <a:pt x="13728" y="12300"/>
                </a:moveTo>
                <a:cubicBezTo>
                  <a:pt x="13728" y="12989"/>
                  <a:pt x="13169" y="13548"/>
                  <a:pt x="12480" y="13548"/>
                </a:cubicBezTo>
                <a:cubicBezTo>
                  <a:pt x="11791" y="13548"/>
                  <a:pt x="11232" y="12989"/>
                  <a:pt x="11232" y="12300"/>
                </a:cubicBezTo>
                <a:cubicBezTo>
                  <a:pt x="11232" y="11611"/>
                  <a:pt x="11791" y="11052"/>
                  <a:pt x="12480" y="11052"/>
                </a:cubicBezTo>
                <a:cubicBezTo>
                  <a:pt x="13169" y="11052"/>
                  <a:pt x="13728" y="11611"/>
                  <a:pt x="13728" y="12300"/>
                </a:cubicBezTo>
                <a:close/>
                <a:moveTo>
                  <a:pt x="7488" y="17760"/>
                </a:moveTo>
                <a:cubicBezTo>
                  <a:pt x="7488" y="18449"/>
                  <a:pt x="6929" y="19008"/>
                  <a:pt x="6240" y="19008"/>
                </a:cubicBezTo>
                <a:cubicBezTo>
                  <a:pt x="5551" y="19008"/>
                  <a:pt x="4992" y="18449"/>
                  <a:pt x="4992" y="17760"/>
                </a:cubicBezTo>
                <a:cubicBezTo>
                  <a:pt x="4992" y="17071"/>
                  <a:pt x="5551" y="16512"/>
                  <a:pt x="6240" y="16512"/>
                </a:cubicBezTo>
                <a:cubicBezTo>
                  <a:pt x="6929" y="16512"/>
                  <a:pt x="7488" y="17071"/>
                  <a:pt x="7488" y="17760"/>
                </a:cubicBezTo>
                <a:close/>
                <a:moveTo>
                  <a:pt x="13728" y="17760"/>
                </a:moveTo>
                <a:cubicBezTo>
                  <a:pt x="13728" y="18449"/>
                  <a:pt x="13169" y="19008"/>
                  <a:pt x="12480" y="19008"/>
                </a:cubicBezTo>
                <a:cubicBezTo>
                  <a:pt x="11791" y="19008"/>
                  <a:pt x="11232" y="18449"/>
                  <a:pt x="11232" y="17760"/>
                </a:cubicBezTo>
                <a:cubicBezTo>
                  <a:pt x="11232" y="17071"/>
                  <a:pt x="11791" y="16512"/>
                  <a:pt x="12480" y="16512"/>
                </a:cubicBezTo>
                <a:cubicBezTo>
                  <a:pt x="13169" y="16512"/>
                  <a:pt x="13728" y="17071"/>
                  <a:pt x="13728" y="17760"/>
                </a:cubicBezTo>
                <a:close/>
                <a:moveTo>
                  <a:pt x="6240" y="12573"/>
                </a:moveTo>
                <a:lnTo>
                  <a:pt x="12480" y="12573"/>
                </a:lnTo>
                <a:lnTo>
                  <a:pt x="12480" y="12027"/>
                </a:lnTo>
                <a:lnTo>
                  <a:pt x="6240" y="12027"/>
                </a:lnTo>
                <a:close/>
                <a:moveTo>
                  <a:pt x="6240" y="18033"/>
                </a:moveTo>
                <a:lnTo>
                  <a:pt x="12480" y="18033"/>
                </a:lnTo>
                <a:lnTo>
                  <a:pt x="12480" y="17487"/>
                </a:lnTo>
                <a:lnTo>
                  <a:pt x="6240" y="17487"/>
                </a:lnTo>
                <a:close/>
                <a:moveTo>
                  <a:pt x="5967" y="12300"/>
                </a:moveTo>
                <a:lnTo>
                  <a:pt x="5967" y="17760"/>
                </a:lnTo>
                <a:lnTo>
                  <a:pt x="6513" y="17760"/>
                </a:lnTo>
                <a:lnTo>
                  <a:pt x="6513" y="12300"/>
                </a:lnTo>
                <a:close/>
                <a:moveTo>
                  <a:pt x="12207" y="12300"/>
                </a:moveTo>
                <a:lnTo>
                  <a:pt x="12207" y="17760"/>
                </a:lnTo>
                <a:lnTo>
                  <a:pt x="12753" y="17760"/>
                </a:lnTo>
                <a:lnTo>
                  <a:pt x="12753" y="12300"/>
                </a:lnTo>
                <a:close/>
                <a:moveTo>
                  <a:pt x="6112" y="12447"/>
                </a:moveTo>
                <a:lnTo>
                  <a:pt x="12352" y="17907"/>
                </a:lnTo>
                <a:lnTo>
                  <a:pt x="12608" y="17613"/>
                </a:lnTo>
                <a:lnTo>
                  <a:pt x="6368" y="12153"/>
                </a:lnTo>
                <a:close/>
                <a:moveTo>
                  <a:pt x="12352" y="12153"/>
                </a:moveTo>
                <a:lnTo>
                  <a:pt x="6112" y="17613"/>
                </a:lnTo>
                <a:lnTo>
                  <a:pt x="6368" y="17907"/>
                </a:lnTo>
                <a:lnTo>
                  <a:pt x="12608" y="12447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工作组·协同</a:t>
            </a:r>
          </a:p>
        </p:txBody>
      </p:sp>
      <p:sp>
        <p:nvSpPr>
          <p:cNvPr id="106" name="ORG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488" y="12300"/>
                </a:moveTo>
                <a:cubicBezTo>
                  <a:pt x="7488" y="12989"/>
                  <a:pt x="6929" y="13548"/>
                  <a:pt x="6240" y="13548"/>
                </a:cubicBezTo>
                <a:cubicBezTo>
                  <a:pt x="5551" y="13548"/>
                  <a:pt x="4992" y="12989"/>
                  <a:pt x="4992" y="12300"/>
                </a:cubicBezTo>
                <a:cubicBezTo>
                  <a:pt x="4992" y="11611"/>
                  <a:pt x="5551" y="11052"/>
                  <a:pt x="6240" y="11052"/>
                </a:cubicBezTo>
                <a:cubicBezTo>
                  <a:pt x="6929" y="11052"/>
                  <a:pt x="7488" y="11611"/>
                  <a:pt x="7488" y="12300"/>
                </a:cubicBezTo>
                <a:close/>
                <a:moveTo>
                  <a:pt x="13728" y="12300"/>
                </a:moveTo>
                <a:cubicBezTo>
                  <a:pt x="13728" y="12989"/>
                  <a:pt x="13169" y="13548"/>
                  <a:pt x="12480" y="13548"/>
                </a:cubicBezTo>
                <a:cubicBezTo>
                  <a:pt x="11791" y="13548"/>
                  <a:pt x="11232" y="12989"/>
                  <a:pt x="11232" y="12300"/>
                </a:cubicBezTo>
                <a:cubicBezTo>
                  <a:pt x="11232" y="11611"/>
                  <a:pt x="11791" y="11052"/>
                  <a:pt x="12480" y="11052"/>
                </a:cubicBezTo>
                <a:cubicBezTo>
                  <a:pt x="13169" y="11052"/>
                  <a:pt x="13728" y="11611"/>
                  <a:pt x="13728" y="12300"/>
                </a:cubicBezTo>
                <a:close/>
                <a:moveTo>
                  <a:pt x="7488" y="17760"/>
                </a:moveTo>
                <a:cubicBezTo>
                  <a:pt x="7488" y="18449"/>
                  <a:pt x="6929" y="19008"/>
                  <a:pt x="6240" y="19008"/>
                </a:cubicBezTo>
                <a:cubicBezTo>
                  <a:pt x="5551" y="19008"/>
                  <a:pt x="4992" y="18449"/>
                  <a:pt x="4992" y="17760"/>
                </a:cubicBezTo>
                <a:cubicBezTo>
                  <a:pt x="4992" y="17071"/>
                  <a:pt x="5551" y="16512"/>
                  <a:pt x="6240" y="16512"/>
                </a:cubicBezTo>
                <a:cubicBezTo>
                  <a:pt x="6929" y="16512"/>
                  <a:pt x="7488" y="17071"/>
                  <a:pt x="7488" y="17760"/>
                </a:cubicBezTo>
                <a:close/>
                <a:moveTo>
                  <a:pt x="13728" y="17760"/>
                </a:moveTo>
                <a:cubicBezTo>
                  <a:pt x="13728" y="18449"/>
                  <a:pt x="13169" y="19008"/>
                  <a:pt x="12480" y="19008"/>
                </a:cubicBezTo>
                <a:cubicBezTo>
                  <a:pt x="11791" y="19008"/>
                  <a:pt x="11232" y="18449"/>
                  <a:pt x="11232" y="17760"/>
                </a:cubicBezTo>
                <a:cubicBezTo>
                  <a:pt x="11232" y="17071"/>
                  <a:pt x="11791" y="16512"/>
                  <a:pt x="12480" y="16512"/>
                </a:cubicBezTo>
                <a:cubicBezTo>
                  <a:pt x="13169" y="16512"/>
                  <a:pt x="13728" y="17071"/>
                  <a:pt x="13728" y="17760"/>
                </a:cubicBezTo>
                <a:close/>
                <a:moveTo>
                  <a:pt x="6240" y="12573"/>
                </a:moveTo>
                <a:lnTo>
                  <a:pt x="12480" y="12573"/>
                </a:lnTo>
                <a:lnTo>
                  <a:pt x="12480" y="12027"/>
                </a:lnTo>
                <a:lnTo>
                  <a:pt x="6240" y="12027"/>
                </a:lnTo>
                <a:close/>
                <a:moveTo>
                  <a:pt x="6240" y="18033"/>
                </a:moveTo>
                <a:lnTo>
                  <a:pt x="12480" y="18033"/>
                </a:lnTo>
                <a:lnTo>
                  <a:pt x="12480" y="17487"/>
                </a:lnTo>
                <a:lnTo>
                  <a:pt x="6240" y="17487"/>
                </a:lnTo>
                <a:close/>
                <a:moveTo>
                  <a:pt x="5967" y="12300"/>
                </a:moveTo>
                <a:lnTo>
                  <a:pt x="5967" y="17760"/>
                </a:lnTo>
                <a:lnTo>
                  <a:pt x="6513" y="17760"/>
                </a:lnTo>
                <a:lnTo>
                  <a:pt x="6513" y="12300"/>
                </a:lnTo>
                <a:close/>
                <a:moveTo>
                  <a:pt x="12207" y="12300"/>
                </a:moveTo>
                <a:lnTo>
                  <a:pt x="12207" y="17760"/>
                </a:lnTo>
                <a:lnTo>
                  <a:pt x="12753" y="17760"/>
                </a:lnTo>
                <a:lnTo>
                  <a:pt x="12753" y="12300"/>
                </a:lnTo>
                <a:close/>
                <a:moveTo>
                  <a:pt x="6112" y="12447"/>
                </a:moveTo>
                <a:lnTo>
                  <a:pt x="12352" y="17907"/>
                </a:lnTo>
                <a:lnTo>
                  <a:pt x="12608" y="17613"/>
                </a:lnTo>
                <a:lnTo>
                  <a:pt x="6368" y="12153"/>
                </a:lnTo>
                <a:close/>
                <a:moveTo>
                  <a:pt x="12352" y="12153"/>
                </a:moveTo>
                <a:lnTo>
                  <a:pt x="6112" y="17613"/>
                </a:lnTo>
                <a:lnTo>
                  <a:pt x="6368" y="17907"/>
                </a:lnTo>
                <a:lnTo>
                  <a:pt x="12608" y="12447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工作组·已验证</a:t>
            </a:r>
          </a:p>
        </p:txBody>
      </p:sp>
      <p:sp>
        <p:nvSpPr>
          <p:cNvPr id="109" name="ORG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488" y="12300"/>
                </a:moveTo>
                <a:cubicBezTo>
                  <a:pt x="7488" y="12989"/>
                  <a:pt x="6929" y="13548"/>
                  <a:pt x="6240" y="13548"/>
                </a:cubicBezTo>
                <a:cubicBezTo>
                  <a:pt x="5551" y="13548"/>
                  <a:pt x="4992" y="12989"/>
                  <a:pt x="4992" y="12300"/>
                </a:cubicBezTo>
                <a:cubicBezTo>
                  <a:pt x="4992" y="11611"/>
                  <a:pt x="5551" y="11052"/>
                  <a:pt x="6240" y="11052"/>
                </a:cubicBezTo>
                <a:cubicBezTo>
                  <a:pt x="6929" y="11052"/>
                  <a:pt x="7488" y="11611"/>
                  <a:pt x="7488" y="12300"/>
                </a:cubicBezTo>
                <a:close/>
                <a:moveTo>
                  <a:pt x="13728" y="12300"/>
                </a:moveTo>
                <a:cubicBezTo>
                  <a:pt x="13728" y="12989"/>
                  <a:pt x="13169" y="13548"/>
                  <a:pt x="12480" y="13548"/>
                </a:cubicBezTo>
                <a:cubicBezTo>
                  <a:pt x="11791" y="13548"/>
                  <a:pt x="11232" y="12989"/>
                  <a:pt x="11232" y="12300"/>
                </a:cubicBezTo>
                <a:cubicBezTo>
                  <a:pt x="11232" y="11611"/>
                  <a:pt x="11791" y="11052"/>
                  <a:pt x="12480" y="11052"/>
                </a:cubicBezTo>
                <a:cubicBezTo>
                  <a:pt x="13169" y="11052"/>
                  <a:pt x="13728" y="11611"/>
                  <a:pt x="13728" y="12300"/>
                </a:cubicBezTo>
                <a:close/>
                <a:moveTo>
                  <a:pt x="7488" y="17760"/>
                </a:moveTo>
                <a:cubicBezTo>
                  <a:pt x="7488" y="18449"/>
                  <a:pt x="6929" y="19008"/>
                  <a:pt x="6240" y="19008"/>
                </a:cubicBezTo>
                <a:cubicBezTo>
                  <a:pt x="5551" y="19008"/>
                  <a:pt x="4992" y="18449"/>
                  <a:pt x="4992" y="17760"/>
                </a:cubicBezTo>
                <a:cubicBezTo>
                  <a:pt x="4992" y="17071"/>
                  <a:pt x="5551" y="16512"/>
                  <a:pt x="6240" y="16512"/>
                </a:cubicBezTo>
                <a:cubicBezTo>
                  <a:pt x="6929" y="16512"/>
                  <a:pt x="7488" y="17071"/>
                  <a:pt x="7488" y="17760"/>
                </a:cubicBezTo>
                <a:close/>
                <a:moveTo>
                  <a:pt x="13728" y="17760"/>
                </a:moveTo>
                <a:cubicBezTo>
                  <a:pt x="13728" y="18449"/>
                  <a:pt x="13169" y="19008"/>
                  <a:pt x="12480" y="19008"/>
                </a:cubicBezTo>
                <a:cubicBezTo>
                  <a:pt x="11791" y="19008"/>
                  <a:pt x="11232" y="18449"/>
                  <a:pt x="11232" y="17760"/>
                </a:cubicBezTo>
                <a:cubicBezTo>
                  <a:pt x="11232" y="17071"/>
                  <a:pt x="11791" y="16512"/>
                  <a:pt x="12480" y="16512"/>
                </a:cubicBezTo>
                <a:cubicBezTo>
                  <a:pt x="13169" y="16512"/>
                  <a:pt x="13728" y="17071"/>
                  <a:pt x="13728" y="17760"/>
                </a:cubicBezTo>
                <a:close/>
                <a:moveTo>
                  <a:pt x="6240" y="12573"/>
                </a:moveTo>
                <a:lnTo>
                  <a:pt x="12480" y="12573"/>
                </a:lnTo>
                <a:lnTo>
                  <a:pt x="12480" y="12027"/>
                </a:lnTo>
                <a:lnTo>
                  <a:pt x="6240" y="12027"/>
                </a:lnTo>
                <a:close/>
                <a:moveTo>
                  <a:pt x="6240" y="18033"/>
                </a:moveTo>
                <a:lnTo>
                  <a:pt x="12480" y="18033"/>
                </a:lnTo>
                <a:lnTo>
                  <a:pt x="12480" y="17487"/>
                </a:lnTo>
                <a:lnTo>
                  <a:pt x="6240" y="17487"/>
                </a:lnTo>
                <a:close/>
                <a:moveTo>
                  <a:pt x="5967" y="12300"/>
                </a:moveTo>
                <a:lnTo>
                  <a:pt x="5967" y="17760"/>
                </a:lnTo>
                <a:lnTo>
                  <a:pt x="6513" y="17760"/>
                </a:lnTo>
                <a:lnTo>
                  <a:pt x="6513" y="12300"/>
                </a:lnTo>
                <a:close/>
                <a:moveTo>
                  <a:pt x="12207" y="12300"/>
                </a:moveTo>
                <a:lnTo>
                  <a:pt x="12207" y="17760"/>
                </a:lnTo>
                <a:lnTo>
                  <a:pt x="12753" y="17760"/>
                </a:lnTo>
                <a:lnTo>
                  <a:pt x="12753" y="12300"/>
                </a:lnTo>
                <a:close/>
                <a:moveTo>
                  <a:pt x="6112" y="12447"/>
                </a:moveTo>
                <a:lnTo>
                  <a:pt x="12352" y="17907"/>
                </a:lnTo>
                <a:lnTo>
                  <a:pt x="12608" y="17613"/>
                </a:lnTo>
                <a:lnTo>
                  <a:pt x="6368" y="12153"/>
                </a:lnTo>
                <a:close/>
                <a:moveTo>
                  <a:pt x="12352" y="12153"/>
                </a:moveTo>
                <a:lnTo>
                  <a:pt x="6112" y="17613"/>
                </a:lnTo>
                <a:lnTo>
                  <a:pt x="6368" y="17907"/>
                </a:lnTo>
                <a:lnTo>
                  <a:pt x="12608" y="12447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工作组·新增</a:t>
            </a:r>
          </a:p>
        </p:txBody>
      </p:sp>
      <p:sp>
        <p:nvSpPr>
          <p:cNvPr id="112" name="ORG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488" y="12300"/>
                </a:moveTo>
                <a:cubicBezTo>
                  <a:pt x="7488" y="12989"/>
                  <a:pt x="6929" y="13548"/>
                  <a:pt x="6240" y="13548"/>
                </a:cubicBezTo>
                <a:cubicBezTo>
                  <a:pt x="5551" y="13548"/>
                  <a:pt x="4992" y="12989"/>
                  <a:pt x="4992" y="12300"/>
                </a:cubicBezTo>
                <a:cubicBezTo>
                  <a:pt x="4992" y="11611"/>
                  <a:pt x="5551" y="11052"/>
                  <a:pt x="6240" y="11052"/>
                </a:cubicBezTo>
                <a:cubicBezTo>
                  <a:pt x="6929" y="11052"/>
                  <a:pt x="7488" y="11611"/>
                  <a:pt x="7488" y="12300"/>
                </a:cubicBezTo>
                <a:close/>
                <a:moveTo>
                  <a:pt x="13728" y="12300"/>
                </a:moveTo>
                <a:cubicBezTo>
                  <a:pt x="13728" y="12989"/>
                  <a:pt x="13169" y="13548"/>
                  <a:pt x="12480" y="13548"/>
                </a:cubicBezTo>
                <a:cubicBezTo>
                  <a:pt x="11791" y="13548"/>
                  <a:pt x="11232" y="12989"/>
                  <a:pt x="11232" y="12300"/>
                </a:cubicBezTo>
                <a:cubicBezTo>
                  <a:pt x="11232" y="11611"/>
                  <a:pt x="11791" y="11052"/>
                  <a:pt x="12480" y="11052"/>
                </a:cubicBezTo>
                <a:cubicBezTo>
                  <a:pt x="13169" y="11052"/>
                  <a:pt x="13728" y="11611"/>
                  <a:pt x="13728" y="12300"/>
                </a:cubicBezTo>
                <a:close/>
                <a:moveTo>
                  <a:pt x="7488" y="17760"/>
                </a:moveTo>
                <a:cubicBezTo>
                  <a:pt x="7488" y="18449"/>
                  <a:pt x="6929" y="19008"/>
                  <a:pt x="6240" y="19008"/>
                </a:cubicBezTo>
                <a:cubicBezTo>
                  <a:pt x="5551" y="19008"/>
                  <a:pt x="4992" y="18449"/>
                  <a:pt x="4992" y="17760"/>
                </a:cubicBezTo>
                <a:cubicBezTo>
                  <a:pt x="4992" y="17071"/>
                  <a:pt x="5551" y="16512"/>
                  <a:pt x="6240" y="16512"/>
                </a:cubicBezTo>
                <a:cubicBezTo>
                  <a:pt x="6929" y="16512"/>
                  <a:pt x="7488" y="17071"/>
                  <a:pt x="7488" y="17760"/>
                </a:cubicBezTo>
                <a:close/>
                <a:moveTo>
                  <a:pt x="13728" y="17760"/>
                </a:moveTo>
                <a:cubicBezTo>
                  <a:pt x="13728" y="18449"/>
                  <a:pt x="13169" y="19008"/>
                  <a:pt x="12480" y="19008"/>
                </a:cubicBezTo>
                <a:cubicBezTo>
                  <a:pt x="11791" y="19008"/>
                  <a:pt x="11232" y="18449"/>
                  <a:pt x="11232" y="17760"/>
                </a:cubicBezTo>
                <a:cubicBezTo>
                  <a:pt x="11232" y="17071"/>
                  <a:pt x="11791" y="16512"/>
                  <a:pt x="12480" y="16512"/>
                </a:cubicBezTo>
                <a:cubicBezTo>
                  <a:pt x="13169" y="16512"/>
                  <a:pt x="13728" y="17071"/>
                  <a:pt x="13728" y="17760"/>
                </a:cubicBezTo>
                <a:close/>
                <a:moveTo>
                  <a:pt x="6240" y="12573"/>
                </a:moveTo>
                <a:lnTo>
                  <a:pt x="12480" y="12573"/>
                </a:lnTo>
                <a:lnTo>
                  <a:pt x="12480" y="12027"/>
                </a:lnTo>
                <a:lnTo>
                  <a:pt x="6240" y="12027"/>
                </a:lnTo>
                <a:close/>
                <a:moveTo>
                  <a:pt x="6240" y="18033"/>
                </a:moveTo>
                <a:lnTo>
                  <a:pt x="12480" y="18033"/>
                </a:lnTo>
                <a:lnTo>
                  <a:pt x="12480" y="17487"/>
                </a:lnTo>
                <a:lnTo>
                  <a:pt x="6240" y="17487"/>
                </a:lnTo>
                <a:close/>
                <a:moveTo>
                  <a:pt x="5967" y="12300"/>
                </a:moveTo>
                <a:lnTo>
                  <a:pt x="5967" y="17760"/>
                </a:lnTo>
                <a:lnTo>
                  <a:pt x="6513" y="17760"/>
                </a:lnTo>
                <a:lnTo>
                  <a:pt x="6513" y="12300"/>
                </a:lnTo>
                <a:close/>
                <a:moveTo>
                  <a:pt x="12207" y="12300"/>
                </a:moveTo>
                <a:lnTo>
                  <a:pt x="12207" y="17760"/>
                </a:lnTo>
                <a:lnTo>
                  <a:pt x="12753" y="17760"/>
                </a:lnTo>
                <a:lnTo>
                  <a:pt x="12753" y="12300"/>
                </a:lnTo>
                <a:close/>
                <a:moveTo>
                  <a:pt x="6112" y="12447"/>
                </a:moveTo>
                <a:lnTo>
                  <a:pt x="12352" y="17907"/>
                </a:lnTo>
                <a:lnTo>
                  <a:pt x="12608" y="17613"/>
                </a:lnTo>
                <a:lnTo>
                  <a:pt x="6368" y="12153"/>
                </a:lnTo>
                <a:close/>
                <a:moveTo>
                  <a:pt x="12352" y="12153"/>
                </a:moveTo>
                <a:lnTo>
                  <a:pt x="6112" y="17613"/>
                </a:lnTo>
                <a:lnTo>
                  <a:pt x="6368" y="17907"/>
                </a:lnTo>
                <a:lnTo>
                  <a:pt x="12608" y="12447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工作组·重点</a:t>
            </a:r>
          </a:p>
        </p:txBody>
      </p:sp>
      <p:sp>
        <p:nvSpPr>
          <p:cNvPr id="115" name="ORG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488" y="12300"/>
                </a:moveTo>
                <a:cubicBezTo>
                  <a:pt x="7488" y="12989"/>
                  <a:pt x="6929" y="13548"/>
                  <a:pt x="6240" y="13548"/>
                </a:cubicBezTo>
                <a:cubicBezTo>
                  <a:pt x="5551" y="13548"/>
                  <a:pt x="4992" y="12989"/>
                  <a:pt x="4992" y="12300"/>
                </a:cubicBezTo>
                <a:cubicBezTo>
                  <a:pt x="4992" y="11611"/>
                  <a:pt x="5551" y="11052"/>
                  <a:pt x="6240" y="11052"/>
                </a:cubicBezTo>
                <a:cubicBezTo>
                  <a:pt x="6929" y="11052"/>
                  <a:pt x="7488" y="11611"/>
                  <a:pt x="7488" y="12300"/>
                </a:cubicBezTo>
                <a:close/>
                <a:moveTo>
                  <a:pt x="13728" y="12300"/>
                </a:moveTo>
                <a:cubicBezTo>
                  <a:pt x="13728" y="12989"/>
                  <a:pt x="13169" y="13548"/>
                  <a:pt x="12480" y="13548"/>
                </a:cubicBezTo>
                <a:cubicBezTo>
                  <a:pt x="11791" y="13548"/>
                  <a:pt x="11232" y="12989"/>
                  <a:pt x="11232" y="12300"/>
                </a:cubicBezTo>
                <a:cubicBezTo>
                  <a:pt x="11232" y="11611"/>
                  <a:pt x="11791" y="11052"/>
                  <a:pt x="12480" y="11052"/>
                </a:cubicBezTo>
                <a:cubicBezTo>
                  <a:pt x="13169" y="11052"/>
                  <a:pt x="13728" y="11611"/>
                  <a:pt x="13728" y="12300"/>
                </a:cubicBezTo>
                <a:close/>
                <a:moveTo>
                  <a:pt x="7488" y="17760"/>
                </a:moveTo>
                <a:cubicBezTo>
                  <a:pt x="7488" y="18449"/>
                  <a:pt x="6929" y="19008"/>
                  <a:pt x="6240" y="19008"/>
                </a:cubicBezTo>
                <a:cubicBezTo>
                  <a:pt x="5551" y="19008"/>
                  <a:pt x="4992" y="18449"/>
                  <a:pt x="4992" y="17760"/>
                </a:cubicBezTo>
                <a:cubicBezTo>
                  <a:pt x="4992" y="17071"/>
                  <a:pt x="5551" y="16512"/>
                  <a:pt x="6240" y="16512"/>
                </a:cubicBezTo>
                <a:cubicBezTo>
                  <a:pt x="6929" y="16512"/>
                  <a:pt x="7488" y="17071"/>
                  <a:pt x="7488" y="17760"/>
                </a:cubicBezTo>
                <a:close/>
                <a:moveTo>
                  <a:pt x="13728" y="17760"/>
                </a:moveTo>
                <a:cubicBezTo>
                  <a:pt x="13728" y="18449"/>
                  <a:pt x="13169" y="19008"/>
                  <a:pt x="12480" y="19008"/>
                </a:cubicBezTo>
                <a:cubicBezTo>
                  <a:pt x="11791" y="19008"/>
                  <a:pt x="11232" y="18449"/>
                  <a:pt x="11232" y="17760"/>
                </a:cubicBezTo>
                <a:cubicBezTo>
                  <a:pt x="11232" y="17071"/>
                  <a:pt x="11791" y="16512"/>
                  <a:pt x="12480" y="16512"/>
                </a:cubicBezTo>
                <a:cubicBezTo>
                  <a:pt x="13169" y="16512"/>
                  <a:pt x="13728" y="17071"/>
                  <a:pt x="13728" y="17760"/>
                </a:cubicBezTo>
                <a:close/>
                <a:moveTo>
                  <a:pt x="6240" y="12573"/>
                </a:moveTo>
                <a:lnTo>
                  <a:pt x="12480" y="12573"/>
                </a:lnTo>
                <a:lnTo>
                  <a:pt x="12480" y="12027"/>
                </a:lnTo>
                <a:lnTo>
                  <a:pt x="6240" y="12027"/>
                </a:lnTo>
                <a:close/>
                <a:moveTo>
                  <a:pt x="6240" y="18033"/>
                </a:moveTo>
                <a:lnTo>
                  <a:pt x="12480" y="18033"/>
                </a:lnTo>
                <a:lnTo>
                  <a:pt x="12480" y="17487"/>
                </a:lnTo>
                <a:lnTo>
                  <a:pt x="6240" y="17487"/>
                </a:lnTo>
                <a:close/>
                <a:moveTo>
                  <a:pt x="5967" y="12300"/>
                </a:moveTo>
                <a:lnTo>
                  <a:pt x="5967" y="17760"/>
                </a:lnTo>
                <a:lnTo>
                  <a:pt x="6513" y="17760"/>
                </a:lnTo>
                <a:lnTo>
                  <a:pt x="6513" y="12300"/>
                </a:lnTo>
                <a:close/>
                <a:moveTo>
                  <a:pt x="12207" y="12300"/>
                </a:moveTo>
                <a:lnTo>
                  <a:pt x="12207" y="17760"/>
                </a:lnTo>
                <a:lnTo>
                  <a:pt x="12753" y="17760"/>
                </a:lnTo>
                <a:lnTo>
                  <a:pt x="12753" y="12300"/>
                </a:lnTo>
                <a:close/>
                <a:moveTo>
                  <a:pt x="6112" y="12447"/>
                </a:moveTo>
                <a:lnTo>
                  <a:pt x="12352" y="17907"/>
                </a:lnTo>
                <a:lnTo>
                  <a:pt x="12608" y="17613"/>
                </a:lnTo>
                <a:lnTo>
                  <a:pt x="6368" y="12153"/>
                </a:lnTo>
                <a:close/>
                <a:moveTo>
                  <a:pt x="12352" y="12153"/>
                </a:moveTo>
                <a:lnTo>
                  <a:pt x="6112" y="17613"/>
                </a:lnTo>
                <a:lnTo>
                  <a:pt x="6368" y="17907"/>
                </a:lnTo>
                <a:lnTo>
                  <a:pt x="12608" y="12447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工作组·关怀</a:t>
            </a:r>
          </a:p>
        </p:txBody>
      </p:sp>
      <p:sp>
        <p:nvSpPr>
          <p:cNvPr id="118" name="ORG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00" y="8700"/>
                </a:moveTo>
                <a:lnTo>
                  <a:pt x="19400" y="8700"/>
                </a:lnTo>
                <a:lnTo>
                  <a:pt x="19400" y="9700"/>
                </a:lnTo>
                <a:lnTo>
                  <a:pt x="22000" y="8000"/>
                </a:lnTo>
                <a:lnTo>
                  <a:pt x="19400" y="6300"/>
                </a:lnTo>
                <a:lnTo>
                  <a:pt x="19400" y="7300"/>
                </a:lnTo>
                <a:lnTo>
                  <a:pt x="2000" y="7300"/>
                </a:lnTo>
                <a:close/>
                <a:moveTo>
                  <a:pt x="2000" y="12700"/>
                </a:moveTo>
                <a:lnTo>
                  <a:pt x="19400" y="12700"/>
                </a:lnTo>
                <a:lnTo>
                  <a:pt x="19400" y="13700"/>
                </a:lnTo>
                <a:lnTo>
                  <a:pt x="22000" y="12000"/>
                </a:lnTo>
                <a:lnTo>
                  <a:pt x="19400" y="10300"/>
                </a:lnTo>
                <a:lnTo>
                  <a:pt x="19400" y="11300"/>
                </a:lnTo>
                <a:lnTo>
                  <a:pt x="2000" y="11300"/>
                </a:lnTo>
                <a:close/>
                <a:moveTo>
                  <a:pt x="2000" y="16700"/>
                </a:moveTo>
                <a:lnTo>
                  <a:pt x="19400" y="16700"/>
                </a:lnTo>
                <a:lnTo>
                  <a:pt x="19400" y="17700"/>
                </a:lnTo>
                <a:lnTo>
                  <a:pt x="22000" y="16000"/>
                </a:lnTo>
                <a:lnTo>
                  <a:pt x="19400" y="14300"/>
                </a:lnTo>
                <a:lnTo>
                  <a:pt x="19400" y="15300"/>
                </a:lnTo>
                <a:lnTo>
                  <a:pt x="2000" y="153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目标对齐</a:t>
            </a:r>
          </a:p>
        </p:txBody>
      </p:sp>
      <p:sp>
        <p:nvSpPr>
          <p:cNvPr id="121" name="ORG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2066"/>
                </a:moveTo>
                <a:lnTo>
                  <a:pt x="15132" y="12066"/>
                </a:lnTo>
                <a:lnTo>
                  <a:pt x="15132" y="12846"/>
                </a:lnTo>
                <a:lnTo>
                  <a:pt x="17160" y="11520"/>
                </a:lnTo>
                <a:lnTo>
                  <a:pt x="15132" y="10194"/>
                </a:lnTo>
                <a:lnTo>
                  <a:pt x="15132" y="10974"/>
                </a:lnTo>
                <a:lnTo>
                  <a:pt x="1560" y="10974"/>
                </a:lnTo>
                <a:close/>
                <a:moveTo>
                  <a:pt x="1560" y="15186"/>
                </a:moveTo>
                <a:lnTo>
                  <a:pt x="15132" y="15186"/>
                </a:lnTo>
                <a:lnTo>
                  <a:pt x="15132" y="15966"/>
                </a:lnTo>
                <a:lnTo>
                  <a:pt x="17160" y="14640"/>
                </a:lnTo>
                <a:lnTo>
                  <a:pt x="15132" y="13314"/>
                </a:lnTo>
                <a:lnTo>
                  <a:pt x="15132" y="14094"/>
                </a:lnTo>
                <a:lnTo>
                  <a:pt x="1560" y="14094"/>
                </a:lnTo>
                <a:close/>
                <a:moveTo>
                  <a:pt x="1560" y="18306"/>
                </a:moveTo>
                <a:lnTo>
                  <a:pt x="15132" y="18306"/>
                </a:lnTo>
                <a:lnTo>
                  <a:pt x="15132" y="19086"/>
                </a:lnTo>
                <a:lnTo>
                  <a:pt x="17160" y="17760"/>
                </a:lnTo>
                <a:lnTo>
                  <a:pt x="15132" y="16434"/>
                </a:lnTo>
                <a:lnTo>
                  <a:pt x="15132" y="17214"/>
                </a:lnTo>
                <a:lnTo>
                  <a:pt x="1560" y="17214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目标对齐·协同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10_组织协同推进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ORG · 第 3/3 页 · 共 83 个</a:t>
            </a:r>
          </a:p>
        </p:txBody>
      </p:sp>
      <p:sp>
        <p:nvSpPr>
          <p:cNvPr id="4" name="ORG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2066"/>
                </a:moveTo>
                <a:lnTo>
                  <a:pt x="15132" y="12066"/>
                </a:lnTo>
                <a:lnTo>
                  <a:pt x="15132" y="12846"/>
                </a:lnTo>
                <a:lnTo>
                  <a:pt x="17160" y="11520"/>
                </a:lnTo>
                <a:lnTo>
                  <a:pt x="15132" y="10194"/>
                </a:lnTo>
                <a:lnTo>
                  <a:pt x="15132" y="10974"/>
                </a:lnTo>
                <a:lnTo>
                  <a:pt x="1560" y="10974"/>
                </a:lnTo>
                <a:close/>
                <a:moveTo>
                  <a:pt x="1560" y="15186"/>
                </a:moveTo>
                <a:lnTo>
                  <a:pt x="15132" y="15186"/>
                </a:lnTo>
                <a:lnTo>
                  <a:pt x="15132" y="15966"/>
                </a:lnTo>
                <a:lnTo>
                  <a:pt x="17160" y="14640"/>
                </a:lnTo>
                <a:lnTo>
                  <a:pt x="15132" y="13314"/>
                </a:lnTo>
                <a:lnTo>
                  <a:pt x="15132" y="14094"/>
                </a:lnTo>
                <a:lnTo>
                  <a:pt x="1560" y="14094"/>
                </a:lnTo>
                <a:close/>
                <a:moveTo>
                  <a:pt x="1560" y="18306"/>
                </a:moveTo>
                <a:lnTo>
                  <a:pt x="15132" y="18306"/>
                </a:lnTo>
                <a:lnTo>
                  <a:pt x="15132" y="19086"/>
                </a:lnTo>
                <a:lnTo>
                  <a:pt x="17160" y="17760"/>
                </a:lnTo>
                <a:lnTo>
                  <a:pt x="15132" y="16434"/>
                </a:lnTo>
                <a:lnTo>
                  <a:pt x="15132" y="17214"/>
                </a:lnTo>
                <a:lnTo>
                  <a:pt x="1560" y="17214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目标对齐·已验证</a:t>
            </a:r>
          </a:p>
        </p:txBody>
      </p:sp>
      <p:sp>
        <p:nvSpPr>
          <p:cNvPr id="7" name="ORG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2066"/>
                </a:moveTo>
                <a:lnTo>
                  <a:pt x="15132" y="12066"/>
                </a:lnTo>
                <a:lnTo>
                  <a:pt x="15132" y="12846"/>
                </a:lnTo>
                <a:lnTo>
                  <a:pt x="17160" y="11520"/>
                </a:lnTo>
                <a:lnTo>
                  <a:pt x="15132" y="10194"/>
                </a:lnTo>
                <a:lnTo>
                  <a:pt x="15132" y="10974"/>
                </a:lnTo>
                <a:lnTo>
                  <a:pt x="1560" y="10974"/>
                </a:lnTo>
                <a:close/>
                <a:moveTo>
                  <a:pt x="1560" y="15186"/>
                </a:moveTo>
                <a:lnTo>
                  <a:pt x="15132" y="15186"/>
                </a:lnTo>
                <a:lnTo>
                  <a:pt x="15132" y="15966"/>
                </a:lnTo>
                <a:lnTo>
                  <a:pt x="17160" y="14640"/>
                </a:lnTo>
                <a:lnTo>
                  <a:pt x="15132" y="13314"/>
                </a:lnTo>
                <a:lnTo>
                  <a:pt x="15132" y="14094"/>
                </a:lnTo>
                <a:lnTo>
                  <a:pt x="1560" y="14094"/>
                </a:lnTo>
                <a:close/>
                <a:moveTo>
                  <a:pt x="1560" y="18306"/>
                </a:moveTo>
                <a:lnTo>
                  <a:pt x="15132" y="18306"/>
                </a:lnTo>
                <a:lnTo>
                  <a:pt x="15132" y="19086"/>
                </a:lnTo>
                <a:lnTo>
                  <a:pt x="17160" y="17760"/>
                </a:lnTo>
                <a:lnTo>
                  <a:pt x="15132" y="16434"/>
                </a:lnTo>
                <a:lnTo>
                  <a:pt x="15132" y="17214"/>
                </a:lnTo>
                <a:lnTo>
                  <a:pt x="1560" y="17214"/>
                </a:lnTo>
                <a:close/>
                <a:moveTo>
                  <a:pt x="16500" y="5800"/>
                </a:moveTo>
                <a:lnTo>
                  <a:pt x="21500" y="5800"/>
                </a:lnTo>
                <a:lnTo>
                  <a:pt x="21500" y="4200"/>
                </a:lnTo>
                <a:lnTo>
                  <a:pt x="16500" y="4200"/>
                </a:lnTo>
                <a:close/>
                <a:moveTo>
                  <a:pt x="18200" y="2500"/>
                </a:moveTo>
                <a:lnTo>
                  <a:pt x="18200" y="7500"/>
                </a:lnTo>
                <a:lnTo>
                  <a:pt x="19800" y="7500"/>
                </a:lnTo>
                <a:lnTo>
                  <a:pt x="19800" y="25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目标对齐·新增</a:t>
            </a:r>
          </a:p>
        </p:txBody>
      </p:sp>
      <p:sp>
        <p:nvSpPr>
          <p:cNvPr id="10" name="ORG-08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60" y="12066"/>
                </a:moveTo>
                <a:lnTo>
                  <a:pt x="15132" y="12066"/>
                </a:lnTo>
                <a:lnTo>
                  <a:pt x="15132" y="12846"/>
                </a:lnTo>
                <a:lnTo>
                  <a:pt x="17160" y="11520"/>
                </a:lnTo>
                <a:lnTo>
                  <a:pt x="15132" y="10194"/>
                </a:lnTo>
                <a:lnTo>
                  <a:pt x="15132" y="10974"/>
                </a:lnTo>
                <a:lnTo>
                  <a:pt x="1560" y="10974"/>
                </a:lnTo>
                <a:close/>
                <a:moveTo>
                  <a:pt x="1560" y="15186"/>
                </a:moveTo>
                <a:lnTo>
                  <a:pt x="15132" y="15186"/>
                </a:lnTo>
                <a:lnTo>
                  <a:pt x="15132" y="15966"/>
                </a:lnTo>
                <a:lnTo>
                  <a:pt x="17160" y="14640"/>
                </a:lnTo>
                <a:lnTo>
                  <a:pt x="15132" y="13314"/>
                </a:lnTo>
                <a:lnTo>
                  <a:pt x="15132" y="14094"/>
                </a:lnTo>
                <a:lnTo>
                  <a:pt x="1560" y="14094"/>
                </a:lnTo>
                <a:close/>
                <a:moveTo>
                  <a:pt x="1560" y="18306"/>
                </a:moveTo>
                <a:lnTo>
                  <a:pt x="15132" y="18306"/>
                </a:lnTo>
                <a:lnTo>
                  <a:pt x="15132" y="19086"/>
                </a:lnTo>
                <a:lnTo>
                  <a:pt x="17160" y="17760"/>
                </a:lnTo>
                <a:lnTo>
                  <a:pt x="15132" y="16434"/>
                </a:lnTo>
                <a:lnTo>
                  <a:pt x="15132" y="17214"/>
                </a:lnTo>
                <a:lnTo>
                  <a:pt x="1560" y="17214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ORG-083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目标对齐·重点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11_问题预警诊断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ALERT · 83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11_问题预警诊断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ALERT · 第 1/3 页 · 共 83 个</a:t>
            </a:r>
          </a:p>
        </p:txBody>
      </p:sp>
      <p:sp>
        <p:nvSpPr>
          <p:cNvPr id="4" name="ALERT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3000"/>
                </a:moveTo>
                <a:cubicBezTo>
                  <a:pt x="8000" y="3000"/>
                  <a:pt x="6000" y="6000"/>
                  <a:pt x="6000" y="10000"/>
                </a:cubicBezTo>
                <a:lnTo>
                  <a:pt x="6000" y="14000"/>
                </a:lnTo>
                <a:lnTo>
                  <a:pt x="4000" y="17000"/>
                </a:lnTo>
                <a:lnTo>
                  <a:pt x="20000" y="17000"/>
                </a:lnTo>
                <a:lnTo>
                  <a:pt x="18000" y="14000"/>
                </a:lnTo>
                <a:lnTo>
                  <a:pt x="18000" y="10000"/>
                </a:lnTo>
                <a:cubicBezTo>
                  <a:pt x="18000" y="6000"/>
                  <a:pt x="16000" y="3000"/>
                  <a:pt x="12000" y="3000"/>
                </a:cubicBezTo>
                <a:close/>
                <a:moveTo>
                  <a:pt x="14200" y="19000"/>
                </a:moveTo>
                <a:cubicBezTo>
                  <a:pt x="14200" y="19884"/>
                  <a:pt x="13215" y="20600"/>
                  <a:pt x="12000" y="20600"/>
                </a:cubicBezTo>
                <a:cubicBezTo>
                  <a:pt x="10785" y="20600"/>
                  <a:pt x="9800" y="19884"/>
                  <a:pt x="9800" y="19000"/>
                </a:cubicBezTo>
                <a:cubicBezTo>
                  <a:pt x="9800" y="18116"/>
                  <a:pt x="10785" y="17400"/>
                  <a:pt x="12000" y="17400"/>
                </a:cubicBezTo>
                <a:cubicBezTo>
                  <a:pt x="13215" y="17400"/>
                  <a:pt x="14200" y="18116"/>
                  <a:pt x="14200" y="19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响铃预警</a:t>
            </a:r>
          </a:p>
        </p:txBody>
      </p:sp>
      <p:sp>
        <p:nvSpPr>
          <p:cNvPr id="7" name="ALERT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cubicBezTo>
                  <a:pt x="6240" y="7620"/>
                  <a:pt x="4680" y="9960"/>
                  <a:pt x="4680" y="13080"/>
                </a:cubicBezTo>
                <a:lnTo>
                  <a:pt x="4680" y="16200"/>
                </a:lnTo>
                <a:lnTo>
                  <a:pt x="3120" y="18540"/>
                </a:lnTo>
                <a:lnTo>
                  <a:pt x="15600" y="18540"/>
                </a:lnTo>
                <a:lnTo>
                  <a:pt x="14040" y="16200"/>
                </a:lnTo>
                <a:lnTo>
                  <a:pt x="14040" y="13080"/>
                </a:lnTo>
                <a:cubicBezTo>
                  <a:pt x="14040" y="9960"/>
                  <a:pt x="12480" y="7620"/>
                  <a:pt x="9360" y="7620"/>
                </a:cubicBezTo>
                <a:close/>
                <a:moveTo>
                  <a:pt x="11076" y="20100"/>
                </a:moveTo>
                <a:cubicBezTo>
                  <a:pt x="11076" y="20789"/>
                  <a:pt x="10308" y="21348"/>
                  <a:pt x="9360" y="21348"/>
                </a:cubicBezTo>
                <a:cubicBezTo>
                  <a:pt x="8412" y="21348"/>
                  <a:pt x="7644" y="20789"/>
                  <a:pt x="7644" y="20100"/>
                </a:cubicBezTo>
                <a:cubicBezTo>
                  <a:pt x="7644" y="19411"/>
                  <a:pt x="8412" y="18852"/>
                  <a:pt x="9360" y="18852"/>
                </a:cubicBezTo>
                <a:cubicBezTo>
                  <a:pt x="10308" y="18852"/>
                  <a:pt x="11076" y="19411"/>
                  <a:pt x="11076" y="2010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响铃预警·预警</a:t>
            </a:r>
          </a:p>
        </p:txBody>
      </p:sp>
      <p:sp>
        <p:nvSpPr>
          <p:cNvPr id="10" name="ALERT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cubicBezTo>
                  <a:pt x="6240" y="7620"/>
                  <a:pt x="4680" y="9960"/>
                  <a:pt x="4680" y="13080"/>
                </a:cubicBezTo>
                <a:lnTo>
                  <a:pt x="4680" y="16200"/>
                </a:lnTo>
                <a:lnTo>
                  <a:pt x="3120" y="18540"/>
                </a:lnTo>
                <a:lnTo>
                  <a:pt x="15600" y="18540"/>
                </a:lnTo>
                <a:lnTo>
                  <a:pt x="14040" y="16200"/>
                </a:lnTo>
                <a:lnTo>
                  <a:pt x="14040" y="13080"/>
                </a:lnTo>
                <a:cubicBezTo>
                  <a:pt x="14040" y="9960"/>
                  <a:pt x="12480" y="7620"/>
                  <a:pt x="9360" y="7620"/>
                </a:cubicBezTo>
                <a:close/>
                <a:moveTo>
                  <a:pt x="11076" y="20100"/>
                </a:moveTo>
                <a:cubicBezTo>
                  <a:pt x="11076" y="20789"/>
                  <a:pt x="10308" y="21348"/>
                  <a:pt x="9360" y="21348"/>
                </a:cubicBezTo>
                <a:cubicBezTo>
                  <a:pt x="8412" y="21348"/>
                  <a:pt x="7644" y="20789"/>
                  <a:pt x="7644" y="20100"/>
                </a:cubicBezTo>
                <a:cubicBezTo>
                  <a:pt x="7644" y="19411"/>
                  <a:pt x="8412" y="18852"/>
                  <a:pt x="9360" y="18852"/>
                </a:cubicBezTo>
                <a:cubicBezTo>
                  <a:pt x="10308" y="18852"/>
                  <a:pt x="11076" y="19411"/>
                  <a:pt x="11076" y="20100"/>
                </a:cubicBez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响铃预警·失效</a:t>
            </a:r>
          </a:p>
        </p:txBody>
      </p:sp>
      <p:sp>
        <p:nvSpPr>
          <p:cNvPr id="13" name="ALERT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cubicBezTo>
                  <a:pt x="6240" y="7620"/>
                  <a:pt x="4680" y="9960"/>
                  <a:pt x="4680" y="13080"/>
                </a:cubicBezTo>
                <a:lnTo>
                  <a:pt x="4680" y="16200"/>
                </a:lnTo>
                <a:lnTo>
                  <a:pt x="3120" y="18540"/>
                </a:lnTo>
                <a:lnTo>
                  <a:pt x="15600" y="18540"/>
                </a:lnTo>
                <a:lnTo>
                  <a:pt x="14040" y="16200"/>
                </a:lnTo>
                <a:lnTo>
                  <a:pt x="14040" y="13080"/>
                </a:lnTo>
                <a:cubicBezTo>
                  <a:pt x="14040" y="9960"/>
                  <a:pt x="12480" y="7620"/>
                  <a:pt x="9360" y="7620"/>
                </a:cubicBezTo>
                <a:close/>
                <a:moveTo>
                  <a:pt x="11076" y="20100"/>
                </a:moveTo>
                <a:cubicBezTo>
                  <a:pt x="11076" y="20789"/>
                  <a:pt x="10308" y="21348"/>
                  <a:pt x="9360" y="21348"/>
                </a:cubicBezTo>
                <a:cubicBezTo>
                  <a:pt x="8412" y="21348"/>
                  <a:pt x="7644" y="20789"/>
                  <a:pt x="7644" y="20100"/>
                </a:cubicBezTo>
                <a:cubicBezTo>
                  <a:pt x="7644" y="19411"/>
                  <a:pt x="8412" y="18852"/>
                  <a:pt x="9360" y="18852"/>
                </a:cubicBezTo>
                <a:cubicBezTo>
                  <a:pt x="10308" y="18852"/>
                  <a:pt x="11076" y="19411"/>
                  <a:pt x="11076" y="201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响铃预警·洞察</a:t>
            </a:r>
          </a:p>
        </p:txBody>
      </p:sp>
      <p:sp>
        <p:nvSpPr>
          <p:cNvPr id="16" name="ALERT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cubicBezTo>
                  <a:pt x="6240" y="7620"/>
                  <a:pt x="4680" y="9960"/>
                  <a:pt x="4680" y="13080"/>
                </a:cubicBezTo>
                <a:lnTo>
                  <a:pt x="4680" y="16200"/>
                </a:lnTo>
                <a:lnTo>
                  <a:pt x="3120" y="18540"/>
                </a:lnTo>
                <a:lnTo>
                  <a:pt x="15600" y="18540"/>
                </a:lnTo>
                <a:lnTo>
                  <a:pt x="14040" y="16200"/>
                </a:lnTo>
                <a:lnTo>
                  <a:pt x="14040" y="13080"/>
                </a:lnTo>
                <a:cubicBezTo>
                  <a:pt x="14040" y="9960"/>
                  <a:pt x="12480" y="7620"/>
                  <a:pt x="9360" y="7620"/>
                </a:cubicBezTo>
                <a:close/>
                <a:moveTo>
                  <a:pt x="11076" y="20100"/>
                </a:moveTo>
                <a:cubicBezTo>
                  <a:pt x="11076" y="20789"/>
                  <a:pt x="10308" y="21348"/>
                  <a:pt x="9360" y="21348"/>
                </a:cubicBezTo>
                <a:cubicBezTo>
                  <a:pt x="8412" y="21348"/>
                  <a:pt x="7644" y="20789"/>
                  <a:pt x="7644" y="20100"/>
                </a:cubicBezTo>
                <a:cubicBezTo>
                  <a:pt x="7644" y="19411"/>
                  <a:pt x="8412" y="18852"/>
                  <a:pt x="9360" y="18852"/>
                </a:cubicBezTo>
                <a:cubicBezTo>
                  <a:pt x="10308" y="18852"/>
                  <a:pt x="11076" y="19411"/>
                  <a:pt x="11076" y="2010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响铃预警·定时</a:t>
            </a:r>
          </a:p>
        </p:txBody>
      </p:sp>
      <p:sp>
        <p:nvSpPr>
          <p:cNvPr id="19" name="ALERT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cubicBezTo>
                  <a:pt x="6240" y="7620"/>
                  <a:pt x="4680" y="9960"/>
                  <a:pt x="4680" y="13080"/>
                </a:cubicBezTo>
                <a:lnTo>
                  <a:pt x="4680" y="16200"/>
                </a:lnTo>
                <a:lnTo>
                  <a:pt x="3120" y="18540"/>
                </a:lnTo>
                <a:lnTo>
                  <a:pt x="15600" y="18540"/>
                </a:lnTo>
                <a:lnTo>
                  <a:pt x="14040" y="16200"/>
                </a:lnTo>
                <a:lnTo>
                  <a:pt x="14040" y="13080"/>
                </a:lnTo>
                <a:cubicBezTo>
                  <a:pt x="14040" y="9960"/>
                  <a:pt x="12480" y="7620"/>
                  <a:pt x="9360" y="7620"/>
                </a:cubicBezTo>
                <a:close/>
                <a:moveTo>
                  <a:pt x="11076" y="20100"/>
                </a:moveTo>
                <a:cubicBezTo>
                  <a:pt x="11076" y="20789"/>
                  <a:pt x="10308" y="21348"/>
                  <a:pt x="9360" y="21348"/>
                </a:cubicBezTo>
                <a:cubicBezTo>
                  <a:pt x="8412" y="21348"/>
                  <a:pt x="7644" y="20789"/>
                  <a:pt x="7644" y="20100"/>
                </a:cubicBezTo>
                <a:cubicBezTo>
                  <a:pt x="7644" y="19411"/>
                  <a:pt x="8412" y="18852"/>
                  <a:pt x="9360" y="18852"/>
                </a:cubicBezTo>
                <a:cubicBezTo>
                  <a:pt x="10308" y="18852"/>
                  <a:pt x="11076" y="19411"/>
                  <a:pt x="11076" y="2010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响铃预警·同步</a:t>
            </a:r>
          </a:p>
        </p:txBody>
      </p:sp>
      <p:sp>
        <p:nvSpPr>
          <p:cNvPr id="22" name="ALERT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2500"/>
                </a:moveTo>
                <a:lnTo>
                  <a:pt x="22000" y="21000"/>
                </a:lnTo>
                <a:lnTo>
                  <a:pt x="2000" y="21000"/>
                </a:lnTo>
                <a:close/>
                <a:moveTo>
                  <a:pt x="11700" y="9000"/>
                </a:moveTo>
                <a:lnTo>
                  <a:pt x="12300" y="9000"/>
                </a:lnTo>
                <a:cubicBezTo>
                  <a:pt x="12576" y="9000"/>
                  <a:pt x="12800" y="9224"/>
                  <a:pt x="12800" y="9500"/>
                </a:cubicBezTo>
                <a:lnTo>
                  <a:pt x="12800" y="14500"/>
                </a:lnTo>
                <a:cubicBezTo>
                  <a:pt x="12800" y="14776"/>
                  <a:pt x="12576" y="15000"/>
                  <a:pt x="12300" y="15000"/>
                </a:cubicBezTo>
                <a:lnTo>
                  <a:pt x="11700" y="15000"/>
                </a:lnTo>
                <a:cubicBezTo>
                  <a:pt x="11424" y="15000"/>
                  <a:pt x="11200" y="14776"/>
                  <a:pt x="11200" y="14500"/>
                </a:cubicBezTo>
                <a:lnTo>
                  <a:pt x="11200" y="9500"/>
                </a:lnTo>
                <a:cubicBezTo>
                  <a:pt x="11200" y="9224"/>
                  <a:pt x="11424" y="9000"/>
                  <a:pt x="11700" y="9000"/>
                </a:cubicBezTo>
                <a:close/>
                <a:moveTo>
                  <a:pt x="12900" y="17500"/>
                </a:moveTo>
                <a:cubicBezTo>
                  <a:pt x="12900" y="17997"/>
                  <a:pt x="12497" y="18400"/>
                  <a:pt x="12000" y="18400"/>
                </a:cubicBezTo>
                <a:cubicBezTo>
                  <a:pt x="11503" y="18400"/>
                  <a:pt x="11100" y="17997"/>
                  <a:pt x="11100" y="17500"/>
                </a:cubicBezTo>
                <a:cubicBezTo>
                  <a:pt x="11100" y="17003"/>
                  <a:pt x="11503" y="16600"/>
                  <a:pt x="12000" y="16600"/>
                </a:cubicBezTo>
                <a:cubicBezTo>
                  <a:pt x="12497" y="16600"/>
                  <a:pt x="12900" y="17003"/>
                  <a:pt x="12900" y="17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</a:t>
            </a:r>
          </a:p>
        </p:txBody>
      </p:sp>
      <p:sp>
        <p:nvSpPr>
          <p:cNvPr id="25" name="ALERT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230"/>
                </a:moveTo>
                <a:lnTo>
                  <a:pt x="17160" y="21660"/>
                </a:lnTo>
                <a:lnTo>
                  <a:pt x="1560" y="21660"/>
                </a:lnTo>
                <a:close/>
                <a:moveTo>
                  <a:pt x="9126" y="12300"/>
                </a:moveTo>
                <a:lnTo>
                  <a:pt x="9594" y="12300"/>
                </a:lnTo>
                <a:cubicBezTo>
                  <a:pt x="9809" y="12300"/>
                  <a:pt x="9984" y="12475"/>
                  <a:pt x="9984" y="12690"/>
                </a:cubicBezTo>
                <a:lnTo>
                  <a:pt x="9984" y="16590"/>
                </a:lnTo>
                <a:cubicBezTo>
                  <a:pt x="9984" y="16805"/>
                  <a:pt x="9809" y="16980"/>
                  <a:pt x="9594" y="16980"/>
                </a:cubicBezTo>
                <a:lnTo>
                  <a:pt x="9126" y="16980"/>
                </a:lnTo>
                <a:cubicBezTo>
                  <a:pt x="8911" y="16980"/>
                  <a:pt x="8736" y="16805"/>
                  <a:pt x="8736" y="16590"/>
                </a:cubicBezTo>
                <a:lnTo>
                  <a:pt x="8736" y="12690"/>
                </a:lnTo>
                <a:cubicBezTo>
                  <a:pt x="8736" y="12475"/>
                  <a:pt x="8911" y="12300"/>
                  <a:pt x="9126" y="12300"/>
                </a:cubicBezTo>
                <a:close/>
                <a:moveTo>
                  <a:pt x="10062" y="18930"/>
                </a:moveTo>
                <a:cubicBezTo>
                  <a:pt x="10062" y="19318"/>
                  <a:pt x="9748" y="19632"/>
                  <a:pt x="9360" y="19632"/>
                </a:cubicBezTo>
                <a:cubicBezTo>
                  <a:pt x="8972" y="19632"/>
                  <a:pt x="8658" y="19318"/>
                  <a:pt x="8658" y="18930"/>
                </a:cubicBezTo>
                <a:cubicBezTo>
                  <a:pt x="8658" y="18542"/>
                  <a:pt x="8972" y="18228"/>
                  <a:pt x="9360" y="18228"/>
                </a:cubicBezTo>
                <a:cubicBezTo>
                  <a:pt x="9748" y="18228"/>
                  <a:pt x="10062" y="18542"/>
                  <a:pt x="10062" y="1893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警告三角·预警</a:t>
            </a:r>
          </a:p>
        </p:txBody>
      </p:sp>
      <p:sp>
        <p:nvSpPr>
          <p:cNvPr id="28" name="ALERT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230"/>
                </a:moveTo>
                <a:lnTo>
                  <a:pt x="17160" y="21660"/>
                </a:lnTo>
                <a:lnTo>
                  <a:pt x="1560" y="21660"/>
                </a:lnTo>
                <a:close/>
                <a:moveTo>
                  <a:pt x="9126" y="12300"/>
                </a:moveTo>
                <a:lnTo>
                  <a:pt x="9594" y="12300"/>
                </a:lnTo>
                <a:cubicBezTo>
                  <a:pt x="9809" y="12300"/>
                  <a:pt x="9984" y="12475"/>
                  <a:pt x="9984" y="12690"/>
                </a:cubicBezTo>
                <a:lnTo>
                  <a:pt x="9984" y="16590"/>
                </a:lnTo>
                <a:cubicBezTo>
                  <a:pt x="9984" y="16805"/>
                  <a:pt x="9809" y="16980"/>
                  <a:pt x="9594" y="16980"/>
                </a:cubicBezTo>
                <a:lnTo>
                  <a:pt x="9126" y="16980"/>
                </a:lnTo>
                <a:cubicBezTo>
                  <a:pt x="8911" y="16980"/>
                  <a:pt x="8736" y="16805"/>
                  <a:pt x="8736" y="16590"/>
                </a:cubicBezTo>
                <a:lnTo>
                  <a:pt x="8736" y="12690"/>
                </a:lnTo>
                <a:cubicBezTo>
                  <a:pt x="8736" y="12475"/>
                  <a:pt x="8911" y="12300"/>
                  <a:pt x="9126" y="12300"/>
                </a:cubicBezTo>
                <a:close/>
                <a:moveTo>
                  <a:pt x="10062" y="18930"/>
                </a:moveTo>
                <a:cubicBezTo>
                  <a:pt x="10062" y="19318"/>
                  <a:pt x="9748" y="19632"/>
                  <a:pt x="9360" y="19632"/>
                </a:cubicBezTo>
                <a:cubicBezTo>
                  <a:pt x="8972" y="19632"/>
                  <a:pt x="8658" y="19318"/>
                  <a:pt x="8658" y="18930"/>
                </a:cubicBezTo>
                <a:cubicBezTo>
                  <a:pt x="8658" y="18542"/>
                  <a:pt x="8972" y="18228"/>
                  <a:pt x="9360" y="18228"/>
                </a:cubicBezTo>
                <a:cubicBezTo>
                  <a:pt x="9748" y="18228"/>
                  <a:pt x="10062" y="18542"/>
                  <a:pt x="10062" y="18930"/>
                </a:cubicBez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警告三角·失效</a:t>
            </a:r>
          </a:p>
        </p:txBody>
      </p:sp>
      <p:sp>
        <p:nvSpPr>
          <p:cNvPr id="31" name="ALERT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230"/>
                </a:moveTo>
                <a:lnTo>
                  <a:pt x="17160" y="21660"/>
                </a:lnTo>
                <a:lnTo>
                  <a:pt x="1560" y="21660"/>
                </a:lnTo>
                <a:close/>
                <a:moveTo>
                  <a:pt x="9126" y="12300"/>
                </a:moveTo>
                <a:lnTo>
                  <a:pt x="9594" y="12300"/>
                </a:lnTo>
                <a:cubicBezTo>
                  <a:pt x="9809" y="12300"/>
                  <a:pt x="9984" y="12475"/>
                  <a:pt x="9984" y="12690"/>
                </a:cubicBezTo>
                <a:lnTo>
                  <a:pt x="9984" y="16590"/>
                </a:lnTo>
                <a:cubicBezTo>
                  <a:pt x="9984" y="16805"/>
                  <a:pt x="9809" y="16980"/>
                  <a:pt x="9594" y="16980"/>
                </a:cubicBezTo>
                <a:lnTo>
                  <a:pt x="9126" y="16980"/>
                </a:lnTo>
                <a:cubicBezTo>
                  <a:pt x="8911" y="16980"/>
                  <a:pt x="8736" y="16805"/>
                  <a:pt x="8736" y="16590"/>
                </a:cubicBezTo>
                <a:lnTo>
                  <a:pt x="8736" y="12690"/>
                </a:lnTo>
                <a:cubicBezTo>
                  <a:pt x="8736" y="12475"/>
                  <a:pt x="8911" y="12300"/>
                  <a:pt x="9126" y="12300"/>
                </a:cubicBezTo>
                <a:close/>
                <a:moveTo>
                  <a:pt x="10062" y="18930"/>
                </a:moveTo>
                <a:cubicBezTo>
                  <a:pt x="10062" y="19318"/>
                  <a:pt x="9748" y="19632"/>
                  <a:pt x="9360" y="19632"/>
                </a:cubicBezTo>
                <a:cubicBezTo>
                  <a:pt x="8972" y="19632"/>
                  <a:pt x="8658" y="19318"/>
                  <a:pt x="8658" y="18930"/>
                </a:cubicBezTo>
                <a:cubicBezTo>
                  <a:pt x="8658" y="18542"/>
                  <a:pt x="8972" y="18228"/>
                  <a:pt x="9360" y="18228"/>
                </a:cubicBezTo>
                <a:cubicBezTo>
                  <a:pt x="9748" y="18228"/>
                  <a:pt x="10062" y="18542"/>
                  <a:pt x="10062" y="1893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警告三角·洞察</a:t>
            </a:r>
          </a:p>
        </p:txBody>
      </p:sp>
      <p:sp>
        <p:nvSpPr>
          <p:cNvPr id="34" name="ALERT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230"/>
                </a:moveTo>
                <a:lnTo>
                  <a:pt x="17160" y="21660"/>
                </a:lnTo>
                <a:lnTo>
                  <a:pt x="1560" y="21660"/>
                </a:lnTo>
                <a:close/>
                <a:moveTo>
                  <a:pt x="9126" y="12300"/>
                </a:moveTo>
                <a:lnTo>
                  <a:pt x="9594" y="12300"/>
                </a:lnTo>
                <a:cubicBezTo>
                  <a:pt x="9809" y="12300"/>
                  <a:pt x="9984" y="12475"/>
                  <a:pt x="9984" y="12690"/>
                </a:cubicBezTo>
                <a:lnTo>
                  <a:pt x="9984" y="16590"/>
                </a:lnTo>
                <a:cubicBezTo>
                  <a:pt x="9984" y="16805"/>
                  <a:pt x="9809" y="16980"/>
                  <a:pt x="9594" y="16980"/>
                </a:cubicBezTo>
                <a:lnTo>
                  <a:pt x="9126" y="16980"/>
                </a:lnTo>
                <a:cubicBezTo>
                  <a:pt x="8911" y="16980"/>
                  <a:pt x="8736" y="16805"/>
                  <a:pt x="8736" y="16590"/>
                </a:cubicBezTo>
                <a:lnTo>
                  <a:pt x="8736" y="12690"/>
                </a:lnTo>
                <a:cubicBezTo>
                  <a:pt x="8736" y="12475"/>
                  <a:pt x="8911" y="12300"/>
                  <a:pt x="9126" y="12300"/>
                </a:cubicBezTo>
                <a:close/>
                <a:moveTo>
                  <a:pt x="10062" y="18930"/>
                </a:moveTo>
                <a:cubicBezTo>
                  <a:pt x="10062" y="19318"/>
                  <a:pt x="9748" y="19632"/>
                  <a:pt x="9360" y="19632"/>
                </a:cubicBezTo>
                <a:cubicBezTo>
                  <a:pt x="8972" y="19632"/>
                  <a:pt x="8658" y="19318"/>
                  <a:pt x="8658" y="18930"/>
                </a:cubicBezTo>
                <a:cubicBezTo>
                  <a:pt x="8658" y="18542"/>
                  <a:pt x="8972" y="18228"/>
                  <a:pt x="9360" y="18228"/>
                </a:cubicBezTo>
                <a:cubicBezTo>
                  <a:pt x="9748" y="18228"/>
                  <a:pt x="10062" y="18542"/>
                  <a:pt x="10062" y="1893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警告三角·定时</a:t>
            </a:r>
          </a:p>
        </p:txBody>
      </p:sp>
      <p:sp>
        <p:nvSpPr>
          <p:cNvPr id="37" name="ALERT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230"/>
                </a:moveTo>
                <a:lnTo>
                  <a:pt x="17160" y="21660"/>
                </a:lnTo>
                <a:lnTo>
                  <a:pt x="1560" y="21660"/>
                </a:lnTo>
                <a:close/>
                <a:moveTo>
                  <a:pt x="9126" y="12300"/>
                </a:moveTo>
                <a:lnTo>
                  <a:pt x="9594" y="12300"/>
                </a:lnTo>
                <a:cubicBezTo>
                  <a:pt x="9809" y="12300"/>
                  <a:pt x="9984" y="12475"/>
                  <a:pt x="9984" y="12690"/>
                </a:cubicBezTo>
                <a:lnTo>
                  <a:pt x="9984" y="16590"/>
                </a:lnTo>
                <a:cubicBezTo>
                  <a:pt x="9984" y="16805"/>
                  <a:pt x="9809" y="16980"/>
                  <a:pt x="9594" y="16980"/>
                </a:cubicBezTo>
                <a:lnTo>
                  <a:pt x="9126" y="16980"/>
                </a:lnTo>
                <a:cubicBezTo>
                  <a:pt x="8911" y="16980"/>
                  <a:pt x="8736" y="16805"/>
                  <a:pt x="8736" y="16590"/>
                </a:cubicBezTo>
                <a:lnTo>
                  <a:pt x="8736" y="12690"/>
                </a:lnTo>
                <a:cubicBezTo>
                  <a:pt x="8736" y="12475"/>
                  <a:pt x="8911" y="12300"/>
                  <a:pt x="9126" y="12300"/>
                </a:cubicBezTo>
                <a:close/>
                <a:moveTo>
                  <a:pt x="10062" y="18930"/>
                </a:moveTo>
                <a:cubicBezTo>
                  <a:pt x="10062" y="19318"/>
                  <a:pt x="9748" y="19632"/>
                  <a:pt x="9360" y="19632"/>
                </a:cubicBezTo>
                <a:cubicBezTo>
                  <a:pt x="8972" y="19632"/>
                  <a:pt x="8658" y="19318"/>
                  <a:pt x="8658" y="18930"/>
                </a:cubicBezTo>
                <a:cubicBezTo>
                  <a:pt x="8658" y="18542"/>
                  <a:pt x="8972" y="18228"/>
                  <a:pt x="9360" y="18228"/>
                </a:cubicBezTo>
                <a:cubicBezTo>
                  <a:pt x="9748" y="18228"/>
                  <a:pt x="10062" y="18542"/>
                  <a:pt x="10062" y="1893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警告三角·同步</a:t>
            </a:r>
          </a:p>
        </p:txBody>
      </p:sp>
      <p:sp>
        <p:nvSpPr>
          <p:cNvPr id="40" name="ALERT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000" y="2000"/>
                </a:moveTo>
                <a:lnTo>
                  <a:pt x="5000" y="13000"/>
                </a:lnTo>
                <a:lnTo>
                  <a:pt x="11000" y="13000"/>
                </a:lnTo>
                <a:lnTo>
                  <a:pt x="9000" y="22000"/>
                </a:lnTo>
                <a:lnTo>
                  <a:pt x="19000" y="10000"/>
                </a:lnTo>
                <a:lnTo>
                  <a:pt x="12000" y="10000"/>
                </a:lnTo>
                <a:lnTo>
                  <a:pt x="15000" y="2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故障闪电</a:t>
            </a:r>
          </a:p>
        </p:txBody>
      </p:sp>
      <p:sp>
        <p:nvSpPr>
          <p:cNvPr id="43" name="ALERT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140" y="6840"/>
                </a:moveTo>
                <a:lnTo>
                  <a:pt x="3900" y="15420"/>
                </a:lnTo>
                <a:lnTo>
                  <a:pt x="8580" y="15420"/>
                </a:lnTo>
                <a:lnTo>
                  <a:pt x="7020" y="22440"/>
                </a:lnTo>
                <a:lnTo>
                  <a:pt x="14820" y="13080"/>
                </a:lnTo>
                <a:lnTo>
                  <a:pt x="9360" y="13080"/>
                </a:lnTo>
                <a:lnTo>
                  <a:pt x="11700" y="684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故障闪电·预警</a:t>
            </a:r>
          </a:p>
        </p:txBody>
      </p:sp>
      <p:sp>
        <p:nvSpPr>
          <p:cNvPr id="46" name="ALERT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140" y="6840"/>
                </a:moveTo>
                <a:lnTo>
                  <a:pt x="3900" y="15420"/>
                </a:lnTo>
                <a:lnTo>
                  <a:pt x="8580" y="15420"/>
                </a:lnTo>
                <a:lnTo>
                  <a:pt x="7020" y="22440"/>
                </a:lnTo>
                <a:lnTo>
                  <a:pt x="14820" y="13080"/>
                </a:lnTo>
                <a:lnTo>
                  <a:pt x="9360" y="13080"/>
                </a:lnTo>
                <a:lnTo>
                  <a:pt x="11700" y="6840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故障闪电·失效</a:t>
            </a:r>
          </a:p>
        </p:txBody>
      </p:sp>
      <p:sp>
        <p:nvSpPr>
          <p:cNvPr id="49" name="ALERT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140" y="6840"/>
                </a:moveTo>
                <a:lnTo>
                  <a:pt x="3900" y="15420"/>
                </a:lnTo>
                <a:lnTo>
                  <a:pt x="8580" y="15420"/>
                </a:lnTo>
                <a:lnTo>
                  <a:pt x="7020" y="22440"/>
                </a:lnTo>
                <a:lnTo>
                  <a:pt x="14820" y="13080"/>
                </a:lnTo>
                <a:lnTo>
                  <a:pt x="9360" y="13080"/>
                </a:lnTo>
                <a:lnTo>
                  <a:pt x="11700" y="684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故障闪电·洞察</a:t>
            </a:r>
          </a:p>
        </p:txBody>
      </p:sp>
      <p:sp>
        <p:nvSpPr>
          <p:cNvPr id="52" name="ALERT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140" y="6840"/>
                </a:moveTo>
                <a:lnTo>
                  <a:pt x="3900" y="15420"/>
                </a:lnTo>
                <a:lnTo>
                  <a:pt x="8580" y="15420"/>
                </a:lnTo>
                <a:lnTo>
                  <a:pt x="7020" y="22440"/>
                </a:lnTo>
                <a:lnTo>
                  <a:pt x="14820" y="13080"/>
                </a:lnTo>
                <a:lnTo>
                  <a:pt x="9360" y="13080"/>
                </a:lnTo>
                <a:lnTo>
                  <a:pt x="11700" y="684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故障闪电·定时</a:t>
            </a:r>
          </a:p>
        </p:txBody>
      </p:sp>
      <p:sp>
        <p:nvSpPr>
          <p:cNvPr id="55" name="ALERT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140" y="6840"/>
                </a:moveTo>
                <a:lnTo>
                  <a:pt x="3900" y="15420"/>
                </a:lnTo>
                <a:lnTo>
                  <a:pt x="8580" y="15420"/>
                </a:lnTo>
                <a:lnTo>
                  <a:pt x="7020" y="22440"/>
                </a:lnTo>
                <a:lnTo>
                  <a:pt x="14820" y="13080"/>
                </a:lnTo>
                <a:lnTo>
                  <a:pt x="9360" y="13080"/>
                </a:lnTo>
                <a:lnTo>
                  <a:pt x="11700" y="6840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故障闪电·同步</a:t>
            </a:r>
          </a:p>
        </p:txBody>
      </p:sp>
      <p:sp>
        <p:nvSpPr>
          <p:cNvPr id="58" name="ALERT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4400" y="4000"/>
                </a:moveTo>
                <a:cubicBezTo>
                  <a:pt x="14400" y="5325"/>
                  <a:pt x="13325" y="6400"/>
                  <a:pt x="12000" y="6400"/>
                </a:cubicBezTo>
                <a:cubicBezTo>
                  <a:pt x="10675" y="6400"/>
                  <a:pt x="9600" y="5325"/>
                  <a:pt x="9600" y="4000"/>
                </a:cubicBezTo>
                <a:cubicBezTo>
                  <a:pt x="9600" y="2675"/>
                  <a:pt x="10675" y="1600"/>
                  <a:pt x="12000" y="1600"/>
                </a:cubicBezTo>
                <a:cubicBezTo>
                  <a:pt x="13325" y="1600"/>
                  <a:pt x="14400" y="2675"/>
                  <a:pt x="14400" y="4000"/>
                </a:cubicBezTo>
                <a:close/>
                <a:moveTo>
                  <a:pt x="11600" y="6000"/>
                </a:moveTo>
                <a:lnTo>
                  <a:pt x="11600" y="10000"/>
                </a:lnTo>
                <a:lnTo>
                  <a:pt x="12400" y="10000"/>
                </a:lnTo>
                <a:lnTo>
                  <a:pt x="12400" y="6000"/>
                </a:lnTo>
                <a:close/>
                <a:moveTo>
                  <a:pt x="8800" y="12000"/>
                </a:moveTo>
                <a:cubicBezTo>
                  <a:pt x="8800" y="12994"/>
                  <a:pt x="7994" y="13800"/>
                  <a:pt x="7000" y="13800"/>
                </a:cubicBezTo>
                <a:cubicBezTo>
                  <a:pt x="6006" y="13800"/>
                  <a:pt x="5200" y="12994"/>
                  <a:pt x="5200" y="12000"/>
                </a:cubicBezTo>
                <a:cubicBezTo>
                  <a:pt x="5200" y="11006"/>
                  <a:pt x="6006" y="10200"/>
                  <a:pt x="7000" y="10200"/>
                </a:cubicBezTo>
                <a:cubicBezTo>
                  <a:pt x="7994" y="10200"/>
                  <a:pt x="8800" y="11006"/>
                  <a:pt x="8800" y="12000"/>
                </a:cubicBezTo>
                <a:close/>
                <a:moveTo>
                  <a:pt x="18800" y="12000"/>
                </a:moveTo>
                <a:cubicBezTo>
                  <a:pt x="18800" y="12994"/>
                  <a:pt x="17994" y="13800"/>
                  <a:pt x="17000" y="13800"/>
                </a:cubicBezTo>
                <a:cubicBezTo>
                  <a:pt x="16006" y="13800"/>
                  <a:pt x="15200" y="12994"/>
                  <a:pt x="15200" y="12000"/>
                </a:cubicBezTo>
                <a:cubicBezTo>
                  <a:pt x="15200" y="11006"/>
                  <a:pt x="16006" y="10200"/>
                  <a:pt x="17000" y="10200"/>
                </a:cubicBezTo>
                <a:cubicBezTo>
                  <a:pt x="17994" y="10200"/>
                  <a:pt x="18800" y="11006"/>
                  <a:pt x="18800" y="12000"/>
                </a:cubicBezTo>
                <a:close/>
                <a:moveTo>
                  <a:pt x="11851" y="9629"/>
                </a:moveTo>
                <a:lnTo>
                  <a:pt x="6851" y="11629"/>
                </a:lnTo>
                <a:lnTo>
                  <a:pt x="7149" y="12371"/>
                </a:lnTo>
                <a:lnTo>
                  <a:pt x="12149" y="10371"/>
                </a:lnTo>
                <a:close/>
                <a:moveTo>
                  <a:pt x="11851" y="10371"/>
                </a:moveTo>
                <a:lnTo>
                  <a:pt x="16851" y="12371"/>
                </a:lnTo>
                <a:lnTo>
                  <a:pt x="17149" y="11629"/>
                </a:lnTo>
                <a:lnTo>
                  <a:pt x="12149" y="9629"/>
                </a:lnTo>
                <a:close/>
                <a:moveTo>
                  <a:pt x="5800" y="19000"/>
                </a:moveTo>
                <a:cubicBezTo>
                  <a:pt x="5800" y="19994"/>
                  <a:pt x="4994" y="20800"/>
                  <a:pt x="4000" y="20800"/>
                </a:cubicBezTo>
                <a:cubicBezTo>
                  <a:pt x="3006" y="20800"/>
                  <a:pt x="2200" y="19994"/>
                  <a:pt x="2200" y="19000"/>
                </a:cubicBezTo>
                <a:cubicBezTo>
                  <a:pt x="2200" y="18006"/>
                  <a:pt x="3006" y="17200"/>
                  <a:pt x="4000" y="17200"/>
                </a:cubicBezTo>
                <a:cubicBezTo>
                  <a:pt x="4994" y="17200"/>
                  <a:pt x="5800" y="18006"/>
                  <a:pt x="5800" y="19000"/>
                </a:cubicBezTo>
                <a:close/>
                <a:moveTo>
                  <a:pt x="11800" y="19000"/>
                </a:moveTo>
                <a:cubicBezTo>
                  <a:pt x="11800" y="19994"/>
                  <a:pt x="10994" y="20800"/>
                  <a:pt x="10000" y="20800"/>
                </a:cubicBezTo>
                <a:cubicBezTo>
                  <a:pt x="9006" y="20800"/>
                  <a:pt x="8200" y="19994"/>
                  <a:pt x="8200" y="19000"/>
                </a:cubicBezTo>
                <a:cubicBezTo>
                  <a:pt x="8200" y="18006"/>
                  <a:pt x="9006" y="17200"/>
                  <a:pt x="10000" y="17200"/>
                </a:cubicBezTo>
                <a:cubicBezTo>
                  <a:pt x="10994" y="17200"/>
                  <a:pt x="11800" y="18006"/>
                  <a:pt x="11800" y="19000"/>
                </a:cubicBezTo>
                <a:close/>
                <a:moveTo>
                  <a:pt x="15800" y="19000"/>
                </a:moveTo>
                <a:cubicBezTo>
                  <a:pt x="15800" y="19994"/>
                  <a:pt x="14994" y="20800"/>
                  <a:pt x="14000" y="20800"/>
                </a:cubicBezTo>
                <a:cubicBezTo>
                  <a:pt x="13006" y="20800"/>
                  <a:pt x="12200" y="19994"/>
                  <a:pt x="12200" y="19000"/>
                </a:cubicBezTo>
                <a:cubicBezTo>
                  <a:pt x="12200" y="18006"/>
                  <a:pt x="13006" y="17200"/>
                  <a:pt x="14000" y="17200"/>
                </a:cubicBezTo>
                <a:cubicBezTo>
                  <a:pt x="14994" y="17200"/>
                  <a:pt x="15800" y="18006"/>
                  <a:pt x="15800" y="19000"/>
                </a:cubicBezTo>
                <a:close/>
                <a:moveTo>
                  <a:pt x="21800" y="19000"/>
                </a:moveTo>
                <a:cubicBezTo>
                  <a:pt x="21800" y="19994"/>
                  <a:pt x="20994" y="20800"/>
                  <a:pt x="20000" y="20800"/>
                </a:cubicBezTo>
                <a:cubicBezTo>
                  <a:pt x="19006" y="20800"/>
                  <a:pt x="18200" y="19994"/>
                  <a:pt x="18200" y="19000"/>
                </a:cubicBezTo>
                <a:cubicBezTo>
                  <a:pt x="18200" y="18006"/>
                  <a:pt x="19006" y="17200"/>
                  <a:pt x="20000" y="17200"/>
                </a:cubicBezTo>
                <a:cubicBezTo>
                  <a:pt x="20994" y="17200"/>
                  <a:pt x="21800" y="18006"/>
                  <a:pt x="21800" y="19000"/>
                </a:cubicBezTo>
                <a:close/>
                <a:moveTo>
                  <a:pt x="6743" y="13846"/>
                </a:moveTo>
                <a:lnTo>
                  <a:pt x="3743" y="18846"/>
                </a:lnTo>
                <a:lnTo>
                  <a:pt x="4257" y="19154"/>
                </a:lnTo>
                <a:lnTo>
                  <a:pt x="7257" y="14154"/>
                </a:lnTo>
                <a:close/>
                <a:moveTo>
                  <a:pt x="6743" y="14154"/>
                </a:moveTo>
                <a:lnTo>
                  <a:pt x="9743" y="19154"/>
                </a:lnTo>
                <a:lnTo>
                  <a:pt x="10257" y="18846"/>
                </a:lnTo>
                <a:lnTo>
                  <a:pt x="7257" y="13846"/>
                </a:lnTo>
                <a:close/>
                <a:moveTo>
                  <a:pt x="16743" y="13846"/>
                </a:moveTo>
                <a:lnTo>
                  <a:pt x="13743" y="18846"/>
                </a:lnTo>
                <a:lnTo>
                  <a:pt x="14257" y="19154"/>
                </a:lnTo>
                <a:lnTo>
                  <a:pt x="17257" y="14154"/>
                </a:lnTo>
                <a:close/>
                <a:moveTo>
                  <a:pt x="16743" y="14154"/>
                </a:moveTo>
                <a:lnTo>
                  <a:pt x="19743" y="19154"/>
                </a:lnTo>
                <a:lnTo>
                  <a:pt x="20257" y="18846"/>
                </a:lnTo>
                <a:lnTo>
                  <a:pt x="17257" y="13846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根因分析</a:t>
            </a:r>
          </a:p>
        </p:txBody>
      </p:sp>
      <p:sp>
        <p:nvSpPr>
          <p:cNvPr id="61" name="ALERT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232" y="8400"/>
                </a:moveTo>
                <a:cubicBezTo>
                  <a:pt x="11232" y="9434"/>
                  <a:pt x="10394" y="10272"/>
                  <a:pt x="9360" y="10272"/>
                </a:cubicBezTo>
                <a:cubicBezTo>
                  <a:pt x="8326" y="10272"/>
                  <a:pt x="7488" y="9434"/>
                  <a:pt x="7488" y="8400"/>
                </a:cubicBezTo>
                <a:cubicBezTo>
                  <a:pt x="7488" y="7366"/>
                  <a:pt x="8326" y="6528"/>
                  <a:pt x="9360" y="6528"/>
                </a:cubicBezTo>
                <a:cubicBezTo>
                  <a:pt x="10394" y="6528"/>
                  <a:pt x="11232" y="7366"/>
                  <a:pt x="11232" y="8400"/>
                </a:cubicBezTo>
                <a:close/>
                <a:moveTo>
                  <a:pt x="9048" y="9960"/>
                </a:moveTo>
                <a:lnTo>
                  <a:pt x="9048" y="13080"/>
                </a:lnTo>
                <a:lnTo>
                  <a:pt x="9672" y="13080"/>
                </a:lnTo>
                <a:lnTo>
                  <a:pt x="9672" y="9960"/>
                </a:lnTo>
                <a:close/>
                <a:moveTo>
                  <a:pt x="6864" y="14640"/>
                </a:moveTo>
                <a:cubicBezTo>
                  <a:pt x="6864" y="15415"/>
                  <a:pt x="6235" y="16044"/>
                  <a:pt x="5460" y="16044"/>
                </a:cubicBezTo>
                <a:cubicBezTo>
                  <a:pt x="4685" y="16044"/>
                  <a:pt x="4056" y="15415"/>
                  <a:pt x="4056" y="14640"/>
                </a:cubicBezTo>
                <a:cubicBezTo>
                  <a:pt x="4056" y="13865"/>
                  <a:pt x="4685" y="13236"/>
                  <a:pt x="5460" y="13236"/>
                </a:cubicBezTo>
                <a:cubicBezTo>
                  <a:pt x="6235" y="13236"/>
                  <a:pt x="6864" y="13865"/>
                  <a:pt x="6864" y="14640"/>
                </a:cubicBezTo>
                <a:close/>
                <a:moveTo>
                  <a:pt x="14664" y="14640"/>
                </a:moveTo>
                <a:cubicBezTo>
                  <a:pt x="14664" y="15415"/>
                  <a:pt x="14035" y="16044"/>
                  <a:pt x="13260" y="16044"/>
                </a:cubicBezTo>
                <a:cubicBezTo>
                  <a:pt x="12485" y="16044"/>
                  <a:pt x="11856" y="15415"/>
                  <a:pt x="11856" y="14640"/>
                </a:cubicBezTo>
                <a:cubicBezTo>
                  <a:pt x="11856" y="13865"/>
                  <a:pt x="12485" y="13236"/>
                  <a:pt x="13260" y="13236"/>
                </a:cubicBezTo>
                <a:cubicBezTo>
                  <a:pt x="14035" y="13236"/>
                  <a:pt x="14664" y="13865"/>
                  <a:pt x="14664" y="14640"/>
                </a:cubicBezTo>
                <a:close/>
                <a:moveTo>
                  <a:pt x="9244" y="12790"/>
                </a:moveTo>
                <a:lnTo>
                  <a:pt x="5344" y="14350"/>
                </a:lnTo>
                <a:lnTo>
                  <a:pt x="5576" y="14930"/>
                </a:lnTo>
                <a:lnTo>
                  <a:pt x="9476" y="13370"/>
                </a:lnTo>
                <a:close/>
                <a:moveTo>
                  <a:pt x="9244" y="13370"/>
                </a:moveTo>
                <a:lnTo>
                  <a:pt x="13144" y="14930"/>
                </a:lnTo>
                <a:lnTo>
                  <a:pt x="13376" y="14350"/>
                </a:lnTo>
                <a:lnTo>
                  <a:pt x="9476" y="12790"/>
                </a:lnTo>
                <a:close/>
                <a:moveTo>
                  <a:pt x="4524" y="20100"/>
                </a:moveTo>
                <a:cubicBezTo>
                  <a:pt x="4524" y="20875"/>
                  <a:pt x="3895" y="21504"/>
                  <a:pt x="3120" y="21504"/>
                </a:cubicBezTo>
                <a:cubicBezTo>
                  <a:pt x="2345" y="21504"/>
                  <a:pt x="1716" y="20875"/>
                  <a:pt x="1716" y="20100"/>
                </a:cubicBezTo>
                <a:cubicBezTo>
                  <a:pt x="1716" y="19325"/>
                  <a:pt x="2345" y="18696"/>
                  <a:pt x="3120" y="18696"/>
                </a:cubicBezTo>
                <a:cubicBezTo>
                  <a:pt x="3895" y="18696"/>
                  <a:pt x="4524" y="19325"/>
                  <a:pt x="4524" y="20100"/>
                </a:cubicBezTo>
                <a:close/>
                <a:moveTo>
                  <a:pt x="9204" y="20100"/>
                </a:moveTo>
                <a:cubicBezTo>
                  <a:pt x="9204" y="20875"/>
                  <a:pt x="8575" y="21504"/>
                  <a:pt x="7800" y="21504"/>
                </a:cubicBezTo>
                <a:cubicBezTo>
                  <a:pt x="7025" y="21504"/>
                  <a:pt x="6396" y="20875"/>
                  <a:pt x="6396" y="20100"/>
                </a:cubicBezTo>
                <a:cubicBezTo>
                  <a:pt x="6396" y="19325"/>
                  <a:pt x="7025" y="18696"/>
                  <a:pt x="7800" y="18696"/>
                </a:cubicBezTo>
                <a:cubicBezTo>
                  <a:pt x="8575" y="18696"/>
                  <a:pt x="9204" y="19325"/>
                  <a:pt x="9204" y="20100"/>
                </a:cubicBezTo>
                <a:close/>
                <a:moveTo>
                  <a:pt x="12324" y="20100"/>
                </a:moveTo>
                <a:cubicBezTo>
                  <a:pt x="12324" y="20875"/>
                  <a:pt x="11695" y="21504"/>
                  <a:pt x="10920" y="21504"/>
                </a:cubicBezTo>
                <a:cubicBezTo>
                  <a:pt x="10145" y="21504"/>
                  <a:pt x="9516" y="20875"/>
                  <a:pt x="9516" y="20100"/>
                </a:cubicBezTo>
                <a:cubicBezTo>
                  <a:pt x="9516" y="19325"/>
                  <a:pt x="10145" y="18696"/>
                  <a:pt x="10920" y="18696"/>
                </a:cubicBezTo>
                <a:cubicBezTo>
                  <a:pt x="11695" y="18696"/>
                  <a:pt x="12324" y="19325"/>
                  <a:pt x="12324" y="20100"/>
                </a:cubicBezTo>
                <a:close/>
                <a:moveTo>
                  <a:pt x="17004" y="20100"/>
                </a:moveTo>
                <a:cubicBezTo>
                  <a:pt x="17004" y="20875"/>
                  <a:pt x="16375" y="21504"/>
                  <a:pt x="15600" y="21504"/>
                </a:cubicBezTo>
                <a:cubicBezTo>
                  <a:pt x="14825" y="21504"/>
                  <a:pt x="14196" y="20875"/>
                  <a:pt x="14196" y="20100"/>
                </a:cubicBezTo>
                <a:cubicBezTo>
                  <a:pt x="14196" y="19325"/>
                  <a:pt x="14825" y="18696"/>
                  <a:pt x="15600" y="18696"/>
                </a:cubicBezTo>
                <a:cubicBezTo>
                  <a:pt x="16375" y="18696"/>
                  <a:pt x="17004" y="19325"/>
                  <a:pt x="17004" y="20100"/>
                </a:cubicBezTo>
                <a:close/>
                <a:moveTo>
                  <a:pt x="5259" y="16080"/>
                </a:moveTo>
                <a:lnTo>
                  <a:pt x="2919" y="19980"/>
                </a:lnTo>
                <a:lnTo>
                  <a:pt x="3321" y="20220"/>
                </a:lnTo>
                <a:lnTo>
                  <a:pt x="5661" y="16320"/>
                </a:lnTo>
                <a:close/>
                <a:moveTo>
                  <a:pt x="5259" y="16320"/>
                </a:moveTo>
                <a:lnTo>
                  <a:pt x="7599" y="20220"/>
                </a:lnTo>
                <a:lnTo>
                  <a:pt x="8001" y="19980"/>
                </a:lnTo>
                <a:lnTo>
                  <a:pt x="5661" y="16080"/>
                </a:lnTo>
                <a:close/>
                <a:moveTo>
                  <a:pt x="13059" y="16080"/>
                </a:moveTo>
                <a:lnTo>
                  <a:pt x="10719" y="19980"/>
                </a:lnTo>
                <a:lnTo>
                  <a:pt x="11121" y="20220"/>
                </a:lnTo>
                <a:lnTo>
                  <a:pt x="13461" y="16320"/>
                </a:lnTo>
                <a:close/>
                <a:moveTo>
                  <a:pt x="13059" y="16320"/>
                </a:moveTo>
                <a:lnTo>
                  <a:pt x="15399" y="20220"/>
                </a:lnTo>
                <a:lnTo>
                  <a:pt x="15801" y="19980"/>
                </a:lnTo>
                <a:lnTo>
                  <a:pt x="13461" y="16080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根因分析·预警</a:t>
            </a:r>
          </a:p>
        </p:txBody>
      </p:sp>
      <p:sp>
        <p:nvSpPr>
          <p:cNvPr id="64" name="ALERT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232" y="8400"/>
                </a:moveTo>
                <a:cubicBezTo>
                  <a:pt x="11232" y="9434"/>
                  <a:pt x="10394" y="10272"/>
                  <a:pt x="9360" y="10272"/>
                </a:cubicBezTo>
                <a:cubicBezTo>
                  <a:pt x="8326" y="10272"/>
                  <a:pt x="7488" y="9434"/>
                  <a:pt x="7488" y="8400"/>
                </a:cubicBezTo>
                <a:cubicBezTo>
                  <a:pt x="7488" y="7366"/>
                  <a:pt x="8326" y="6528"/>
                  <a:pt x="9360" y="6528"/>
                </a:cubicBezTo>
                <a:cubicBezTo>
                  <a:pt x="10394" y="6528"/>
                  <a:pt x="11232" y="7366"/>
                  <a:pt x="11232" y="8400"/>
                </a:cubicBezTo>
                <a:close/>
                <a:moveTo>
                  <a:pt x="9048" y="9960"/>
                </a:moveTo>
                <a:lnTo>
                  <a:pt x="9048" y="13080"/>
                </a:lnTo>
                <a:lnTo>
                  <a:pt x="9672" y="13080"/>
                </a:lnTo>
                <a:lnTo>
                  <a:pt x="9672" y="9960"/>
                </a:lnTo>
                <a:close/>
                <a:moveTo>
                  <a:pt x="6864" y="14640"/>
                </a:moveTo>
                <a:cubicBezTo>
                  <a:pt x="6864" y="15415"/>
                  <a:pt x="6235" y="16044"/>
                  <a:pt x="5460" y="16044"/>
                </a:cubicBezTo>
                <a:cubicBezTo>
                  <a:pt x="4685" y="16044"/>
                  <a:pt x="4056" y="15415"/>
                  <a:pt x="4056" y="14640"/>
                </a:cubicBezTo>
                <a:cubicBezTo>
                  <a:pt x="4056" y="13865"/>
                  <a:pt x="4685" y="13236"/>
                  <a:pt x="5460" y="13236"/>
                </a:cubicBezTo>
                <a:cubicBezTo>
                  <a:pt x="6235" y="13236"/>
                  <a:pt x="6864" y="13865"/>
                  <a:pt x="6864" y="14640"/>
                </a:cubicBezTo>
                <a:close/>
                <a:moveTo>
                  <a:pt x="14664" y="14640"/>
                </a:moveTo>
                <a:cubicBezTo>
                  <a:pt x="14664" y="15415"/>
                  <a:pt x="14035" y="16044"/>
                  <a:pt x="13260" y="16044"/>
                </a:cubicBezTo>
                <a:cubicBezTo>
                  <a:pt x="12485" y="16044"/>
                  <a:pt x="11856" y="15415"/>
                  <a:pt x="11856" y="14640"/>
                </a:cubicBezTo>
                <a:cubicBezTo>
                  <a:pt x="11856" y="13865"/>
                  <a:pt x="12485" y="13236"/>
                  <a:pt x="13260" y="13236"/>
                </a:cubicBezTo>
                <a:cubicBezTo>
                  <a:pt x="14035" y="13236"/>
                  <a:pt x="14664" y="13865"/>
                  <a:pt x="14664" y="14640"/>
                </a:cubicBezTo>
                <a:close/>
                <a:moveTo>
                  <a:pt x="9244" y="12790"/>
                </a:moveTo>
                <a:lnTo>
                  <a:pt x="5344" y="14350"/>
                </a:lnTo>
                <a:lnTo>
                  <a:pt x="5576" y="14930"/>
                </a:lnTo>
                <a:lnTo>
                  <a:pt x="9476" y="13370"/>
                </a:lnTo>
                <a:close/>
                <a:moveTo>
                  <a:pt x="9244" y="13370"/>
                </a:moveTo>
                <a:lnTo>
                  <a:pt x="13144" y="14930"/>
                </a:lnTo>
                <a:lnTo>
                  <a:pt x="13376" y="14350"/>
                </a:lnTo>
                <a:lnTo>
                  <a:pt x="9476" y="12790"/>
                </a:lnTo>
                <a:close/>
                <a:moveTo>
                  <a:pt x="4524" y="20100"/>
                </a:moveTo>
                <a:cubicBezTo>
                  <a:pt x="4524" y="20875"/>
                  <a:pt x="3895" y="21504"/>
                  <a:pt x="3120" y="21504"/>
                </a:cubicBezTo>
                <a:cubicBezTo>
                  <a:pt x="2345" y="21504"/>
                  <a:pt x="1716" y="20875"/>
                  <a:pt x="1716" y="20100"/>
                </a:cubicBezTo>
                <a:cubicBezTo>
                  <a:pt x="1716" y="19325"/>
                  <a:pt x="2345" y="18696"/>
                  <a:pt x="3120" y="18696"/>
                </a:cubicBezTo>
                <a:cubicBezTo>
                  <a:pt x="3895" y="18696"/>
                  <a:pt x="4524" y="19325"/>
                  <a:pt x="4524" y="20100"/>
                </a:cubicBezTo>
                <a:close/>
                <a:moveTo>
                  <a:pt x="9204" y="20100"/>
                </a:moveTo>
                <a:cubicBezTo>
                  <a:pt x="9204" y="20875"/>
                  <a:pt x="8575" y="21504"/>
                  <a:pt x="7800" y="21504"/>
                </a:cubicBezTo>
                <a:cubicBezTo>
                  <a:pt x="7025" y="21504"/>
                  <a:pt x="6396" y="20875"/>
                  <a:pt x="6396" y="20100"/>
                </a:cubicBezTo>
                <a:cubicBezTo>
                  <a:pt x="6396" y="19325"/>
                  <a:pt x="7025" y="18696"/>
                  <a:pt x="7800" y="18696"/>
                </a:cubicBezTo>
                <a:cubicBezTo>
                  <a:pt x="8575" y="18696"/>
                  <a:pt x="9204" y="19325"/>
                  <a:pt x="9204" y="20100"/>
                </a:cubicBezTo>
                <a:close/>
                <a:moveTo>
                  <a:pt x="12324" y="20100"/>
                </a:moveTo>
                <a:cubicBezTo>
                  <a:pt x="12324" y="20875"/>
                  <a:pt x="11695" y="21504"/>
                  <a:pt x="10920" y="21504"/>
                </a:cubicBezTo>
                <a:cubicBezTo>
                  <a:pt x="10145" y="21504"/>
                  <a:pt x="9516" y="20875"/>
                  <a:pt x="9516" y="20100"/>
                </a:cubicBezTo>
                <a:cubicBezTo>
                  <a:pt x="9516" y="19325"/>
                  <a:pt x="10145" y="18696"/>
                  <a:pt x="10920" y="18696"/>
                </a:cubicBezTo>
                <a:cubicBezTo>
                  <a:pt x="11695" y="18696"/>
                  <a:pt x="12324" y="19325"/>
                  <a:pt x="12324" y="20100"/>
                </a:cubicBezTo>
                <a:close/>
                <a:moveTo>
                  <a:pt x="17004" y="20100"/>
                </a:moveTo>
                <a:cubicBezTo>
                  <a:pt x="17004" y="20875"/>
                  <a:pt x="16375" y="21504"/>
                  <a:pt x="15600" y="21504"/>
                </a:cubicBezTo>
                <a:cubicBezTo>
                  <a:pt x="14825" y="21504"/>
                  <a:pt x="14196" y="20875"/>
                  <a:pt x="14196" y="20100"/>
                </a:cubicBezTo>
                <a:cubicBezTo>
                  <a:pt x="14196" y="19325"/>
                  <a:pt x="14825" y="18696"/>
                  <a:pt x="15600" y="18696"/>
                </a:cubicBezTo>
                <a:cubicBezTo>
                  <a:pt x="16375" y="18696"/>
                  <a:pt x="17004" y="19325"/>
                  <a:pt x="17004" y="20100"/>
                </a:cubicBezTo>
                <a:close/>
                <a:moveTo>
                  <a:pt x="5259" y="16080"/>
                </a:moveTo>
                <a:lnTo>
                  <a:pt x="2919" y="19980"/>
                </a:lnTo>
                <a:lnTo>
                  <a:pt x="3321" y="20220"/>
                </a:lnTo>
                <a:lnTo>
                  <a:pt x="5661" y="16320"/>
                </a:lnTo>
                <a:close/>
                <a:moveTo>
                  <a:pt x="5259" y="16320"/>
                </a:moveTo>
                <a:lnTo>
                  <a:pt x="7599" y="20220"/>
                </a:lnTo>
                <a:lnTo>
                  <a:pt x="8001" y="19980"/>
                </a:lnTo>
                <a:lnTo>
                  <a:pt x="5661" y="16080"/>
                </a:lnTo>
                <a:close/>
                <a:moveTo>
                  <a:pt x="13059" y="16080"/>
                </a:moveTo>
                <a:lnTo>
                  <a:pt x="10719" y="19980"/>
                </a:lnTo>
                <a:lnTo>
                  <a:pt x="11121" y="20220"/>
                </a:lnTo>
                <a:lnTo>
                  <a:pt x="13461" y="16320"/>
                </a:lnTo>
                <a:close/>
                <a:moveTo>
                  <a:pt x="13059" y="16320"/>
                </a:moveTo>
                <a:lnTo>
                  <a:pt x="15399" y="20220"/>
                </a:lnTo>
                <a:lnTo>
                  <a:pt x="15801" y="19980"/>
                </a:lnTo>
                <a:lnTo>
                  <a:pt x="13461" y="16080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根因分析·失效</a:t>
            </a:r>
          </a:p>
        </p:txBody>
      </p:sp>
      <p:sp>
        <p:nvSpPr>
          <p:cNvPr id="67" name="ALERT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232" y="8400"/>
                </a:moveTo>
                <a:cubicBezTo>
                  <a:pt x="11232" y="9434"/>
                  <a:pt x="10394" y="10272"/>
                  <a:pt x="9360" y="10272"/>
                </a:cubicBezTo>
                <a:cubicBezTo>
                  <a:pt x="8326" y="10272"/>
                  <a:pt x="7488" y="9434"/>
                  <a:pt x="7488" y="8400"/>
                </a:cubicBezTo>
                <a:cubicBezTo>
                  <a:pt x="7488" y="7366"/>
                  <a:pt x="8326" y="6528"/>
                  <a:pt x="9360" y="6528"/>
                </a:cubicBezTo>
                <a:cubicBezTo>
                  <a:pt x="10394" y="6528"/>
                  <a:pt x="11232" y="7366"/>
                  <a:pt x="11232" y="8400"/>
                </a:cubicBezTo>
                <a:close/>
                <a:moveTo>
                  <a:pt x="9048" y="9960"/>
                </a:moveTo>
                <a:lnTo>
                  <a:pt x="9048" y="13080"/>
                </a:lnTo>
                <a:lnTo>
                  <a:pt x="9672" y="13080"/>
                </a:lnTo>
                <a:lnTo>
                  <a:pt x="9672" y="9960"/>
                </a:lnTo>
                <a:close/>
                <a:moveTo>
                  <a:pt x="6864" y="14640"/>
                </a:moveTo>
                <a:cubicBezTo>
                  <a:pt x="6864" y="15415"/>
                  <a:pt x="6235" y="16044"/>
                  <a:pt x="5460" y="16044"/>
                </a:cubicBezTo>
                <a:cubicBezTo>
                  <a:pt x="4685" y="16044"/>
                  <a:pt x="4056" y="15415"/>
                  <a:pt x="4056" y="14640"/>
                </a:cubicBezTo>
                <a:cubicBezTo>
                  <a:pt x="4056" y="13865"/>
                  <a:pt x="4685" y="13236"/>
                  <a:pt x="5460" y="13236"/>
                </a:cubicBezTo>
                <a:cubicBezTo>
                  <a:pt x="6235" y="13236"/>
                  <a:pt x="6864" y="13865"/>
                  <a:pt x="6864" y="14640"/>
                </a:cubicBezTo>
                <a:close/>
                <a:moveTo>
                  <a:pt x="14664" y="14640"/>
                </a:moveTo>
                <a:cubicBezTo>
                  <a:pt x="14664" y="15415"/>
                  <a:pt x="14035" y="16044"/>
                  <a:pt x="13260" y="16044"/>
                </a:cubicBezTo>
                <a:cubicBezTo>
                  <a:pt x="12485" y="16044"/>
                  <a:pt x="11856" y="15415"/>
                  <a:pt x="11856" y="14640"/>
                </a:cubicBezTo>
                <a:cubicBezTo>
                  <a:pt x="11856" y="13865"/>
                  <a:pt x="12485" y="13236"/>
                  <a:pt x="13260" y="13236"/>
                </a:cubicBezTo>
                <a:cubicBezTo>
                  <a:pt x="14035" y="13236"/>
                  <a:pt x="14664" y="13865"/>
                  <a:pt x="14664" y="14640"/>
                </a:cubicBezTo>
                <a:close/>
                <a:moveTo>
                  <a:pt x="9244" y="12790"/>
                </a:moveTo>
                <a:lnTo>
                  <a:pt x="5344" y="14350"/>
                </a:lnTo>
                <a:lnTo>
                  <a:pt x="5576" y="14930"/>
                </a:lnTo>
                <a:lnTo>
                  <a:pt x="9476" y="13370"/>
                </a:lnTo>
                <a:close/>
                <a:moveTo>
                  <a:pt x="9244" y="13370"/>
                </a:moveTo>
                <a:lnTo>
                  <a:pt x="13144" y="14930"/>
                </a:lnTo>
                <a:lnTo>
                  <a:pt x="13376" y="14350"/>
                </a:lnTo>
                <a:lnTo>
                  <a:pt x="9476" y="12790"/>
                </a:lnTo>
                <a:close/>
                <a:moveTo>
                  <a:pt x="4524" y="20100"/>
                </a:moveTo>
                <a:cubicBezTo>
                  <a:pt x="4524" y="20875"/>
                  <a:pt x="3895" y="21504"/>
                  <a:pt x="3120" y="21504"/>
                </a:cubicBezTo>
                <a:cubicBezTo>
                  <a:pt x="2345" y="21504"/>
                  <a:pt x="1716" y="20875"/>
                  <a:pt x="1716" y="20100"/>
                </a:cubicBezTo>
                <a:cubicBezTo>
                  <a:pt x="1716" y="19325"/>
                  <a:pt x="2345" y="18696"/>
                  <a:pt x="3120" y="18696"/>
                </a:cubicBezTo>
                <a:cubicBezTo>
                  <a:pt x="3895" y="18696"/>
                  <a:pt x="4524" y="19325"/>
                  <a:pt x="4524" y="20100"/>
                </a:cubicBezTo>
                <a:close/>
                <a:moveTo>
                  <a:pt x="9204" y="20100"/>
                </a:moveTo>
                <a:cubicBezTo>
                  <a:pt x="9204" y="20875"/>
                  <a:pt x="8575" y="21504"/>
                  <a:pt x="7800" y="21504"/>
                </a:cubicBezTo>
                <a:cubicBezTo>
                  <a:pt x="7025" y="21504"/>
                  <a:pt x="6396" y="20875"/>
                  <a:pt x="6396" y="20100"/>
                </a:cubicBezTo>
                <a:cubicBezTo>
                  <a:pt x="6396" y="19325"/>
                  <a:pt x="7025" y="18696"/>
                  <a:pt x="7800" y="18696"/>
                </a:cubicBezTo>
                <a:cubicBezTo>
                  <a:pt x="8575" y="18696"/>
                  <a:pt x="9204" y="19325"/>
                  <a:pt x="9204" y="20100"/>
                </a:cubicBezTo>
                <a:close/>
                <a:moveTo>
                  <a:pt x="12324" y="20100"/>
                </a:moveTo>
                <a:cubicBezTo>
                  <a:pt x="12324" y="20875"/>
                  <a:pt x="11695" y="21504"/>
                  <a:pt x="10920" y="21504"/>
                </a:cubicBezTo>
                <a:cubicBezTo>
                  <a:pt x="10145" y="21504"/>
                  <a:pt x="9516" y="20875"/>
                  <a:pt x="9516" y="20100"/>
                </a:cubicBezTo>
                <a:cubicBezTo>
                  <a:pt x="9516" y="19325"/>
                  <a:pt x="10145" y="18696"/>
                  <a:pt x="10920" y="18696"/>
                </a:cubicBezTo>
                <a:cubicBezTo>
                  <a:pt x="11695" y="18696"/>
                  <a:pt x="12324" y="19325"/>
                  <a:pt x="12324" y="20100"/>
                </a:cubicBezTo>
                <a:close/>
                <a:moveTo>
                  <a:pt x="17004" y="20100"/>
                </a:moveTo>
                <a:cubicBezTo>
                  <a:pt x="17004" y="20875"/>
                  <a:pt x="16375" y="21504"/>
                  <a:pt x="15600" y="21504"/>
                </a:cubicBezTo>
                <a:cubicBezTo>
                  <a:pt x="14825" y="21504"/>
                  <a:pt x="14196" y="20875"/>
                  <a:pt x="14196" y="20100"/>
                </a:cubicBezTo>
                <a:cubicBezTo>
                  <a:pt x="14196" y="19325"/>
                  <a:pt x="14825" y="18696"/>
                  <a:pt x="15600" y="18696"/>
                </a:cubicBezTo>
                <a:cubicBezTo>
                  <a:pt x="16375" y="18696"/>
                  <a:pt x="17004" y="19325"/>
                  <a:pt x="17004" y="20100"/>
                </a:cubicBezTo>
                <a:close/>
                <a:moveTo>
                  <a:pt x="5259" y="16080"/>
                </a:moveTo>
                <a:lnTo>
                  <a:pt x="2919" y="19980"/>
                </a:lnTo>
                <a:lnTo>
                  <a:pt x="3321" y="20220"/>
                </a:lnTo>
                <a:lnTo>
                  <a:pt x="5661" y="16320"/>
                </a:lnTo>
                <a:close/>
                <a:moveTo>
                  <a:pt x="5259" y="16320"/>
                </a:moveTo>
                <a:lnTo>
                  <a:pt x="7599" y="20220"/>
                </a:lnTo>
                <a:lnTo>
                  <a:pt x="8001" y="19980"/>
                </a:lnTo>
                <a:lnTo>
                  <a:pt x="5661" y="16080"/>
                </a:lnTo>
                <a:close/>
                <a:moveTo>
                  <a:pt x="13059" y="16080"/>
                </a:moveTo>
                <a:lnTo>
                  <a:pt x="10719" y="19980"/>
                </a:lnTo>
                <a:lnTo>
                  <a:pt x="11121" y="20220"/>
                </a:lnTo>
                <a:lnTo>
                  <a:pt x="13461" y="16320"/>
                </a:lnTo>
                <a:close/>
                <a:moveTo>
                  <a:pt x="13059" y="16320"/>
                </a:moveTo>
                <a:lnTo>
                  <a:pt x="15399" y="20220"/>
                </a:lnTo>
                <a:lnTo>
                  <a:pt x="15801" y="19980"/>
                </a:lnTo>
                <a:lnTo>
                  <a:pt x="13461" y="1608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根因分析·洞察</a:t>
            </a:r>
          </a:p>
        </p:txBody>
      </p:sp>
      <p:sp>
        <p:nvSpPr>
          <p:cNvPr id="70" name="ALERT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232" y="8400"/>
                </a:moveTo>
                <a:cubicBezTo>
                  <a:pt x="11232" y="9434"/>
                  <a:pt x="10394" y="10272"/>
                  <a:pt x="9360" y="10272"/>
                </a:cubicBezTo>
                <a:cubicBezTo>
                  <a:pt x="8326" y="10272"/>
                  <a:pt x="7488" y="9434"/>
                  <a:pt x="7488" y="8400"/>
                </a:cubicBezTo>
                <a:cubicBezTo>
                  <a:pt x="7488" y="7366"/>
                  <a:pt x="8326" y="6528"/>
                  <a:pt x="9360" y="6528"/>
                </a:cubicBezTo>
                <a:cubicBezTo>
                  <a:pt x="10394" y="6528"/>
                  <a:pt x="11232" y="7366"/>
                  <a:pt x="11232" y="8400"/>
                </a:cubicBezTo>
                <a:close/>
                <a:moveTo>
                  <a:pt x="9048" y="9960"/>
                </a:moveTo>
                <a:lnTo>
                  <a:pt x="9048" y="13080"/>
                </a:lnTo>
                <a:lnTo>
                  <a:pt x="9672" y="13080"/>
                </a:lnTo>
                <a:lnTo>
                  <a:pt x="9672" y="9960"/>
                </a:lnTo>
                <a:close/>
                <a:moveTo>
                  <a:pt x="6864" y="14640"/>
                </a:moveTo>
                <a:cubicBezTo>
                  <a:pt x="6864" y="15415"/>
                  <a:pt x="6235" y="16044"/>
                  <a:pt x="5460" y="16044"/>
                </a:cubicBezTo>
                <a:cubicBezTo>
                  <a:pt x="4685" y="16044"/>
                  <a:pt x="4056" y="15415"/>
                  <a:pt x="4056" y="14640"/>
                </a:cubicBezTo>
                <a:cubicBezTo>
                  <a:pt x="4056" y="13865"/>
                  <a:pt x="4685" y="13236"/>
                  <a:pt x="5460" y="13236"/>
                </a:cubicBezTo>
                <a:cubicBezTo>
                  <a:pt x="6235" y="13236"/>
                  <a:pt x="6864" y="13865"/>
                  <a:pt x="6864" y="14640"/>
                </a:cubicBezTo>
                <a:close/>
                <a:moveTo>
                  <a:pt x="14664" y="14640"/>
                </a:moveTo>
                <a:cubicBezTo>
                  <a:pt x="14664" y="15415"/>
                  <a:pt x="14035" y="16044"/>
                  <a:pt x="13260" y="16044"/>
                </a:cubicBezTo>
                <a:cubicBezTo>
                  <a:pt x="12485" y="16044"/>
                  <a:pt x="11856" y="15415"/>
                  <a:pt x="11856" y="14640"/>
                </a:cubicBezTo>
                <a:cubicBezTo>
                  <a:pt x="11856" y="13865"/>
                  <a:pt x="12485" y="13236"/>
                  <a:pt x="13260" y="13236"/>
                </a:cubicBezTo>
                <a:cubicBezTo>
                  <a:pt x="14035" y="13236"/>
                  <a:pt x="14664" y="13865"/>
                  <a:pt x="14664" y="14640"/>
                </a:cubicBezTo>
                <a:close/>
                <a:moveTo>
                  <a:pt x="9244" y="12790"/>
                </a:moveTo>
                <a:lnTo>
                  <a:pt x="5344" y="14350"/>
                </a:lnTo>
                <a:lnTo>
                  <a:pt x="5576" y="14930"/>
                </a:lnTo>
                <a:lnTo>
                  <a:pt x="9476" y="13370"/>
                </a:lnTo>
                <a:close/>
                <a:moveTo>
                  <a:pt x="9244" y="13370"/>
                </a:moveTo>
                <a:lnTo>
                  <a:pt x="13144" y="14930"/>
                </a:lnTo>
                <a:lnTo>
                  <a:pt x="13376" y="14350"/>
                </a:lnTo>
                <a:lnTo>
                  <a:pt x="9476" y="12790"/>
                </a:lnTo>
                <a:close/>
                <a:moveTo>
                  <a:pt x="4524" y="20100"/>
                </a:moveTo>
                <a:cubicBezTo>
                  <a:pt x="4524" y="20875"/>
                  <a:pt x="3895" y="21504"/>
                  <a:pt x="3120" y="21504"/>
                </a:cubicBezTo>
                <a:cubicBezTo>
                  <a:pt x="2345" y="21504"/>
                  <a:pt x="1716" y="20875"/>
                  <a:pt x="1716" y="20100"/>
                </a:cubicBezTo>
                <a:cubicBezTo>
                  <a:pt x="1716" y="19325"/>
                  <a:pt x="2345" y="18696"/>
                  <a:pt x="3120" y="18696"/>
                </a:cubicBezTo>
                <a:cubicBezTo>
                  <a:pt x="3895" y="18696"/>
                  <a:pt x="4524" y="19325"/>
                  <a:pt x="4524" y="20100"/>
                </a:cubicBezTo>
                <a:close/>
                <a:moveTo>
                  <a:pt x="9204" y="20100"/>
                </a:moveTo>
                <a:cubicBezTo>
                  <a:pt x="9204" y="20875"/>
                  <a:pt x="8575" y="21504"/>
                  <a:pt x="7800" y="21504"/>
                </a:cubicBezTo>
                <a:cubicBezTo>
                  <a:pt x="7025" y="21504"/>
                  <a:pt x="6396" y="20875"/>
                  <a:pt x="6396" y="20100"/>
                </a:cubicBezTo>
                <a:cubicBezTo>
                  <a:pt x="6396" y="19325"/>
                  <a:pt x="7025" y="18696"/>
                  <a:pt x="7800" y="18696"/>
                </a:cubicBezTo>
                <a:cubicBezTo>
                  <a:pt x="8575" y="18696"/>
                  <a:pt x="9204" y="19325"/>
                  <a:pt x="9204" y="20100"/>
                </a:cubicBezTo>
                <a:close/>
                <a:moveTo>
                  <a:pt x="12324" y="20100"/>
                </a:moveTo>
                <a:cubicBezTo>
                  <a:pt x="12324" y="20875"/>
                  <a:pt x="11695" y="21504"/>
                  <a:pt x="10920" y="21504"/>
                </a:cubicBezTo>
                <a:cubicBezTo>
                  <a:pt x="10145" y="21504"/>
                  <a:pt x="9516" y="20875"/>
                  <a:pt x="9516" y="20100"/>
                </a:cubicBezTo>
                <a:cubicBezTo>
                  <a:pt x="9516" y="19325"/>
                  <a:pt x="10145" y="18696"/>
                  <a:pt x="10920" y="18696"/>
                </a:cubicBezTo>
                <a:cubicBezTo>
                  <a:pt x="11695" y="18696"/>
                  <a:pt x="12324" y="19325"/>
                  <a:pt x="12324" y="20100"/>
                </a:cubicBezTo>
                <a:close/>
                <a:moveTo>
                  <a:pt x="17004" y="20100"/>
                </a:moveTo>
                <a:cubicBezTo>
                  <a:pt x="17004" y="20875"/>
                  <a:pt x="16375" y="21504"/>
                  <a:pt x="15600" y="21504"/>
                </a:cubicBezTo>
                <a:cubicBezTo>
                  <a:pt x="14825" y="21504"/>
                  <a:pt x="14196" y="20875"/>
                  <a:pt x="14196" y="20100"/>
                </a:cubicBezTo>
                <a:cubicBezTo>
                  <a:pt x="14196" y="19325"/>
                  <a:pt x="14825" y="18696"/>
                  <a:pt x="15600" y="18696"/>
                </a:cubicBezTo>
                <a:cubicBezTo>
                  <a:pt x="16375" y="18696"/>
                  <a:pt x="17004" y="19325"/>
                  <a:pt x="17004" y="20100"/>
                </a:cubicBezTo>
                <a:close/>
                <a:moveTo>
                  <a:pt x="5259" y="16080"/>
                </a:moveTo>
                <a:lnTo>
                  <a:pt x="2919" y="19980"/>
                </a:lnTo>
                <a:lnTo>
                  <a:pt x="3321" y="20220"/>
                </a:lnTo>
                <a:lnTo>
                  <a:pt x="5661" y="16320"/>
                </a:lnTo>
                <a:close/>
                <a:moveTo>
                  <a:pt x="5259" y="16320"/>
                </a:moveTo>
                <a:lnTo>
                  <a:pt x="7599" y="20220"/>
                </a:lnTo>
                <a:lnTo>
                  <a:pt x="8001" y="19980"/>
                </a:lnTo>
                <a:lnTo>
                  <a:pt x="5661" y="16080"/>
                </a:lnTo>
                <a:close/>
                <a:moveTo>
                  <a:pt x="13059" y="16080"/>
                </a:moveTo>
                <a:lnTo>
                  <a:pt x="10719" y="19980"/>
                </a:lnTo>
                <a:lnTo>
                  <a:pt x="11121" y="20220"/>
                </a:lnTo>
                <a:lnTo>
                  <a:pt x="13461" y="16320"/>
                </a:lnTo>
                <a:close/>
                <a:moveTo>
                  <a:pt x="13059" y="16320"/>
                </a:moveTo>
                <a:lnTo>
                  <a:pt x="15399" y="20220"/>
                </a:lnTo>
                <a:lnTo>
                  <a:pt x="15801" y="19980"/>
                </a:lnTo>
                <a:lnTo>
                  <a:pt x="13461" y="16080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根因分析·定时</a:t>
            </a:r>
          </a:p>
        </p:txBody>
      </p:sp>
      <p:sp>
        <p:nvSpPr>
          <p:cNvPr id="73" name="ALERT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1232" y="8400"/>
                </a:moveTo>
                <a:cubicBezTo>
                  <a:pt x="11232" y="9434"/>
                  <a:pt x="10394" y="10272"/>
                  <a:pt x="9360" y="10272"/>
                </a:cubicBezTo>
                <a:cubicBezTo>
                  <a:pt x="8326" y="10272"/>
                  <a:pt x="7488" y="9434"/>
                  <a:pt x="7488" y="8400"/>
                </a:cubicBezTo>
                <a:cubicBezTo>
                  <a:pt x="7488" y="7366"/>
                  <a:pt x="8326" y="6528"/>
                  <a:pt x="9360" y="6528"/>
                </a:cubicBezTo>
                <a:cubicBezTo>
                  <a:pt x="10394" y="6528"/>
                  <a:pt x="11232" y="7366"/>
                  <a:pt x="11232" y="8400"/>
                </a:cubicBezTo>
                <a:close/>
                <a:moveTo>
                  <a:pt x="9048" y="9960"/>
                </a:moveTo>
                <a:lnTo>
                  <a:pt x="9048" y="13080"/>
                </a:lnTo>
                <a:lnTo>
                  <a:pt x="9672" y="13080"/>
                </a:lnTo>
                <a:lnTo>
                  <a:pt x="9672" y="9960"/>
                </a:lnTo>
                <a:close/>
                <a:moveTo>
                  <a:pt x="6864" y="14640"/>
                </a:moveTo>
                <a:cubicBezTo>
                  <a:pt x="6864" y="15415"/>
                  <a:pt x="6235" y="16044"/>
                  <a:pt x="5460" y="16044"/>
                </a:cubicBezTo>
                <a:cubicBezTo>
                  <a:pt x="4685" y="16044"/>
                  <a:pt x="4056" y="15415"/>
                  <a:pt x="4056" y="14640"/>
                </a:cubicBezTo>
                <a:cubicBezTo>
                  <a:pt x="4056" y="13865"/>
                  <a:pt x="4685" y="13236"/>
                  <a:pt x="5460" y="13236"/>
                </a:cubicBezTo>
                <a:cubicBezTo>
                  <a:pt x="6235" y="13236"/>
                  <a:pt x="6864" y="13865"/>
                  <a:pt x="6864" y="14640"/>
                </a:cubicBezTo>
                <a:close/>
                <a:moveTo>
                  <a:pt x="14664" y="14640"/>
                </a:moveTo>
                <a:cubicBezTo>
                  <a:pt x="14664" y="15415"/>
                  <a:pt x="14035" y="16044"/>
                  <a:pt x="13260" y="16044"/>
                </a:cubicBezTo>
                <a:cubicBezTo>
                  <a:pt x="12485" y="16044"/>
                  <a:pt x="11856" y="15415"/>
                  <a:pt x="11856" y="14640"/>
                </a:cubicBezTo>
                <a:cubicBezTo>
                  <a:pt x="11856" y="13865"/>
                  <a:pt x="12485" y="13236"/>
                  <a:pt x="13260" y="13236"/>
                </a:cubicBezTo>
                <a:cubicBezTo>
                  <a:pt x="14035" y="13236"/>
                  <a:pt x="14664" y="13865"/>
                  <a:pt x="14664" y="14640"/>
                </a:cubicBezTo>
                <a:close/>
                <a:moveTo>
                  <a:pt x="9244" y="12790"/>
                </a:moveTo>
                <a:lnTo>
                  <a:pt x="5344" y="14350"/>
                </a:lnTo>
                <a:lnTo>
                  <a:pt x="5576" y="14930"/>
                </a:lnTo>
                <a:lnTo>
                  <a:pt x="9476" y="13370"/>
                </a:lnTo>
                <a:close/>
                <a:moveTo>
                  <a:pt x="9244" y="13370"/>
                </a:moveTo>
                <a:lnTo>
                  <a:pt x="13144" y="14930"/>
                </a:lnTo>
                <a:lnTo>
                  <a:pt x="13376" y="14350"/>
                </a:lnTo>
                <a:lnTo>
                  <a:pt x="9476" y="12790"/>
                </a:lnTo>
                <a:close/>
                <a:moveTo>
                  <a:pt x="4524" y="20100"/>
                </a:moveTo>
                <a:cubicBezTo>
                  <a:pt x="4524" y="20875"/>
                  <a:pt x="3895" y="21504"/>
                  <a:pt x="3120" y="21504"/>
                </a:cubicBezTo>
                <a:cubicBezTo>
                  <a:pt x="2345" y="21504"/>
                  <a:pt x="1716" y="20875"/>
                  <a:pt x="1716" y="20100"/>
                </a:cubicBezTo>
                <a:cubicBezTo>
                  <a:pt x="1716" y="19325"/>
                  <a:pt x="2345" y="18696"/>
                  <a:pt x="3120" y="18696"/>
                </a:cubicBezTo>
                <a:cubicBezTo>
                  <a:pt x="3895" y="18696"/>
                  <a:pt x="4524" y="19325"/>
                  <a:pt x="4524" y="20100"/>
                </a:cubicBezTo>
                <a:close/>
                <a:moveTo>
                  <a:pt x="9204" y="20100"/>
                </a:moveTo>
                <a:cubicBezTo>
                  <a:pt x="9204" y="20875"/>
                  <a:pt x="8575" y="21504"/>
                  <a:pt x="7800" y="21504"/>
                </a:cubicBezTo>
                <a:cubicBezTo>
                  <a:pt x="7025" y="21504"/>
                  <a:pt x="6396" y="20875"/>
                  <a:pt x="6396" y="20100"/>
                </a:cubicBezTo>
                <a:cubicBezTo>
                  <a:pt x="6396" y="19325"/>
                  <a:pt x="7025" y="18696"/>
                  <a:pt x="7800" y="18696"/>
                </a:cubicBezTo>
                <a:cubicBezTo>
                  <a:pt x="8575" y="18696"/>
                  <a:pt x="9204" y="19325"/>
                  <a:pt x="9204" y="20100"/>
                </a:cubicBezTo>
                <a:close/>
                <a:moveTo>
                  <a:pt x="12324" y="20100"/>
                </a:moveTo>
                <a:cubicBezTo>
                  <a:pt x="12324" y="20875"/>
                  <a:pt x="11695" y="21504"/>
                  <a:pt x="10920" y="21504"/>
                </a:cubicBezTo>
                <a:cubicBezTo>
                  <a:pt x="10145" y="21504"/>
                  <a:pt x="9516" y="20875"/>
                  <a:pt x="9516" y="20100"/>
                </a:cubicBezTo>
                <a:cubicBezTo>
                  <a:pt x="9516" y="19325"/>
                  <a:pt x="10145" y="18696"/>
                  <a:pt x="10920" y="18696"/>
                </a:cubicBezTo>
                <a:cubicBezTo>
                  <a:pt x="11695" y="18696"/>
                  <a:pt x="12324" y="19325"/>
                  <a:pt x="12324" y="20100"/>
                </a:cubicBezTo>
                <a:close/>
                <a:moveTo>
                  <a:pt x="17004" y="20100"/>
                </a:moveTo>
                <a:cubicBezTo>
                  <a:pt x="17004" y="20875"/>
                  <a:pt x="16375" y="21504"/>
                  <a:pt x="15600" y="21504"/>
                </a:cubicBezTo>
                <a:cubicBezTo>
                  <a:pt x="14825" y="21504"/>
                  <a:pt x="14196" y="20875"/>
                  <a:pt x="14196" y="20100"/>
                </a:cubicBezTo>
                <a:cubicBezTo>
                  <a:pt x="14196" y="19325"/>
                  <a:pt x="14825" y="18696"/>
                  <a:pt x="15600" y="18696"/>
                </a:cubicBezTo>
                <a:cubicBezTo>
                  <a:pt x="16375" y="18696"/>
                  <a:pt x="17004" y="19325"/>
                  <a:pt x="17004" y="20100"/>
                </a:cubicBezTo>
                <a:close/>
                <a:moveTo>
                  <a:pt x="5259" y="16080"/>
                </a:moveTo>
                <a:lnTo>
                  <a:pt x="2919" y="19980"/>
                </a:lnTo>
                <a:lnTo>
                  <a:pt x="3321" y="20220"/>
                </a:lnTo>
                <a:lnTo>
                  <a:pt x="5661" y="16320"/>
                </a:lnTo>
                <a:close/>
                <a:moveTo>
                  <a:pt x="5259" y="16320"/>
                </a:moveTo>
                <a:lnTo>
                  <a:pt x="7599" y="20220"/>
                </a:lnTo>
                <a:lnTo>
                  <a:pt x="8001" y="19980"/>
                </a:lnTo>
                <a:lnTo>
                  <a:pt x="5661" y="16080"/>
                </a:lnTo>
                <a:close/>
                <a:moveTo>
                  <a:pt x="13059" y="16080"/>
                </a:moveTo>
                <a:lnTo>
                  <a:pt x="10719" y="19980"/>
                </a:lnTo>
                <a:lnTo>
                  <a:pt x="11121" y="20220"/>
                </a:lnTo>
                <a:lnTo>
                  <a:pt x="13461" y="16320"/>
                </a:lnTo>
                <a:close/>
                <a:moveTo>
                  <a:pt x="13059" y="16320"/>
                </a:moveTo>
                <a:lnTo>
                  <a:pt x="15399" y="20220"/>
                </a:lnTo>
                <a:lnTo>
                  <a:pt x="15801" y="19980"/>
                </a:lnTo>
                <a:lnTo>
                  <a:pt x="13461" y="16080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根因分析·同步</a:t>
            </a:r>
          </a:p>
        </p:txBody>
      </p:sp>
      <p:sp>
        <p:nvSpPr>
          <p:cNvPr id="76" name="ALERT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000" y="17000"/>
                </a:moveTo>
                <a:cubicBezTo>
                  <a:pt x="21000" y="18657"/>
                  <a:pt x="19657" y="20000"/>
                  <a:pt x="18000" y="20000"/>
                </a:cubicBezTo>
                <a:cubicBezTo>
                  <a:pt x="16343" y="20000"/>
                  <a:pt x="15000" y="18657"/>
                  <a:pt x="15000" y="17000"/>
                </a:cubicBezTo>
                <a:cubicBezTo>
                  <a:pt x="15000" y="15343"/>
                  <a:pt x="16343" y="14000"/>
                  <a:pt x="18000" y="14000"/>
                </a:cubicBezTo>
                <a:cubicBezTo>
                  <a:pt x="19657" y="14000"/>
                  <a:pt x="21000" y="15343"/>
                  <a:pt x="21000" y="17000"/>
                </a:cubicBezTo>
                <a:close/>
                <a:moveTo>
                  <a:pt x="19600" y="17000"/>
                </a:moveTo>
                <a:cubicBezTo>
                  <a:pt x="19600" y="17884"/>
                  <a:pt x="18884" y="18600"/>
                  <a:pt x="18000" y="18600"/>
                </a:cubicBezTo>
                <a:cubicBezTo>
                  <a:pt x="17116" y="18600"/>
                  <a:pt x="16400" y="17884"/>
                  <a:pt x="16400" y="17000"/>
                </a:cubicBezTo>
                <a:cubicBezTo>
                  <a:pt x="16400" y="16116"/>
                  <a:pt x="17116" y="15400"/>
                  <a:pt x="18000" y="15400"/>
                </a:cubicBezTo>
                <a:cubicBezTo>
                  <a:pt x="18884" y="15400"/>
                  <a:pt x="19600" y="16116"/>
                  <a:pt x="19600" y="17000"/>
                </a:cubicBezTo>
                <a:close/>
                <a:moveTo>
                  <a:pt x="4000" y="4000"/>
                </a:moveTo>
                <a:lnTo>
                  <a:pt x="4000" y="11000"/>
                </a:lnTo>
                <a:quadBezTo>
                  <a:pt x="4000" y="17000"/>
                  <a:pt x="9000" y="17000"/>
                </a:quadBezTo>
                <a:quadBezTo>
                  <a:pt x="14000" y="17000"/>
                  <a:pt x="14000" y="11000"/>
                </a:quadBezTo>
                <a:lnTo>
                  <a:pt x="14000" y="4000"/>
                </a:lnTo>
                <a:moveTo>
                  <a:pt x="3500" y="4000"/>
                </a:moveTo>
                <a:lnTo>
                  <a:pt x="3500" y="11000"/>
                </a:lnTo>
                <a:lnTo>
                  <a:pt x="4500" y="11000"/>
                </a:lnTo>
                <a:lnTo>
                  <a:pt x="4500" y="4000"/>
                </a:lnTo>
                <a:close/>
                <a:moveTo>
                  <a:pt x="13500" y="4000"/>
                </a:moveTo>
                <a:lnTo>
                  <a:pt x="13500" y="11000"/>
                </a:lnTo>
                <a:lnTo>
                  <a:pt x="14500" y="11000"/>
                </a:lnTo>
                <a:lnTo>
                  <a:pt x="14500" y="4000"/>
                </a:lnTo>
                <a:close/>
                <a:moveTo>
                  <a:pt x="4000" y="11000"/>
                </a:moveTo>
                <a:quadBezTo>
                  <a:pt x="4000" y="17000"/>
                  <a:pt x="9000" y="17000"/>
                </a:quadBezTo>
                <a:quadBezTo>
                  <a:pt x="14000" y="17000"/>
                  <a:pt x="14000" y="11000"/>
                </a:quadBezTo>
                <a:moveTo>
                  <a:pt x="15000" y="14400"/>
                </a:moveTo>
                <a:lnTo>
                  <a:pt x="18000" y="14400"/>
                </a:lnTo>
                <a:lnTo>
                  <a:pt x="18000" y="13600"/>
                </a:lnTo>
                <a:lnTo>
                  <a:pt x="15000" y="13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诊断</a:t>
            </a:r>
          </a:p>
        </p:txBody>
      </p:sp>
      <p:sp>
        <p:nvSpPr>
          <p:cNvPr id="79" name="ALERT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8540"/>
                </a:moveTo>
                <a:cubicBezTo>
                  <a:pt x="16380" y="19832"/>
                  <a:pt x="15332" y="20880"/>
                  <a:pt x="14040" y="20880"/>
                </a:cubicBezTo>
                <a:cubicBezTo>
                  <a:pt x="12748" y="20880"/>
                  <a:pt x="11700" y="19832"/>
                  <a:pt x="11700" y="18540"/>
                </a:cubicBezTo>
                <a:cubicBezTo>
                  <a:pt x="11700" y="17248"/>
                  <a:pt x="12748" y="16200"/>
                  <a:pt x="14040" y="16200"/>
                </a:cubicBezTo>
                <a:cubicBezTo>
                  <a:pt x="15332" y="16200"/>
                  <a:pt x="16380" y="17248"/>
                  <a:pt x="16380" y="18540"/>
                </a:cubicBezTo>
                <a:close/>
                <a:moveTo>
                  <a:pt x="15288" y="18540"/>
                </a:moveTo>
                <a:cubicBezTo>
                  <a:pt x="15288" y="19229"/>
                  <a:pt x="14729" y="19788"/>
                  <a:pt x="14040" y="19788"/>
                </a:cubicBezTo>
                <a:cubicBezTo>
                  <a:pt x="13351" y="19788"/>
                  <a:pt x="12792" y="19229"/>
                  <a:pt x="12792" y="18540"/>
                </a:cubicBezTo>
                <a:cubicBezTo>
                  <a:pt x="12792" y="17851"/>
                  <a:pt x="13351" y="17292"/>
                  <a:pt x="14040" y="17292"/>
                </a:cubicBezTo>
                <a:cubicBezTo>
                  <a:pt x="14729" y="17292"/>
                  <a:pt x="15288" y="17851"/>
                  <a:pt x="15288" y="18540"/>
                </a:cubicBezTo>
                <a:close/>
                <a:moveTo>
                  <a:pt x="3120" y="8400"/>
                </a:moveTo>
                <a:lnTo>
                  <a:pt x="3120" y="13860"/>
                </a:lnTo>
                <a:quadBezTo>
                  <a:pt x="3120" y="18540"/>
                  <a:pt x="7020" y="18540"/>
                </a:quadBezTo>
                <a:quadBezTo>
                  <a:pt x="10920" y="18540"/>
                  <a:pt x="10920" y="13860"/>
                </a:quadBezTo>
                <a:lnTo>
                  <a:pt x="10920" y="8400"/>
                </a:lnTo>
                <a:moveTo>
                  <a:pt x="2730" y="8400"/>
                </a:moveTo>
                <a:lnTo>
                  <a:pt x="2730" y="13860"/>
                </a:lnTo>
                <a:lnTo>
                  <a:pt x="3510" y="13860"/>
                </a:lnTo>
                <a:lnTo>
                  <a:pt x="3510" y="8400"/>
                </a:lnTo>
                <a:close/>
                <a:moveTo>
                  <a:pt x="10530" y="8400"/>
                </a:moveTo>
                <a:lnTo>
                  <a:pt x="10530" y="13860"/>
                </a:lnTo>
                <a:lnTo>
                  <a:pt x="11310" y="13860"/>
                </a:lnTo>
                <a:lnTo>
                  <a:pt x="11310" y="8400"/>
                </a:lnTo>
                <a:close/>
                <a:moveTo>
                  <a:pt x="3120" y="13860"/>
                </a:moveTo>
                <a:quadBezTo>
                  <a:pt x="3120" y="18540"/>
                  <a:pt x="7020" y="18540"/>
                </a:quadBezTo>
                <a:quadBezTo>
                  <a:pt x="10920" y="18540"/>
                  <a:pt x="10920" y="13860"/>
                </a:quadBezTo>
                <a:moveTo>
                  <a:pt x="11700" y="16512"/>
                </a:moveTo>
                <a:lnTo>
                  <a:pt x="14040" y="16512"/>
                </a:lnTo>
                <a:lnTo>
                  <a:pt x="14040" y="15888"/>
                </a:lnTo>
                <a:lnTo>
                  <a:pt x="11700" y="15888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诊断·预警</a:t>
            </a:r>
          </a:p>
        </p:txBody>
      </p:sp>
      <p:sp>
        <p:nvSpPr>
          <p:cNvPr id="82" name="ALERT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8540"/>
                </a:moveTo>
                <a:cubicBezTo>
                  <a:pt x="16380" y="19832"/>
                  <a:pt x="15332" y="20880"/>
                  <a:pt x="14040" y="20880"/>
                </a:cubicBezTo>
                <a:cubicBezTo>
                  <a:pt x="12748" y="20880"/>
                  <a:pt x="11700" y="19832"/>
                  <a:pt x="11700" y="18540"/>
                </a:cubicBezTo>
                <a:cubicBezTo>
                  <a:pt x="11700" y="17248"/>
                  <a:pt x="12748" y="16200"/>
                  <a:pt x="14040" y="16200"/>
                </a:cubicBezTo>
                <a:cubicBezTo>
                  <a:pt x="15332" y="16200"/>
                  <a:pt x="16380" y="17248"/>
                  <a:pt x="16380" y="18540"/>
                </a:cubicBezTo>
                <a:close/>
                <a:moveTo>
                  <a:pt x="15288" y="18540"/>
                </a:moveTo>
                <a:cubicBezTo>
                  <a:pt x="15288" y="19229"/>
                  <a:pt x="14729" y="19788"/>
                  <a:pt x="14040" y="19788"/>
                </a:cubicBezTo>
                <a:cubicBezTo>
                  <a:pt x="13351" y="19788"/>
                  <a:pt x="12792" y="19229"/>
                  <a:pt x="12792" y="18540"/>
                </a:cubicBezTo>
                <a:cubicBezTo>
                  <a:pt x="12792" y="17851"/>
                  <a:pt x="13351" y="17292"/>
                  <a:pt x="14040" y="17292"/>
                </a:cubicBezTo>
                <a:cubicBezTo>
                  <a:pt x="14729" y="17292"/>
                  <a:pt x="15288" y="17851"/>
                  <a:pt x="15288" y="18540"/>
                </a:cubicBezTo>
                <a:close/>
                <a:moveTo>
                  <a:pt x="3120" y="8400"/>
                </a:moveTo>
                <a:lnTo>
                  <a:pt x="3120" y="13860"/>
                </a:lnTo>
                <a:quadBezTo>
                  <a:pt x="3120" y="18540"/>
                  <a:pt x="7020" y="18540"/>
                </a:quadBezTo>
                <a:quadBezTo>
                  <a:pt x="10920" y="18540"/>
                  <a:pt x="10920" y="13860"/>
                </a:quadBezTo>
                <a:lnTo>
                  <a:pt x="10920" y="8400"/>
                </a:lnTo>
                <a:moveTo>
                  <a:pt x="2730" y="8400"/>
                </a:moveTo>
                <a:lnTo>
                  <a:pt x="2730" y="13860"/>
                </a:lnTo>
                <a:lnTo>
                  <a:pt x="3510" y="13860"/>
                </a:lnTo>
                <a:lnTo>
                  <a:pt x="3510" y="8400"/>
                </a:lnTo>
                <a:close/>
                <a:moveTo>
                  <a:pt x="10530" y="8400"/>
                </a:moveTo>
                <a:lnTo>
                  <a:pt x="10530" y="13860"/>
                </a:lnTo>
                <a:lnTo>
                  <a:pt x="11310" y="13860"/>
                </a:lnTo>
                <a:lnTo>
                  <a:pt x="11310" y="8400"/>
                </a:lnTo>
                <a:close/>
                <a:moveTo>
                  <a:pt x="3120" y="13860"/>
                </a:moveTo>
                <a:quadBezTo>
                  <a:pt x="3120" y="18540"/>
                  <a:pt x="7020" y="18540"/>
                </a:quadBezTo>
                <a:quadBezTo>
                  <a:pt x="10920" y="18540"/>
                  <a:pt x="10920" y="13860"/>
                </a:quadBezTo>
                <a:moveTo>
                  <a:pt x="11700" y="16512"/>
                </a:moveTo>
                <a:lnTo>
                  <a:pt x="14040" y="16512"/>
                </a:lnTo>
                <a:lnTo>
                  <a:pt x="14040" y="15888"/>
                </a:lnTo>
                <a:lnTo>
                  <a:pt x="11700" y="15888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诊断·失效</a:t>
            </a:r>
          </a:p>
        </p:txBody>
      </p:sp>
      <p:sp>
        <p:nvSpPr>
          <p:cNvPr id="85" name="ALERT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8540"/>
                </a:moveTo>
                <a:cubicBezTo>
                  <a:pt x="16380" y="19832"/>
                  <a:pt x="15332" y="20880"/>
                  <a:pt x="14040" y="20880"/>
                </a:cubicBezTo>
                <a:cubicBezTo>
                  <a:pt x="12748" y="20880"/>
                  <a:pt x="11700" y="19832"/>
                  <a:pt x="11700" y="18540"/>
                </a:cubicBezTo>
                <a:cubicBezTo>
                  <a:pt x="11700" y="17248"/>
                  <a:pt x="12748" y="16200"/>
                  <a:pt x="14040" y="16200"/>
                </a:cubicBezTo>
                <a:cubicBezTo>
                  <a:pt x="15332" y="16200"/>
                  <a:pt x="16380" y="17248"/>
                  <a:pt x="16380" y="18540"/>
                </a:cubicBezTo>
                <a:close/>
                <a:moveTo>
                  <a:pt x="15288" y="18540"/>
                </a:moveTo>
                <a:cubicBezTo>
                  <a:pt x="15288" y="19229"/>
                  <a:pt x="14729" y="19788"/>
                  <a:pt x="14040" y="19788"/>
                </a:cubicBezTo>
                <a:cubicBezTo>
                  <a:pt x="13351" y="19788"/>
                  <a:pt x="12792" y="19229"/>
                  <a:pt x="12792" y="18540"/>
                </a:cubicBezTo>
                <a:cubicBezTo>
                  <a:pt x="12792" y="17851"/>
                  <a:pt x="13351" y="17292"/>
                  <a:pt x="14040" y="17292"/>
                </a:cubicBezTo>
                <a:cubicBezTo>
                  <a:pt x="14729" y="17292"/>
                  <a:pt x="15288" y="17851"/>
                  <a:pt x="15288" y="18540"/>
                </a:cubicBezTo>
                <a:close/>
                <a:moveTo>
                  <a:pt x="3120" y="8400"/>
                </a:moveTo>
                <a:lnTo>
                  <a:pt x="3120" y="13860"/>
                </a:lnTo>
                <a:quadBezTo>
                  <a:pt x="3120" y="18540"/>
                  <a:pt x="7020" y="18540"/>
                </a:quadBezTo>
                <a:quadBezTo>
                  <a:pt x="10920" y="18540"/>
                  <a:pt x="10920" y="13860"/>
                </a:quadBezTo>
                <a:lnTo>
                  <a:pt x="10920" y="8400"/>
                </a:lnTo>
                <a:moveTo>
                  <a:pt x="2730" y="8400"/>
                </a:moveTo>
                <a:lnTo>
                  <a:pt x="2730" y="13860"/>
                </a:lnTo>
                <a:lnTo>
                  <a:pt x="3510" y="13860"/>
                </a:lnTo>
                <a:lnTo>
                  <a:pt x="3510" y="8400"/>
                </a:lnTo>
                <a:close/>
                <a:moveTo>
                  <a:pt x="10530" y="8400"/>
                </a:moveTo>
                <a:lnTo>
                  <a:pt x="10530" y="13860"/>
                </a:lnTo>
                <a:lnTo>
                  <a:pt x="11310" y="13860"/>
                </a:lnTo>
                <a:lnTo>
                  <a:pt x="11310" y="8400"/>
                </a:lnTo>
                <a:close/>
                <a:moveTo>
                  <a:pt x="3120" y="13860"/>
                </a:moveTo>
                <a:quadBezTo>
                  <a:pt x="3120" y="18540"/>
                  <a:pt x="7020" y="18540"/>
                </a:quadBezTo>
                <a:quadBezTo>
                  <a:pt x="10920" y="18540"/>
                  <a:pt x="10920" y="13860"/>
                </a:quadBezTo>
                <a:moveTo>
                  <a:pt x="11700" y="16512"/>
                </a:moveTo>
                <a:lnTo>
                  <a:pt x="14040" y="16512"/>
                </a:lnTo>
                <a:lnTo>
                  <a:pt x="14040" y="15888"/>
                </a:lnTo>
                <a:lnTo>
                  <a:pt x="11700" y="15888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诊断·洞察</a:t>
            </a:r>
          </a:p>
        </p:txBody>
      </p:sp>
      <p:sp>
        <p:nvSpPr>
          <p:cNvPr id="88" name="ALERT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8540"/>
                </a:moveTo>
                <a:cubicBezTo>
                  <a:pt x="16380" y="19832"/>
                  <a:pt x="15332" y="20880"/>
                  <a:pt x="14040" y="20880"/>
                </a:cubicBezTo>
                <a:cubicBezTo>
                  <a:pt x="12748" y="20880"/>
                  <a:pt x="11700" y="19832"/>
                  <a:pt x="11700" y="18540"/>
                </a:cubicBezTo>
                <a:cubicBezTo>
                  <a:pt x="11700" y="17248"/>
                  <a:pt x="12748" y="16200"/>
                  <a:pt x="14040" y="16200"/>
                </a:cubicBezTo>
                <a:cubicBezTo>
                  <a:pt x="15332" y="16200"/>
                  <a:pt x="16380" y="17248"/>
                  <a:pt x="16380" y="18540"/>
                </a:cubicBezTo>
                <a:close/>
                <a:moveTo>
                  <a:pt x="15288" y="18540"/>
                </a:moveTo>
                <a:cubicBezTo>
                  <a:pt x="15288" y="19229"/>
                  <a:pt x="14729" y="19788"/>
                  <a:pt x="14040" y="19788"/>
                </a:cubicBezTo>
                <a:cubicBezTo>
                  <a:pt x="13351" y="19788"/>
                  <a:pt x="12792" y="19229"/>
                  <a:pt x="12792" y="18540"/>
                </a:cubicBezTo>
                <a:cubicBezTo>
                  <a:pt x="12792" y="17851"/>
                  <a:pt x="13351" y="17292"/>
                  <a:pt x="14040" y="17292"/>
                </a:cubicBezTo>
                <a:cubicBezTo>
                  <a:pt x="14729" y="17292"/>
                  <a:pt x="15288" y="17851"/>
                  <a:pt x="15288" y="18540"/>
                </a:cubicBezTo>
                <a:close/>
                <a:moveTo>
                  <a:pt x="3120" y="8400"/>
                </a:moveTo>
                <a:lnTo>
                  <a:pt x="3120" y="13860"/>
                </a:lnTo>
                <a:quadBezTo>
                  <a:pt x="3120" y="18540"/>
                  <a:pt x="7020" y="18540"/>
                </a:quadBezTo>
                <a:quadBezTo>
                  <a:pt x="10920" y="18540"/>
                  <a:pt x="10920" y="13860"/>
                </a:quadBezTo>
                <a:lnTo>
                  <a:pt x="10920" y="8400"/>
                </a:lnTo>
                <a:moveTo>
                  <a:pt x="2730" y="8400"/>
                </a:moveTo>
                <a:lnTo>
                  <a:pt x="2730" y="13860"/>
                </a:lnTo>
                <a:lnTo>
                  <a:pt x="3510" y="13860"/>
                </a:lnTo>
                <a:lnTo>
                  <a:pt x="3510" y="8400"/>
                </a:lnTo>
                <a:close/>
                <a:moveTo>
                  <a:pt x="10530" y="8400"/>
                </a:moveTo>
                <a:lnTo>
                  <a:pt x="10530" y="13860"/>
                </a:lnTo>
                <a:lnTo>
                  <a:pt x="11310" y="13860"/>
                </a:lnTo>
                <a:lnTo>
                  <a:pt x="11310" y="8400"/>
                </a:lnTo>
                <a:close/>
                <a:moveTo>
                  <a:pt x="3120" y="13860"/>
                </a:moveTo>
                <a:quadBezTo>
                  <a:pt x="3120" y="18540"/>
                  <a:pt x="7020" y="18540"/>
                </a:quadBezTo>
                <a:quadBezTo>
                  <a:pt x="10920" y="18540"/>
                  <a:pt x="10920" y="13860"/>
                </a:quadBezTo>
                <a:moveTo>
                  <a:pt x="11700" y="16512"/>
                </a:moveTo>
                <a:lnTo>
                  <a:pt x="14040" y="16512"/>
                </a:lnTo>
                <a:lnTo>
                  <a:pt x="14040" y="15888"/>
                </a:lnTo>
                <a:lnTo>
                  <a:pt x="11700" y="15888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诊断·定时</a:t>
            </a:r>
          </a:p>
        </p:txBody>
      </p:sp>
      <p:sp>
        <p:nvSpPr>
          <p:cNvPr id="91" name="ALERT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8540"/>
                </a:moveTo>
                <a:cubicBezTo>
                  <a:pt x="16380" y="19832"/>
                  <a:pt x="15332" y="20880"/>
                  <a:pt x="14040" y="20880"/>
                </a:cubicBezTo>
                <a:cubicBezTo>
                  <a:pt x="12748" y="20880"/>
                  <a:pt x="11700" y="19832"/>
                  <a:pt x="11700" y="18540"/>
                </a:cubicBezTo>
                <a:cubicBezTo>
                  <a:pt x="11700" y="17248"/>
                  <a:pt x="12748" y="16200"/>
                  <a:pt x="14040" y="16200"/>
                </a:cubicBezTo>
                <a:cubicBezTo>
                  <a:pt x="15332" y="16200"/>
                  <a:pt x="16380" y="17248"/>
                  <a:pt x="16380" y="18540"/>
                </a:cubicBezTo>
                <a:close/>
                <a:moveTo>
                  <a:pt x="15288" y="18540"/>
                </a:moveTo>
                <a:cubicBezTo>
                  <a:pt x="15288" y="19229"/>
                  <a:pt x="14729" y="19788"/>
                  <a:pt x="14040" y="19788"/>
                </a:cubicBezTo>
                <a:cubicBezTo>
                  <a:pt x="13351" y="19788"/>
                  <a:pt x="12792" y="19229"/>
                  <a:pt x="12792" y="18540"/>
                </a:cubicBezTo>
                <a:cubicBezTo>
                  <a:pt x="12792" y="17851"/>
                  <a:pt x="13351" y="17292"/>
                  <a:pt x="14040" y="17292"/>
                </a:cubicBezTo>
                <a:cubicBezTo>
                  <a:pt x="14729" y="17292"/>
                  <a:pt x="15288" y="17851"/>
                  <a:pt x="15288" y="18540"/>
                </a:cubicBezTo>
                <a:close/>
                <a:moveTo>
                  <a:pt x="3120" y="8400"/>
                </a:moveTo>
                <a:lnTo>
                  <a:pt x="3120" y="13860"/>
                </a:lnTo>
                <a:quadBezTo>
                  <a:pt x="3120" y="18540"/>
                  <a:pt x="7020" y="18540"/>
                </a:quadBezTo>
                <a:quadBezTo>
                  <a:pt x="10920" y="18540"/>
                  <a:pt x="10920" y="13860"/>
                </a:quadBezTo>
                <a:lnTo>
                  <a:pt x="10920" y="8400"/>
                </a:lnTo>
                <a:moveTo>
                  <a:pt x="2730" y="8400"/>
                </a:moveTo>
                <a:lnTo>
                  <a:pt x="2730" y="13860"/>
                </a:lnTo>
                <a:lnTo>
                  <a:pt x="3510" y="13860"/>
                </a:lnTo>
                <a:lnTo>
                  <a:pt x="3510" y="8400"/>
                </a:lnTo>
                <a:close/>
                <a:moveTo>
                  <a:pt x="10530" y="8400"/>
                </a:moveTo>
                <a:lnTo>
                  <a:pt x="10530" y="13860"/>
                </a:lnTo>
                <a:lnTo>
                  <a:pt x="11310" y="13860"/>
                </a:lnTo>
                <a:lnTo>
                  <a:pt x="11310" y="8400"/>
                </a:lnTo>
                <a:close/>
                <a:moveTo>
                  <a:pt x="3120" y="13860"/>
                </a:moveTo>
                <a:quadBezTo>
                  <a:pt x="3120" y="18540"/>
                  <a:pt x="7020" y="18540"/>
                </a:quadBezTo>
                <a:quadBezTo>
                  <a:pt x="10920" y="18540"/>
                  <a:pt x="10920" y="13860"/>
                </a:quadBezTo>
                <a:moveTo>
                  <a:pt x="11700" y="16512"/>
                </a:moveTo>
                <a:lnTo>
                  <a:pt x="14040" y="16512"/>
                </a:lnTo>
                <a:lnTo>
                  <a:pt x="14040" y="15888"/>
                </a:lnTo>
                <a:lnTo>
                  <a:pt x="11700" y="15888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诊断·同步</a:t>
            </a:r>
          </a:p>
        </p:txBody>
      </p:sp>
      <p:sp>
        <p:nvSpPr>
          <p:cNvPr id="94" name="ALERT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000" y="13000"/>
                </a:moveTo>
                <a:cubicBezTo>
                  <a:pt x="17000" y="16314"/>
                  <a:pt x="14761" y="19000"/>
                  <a:pt x="12000" y="19000"/>
                </a:cubicBezTo>
                <a:cubicBezTo>
                  <a:pt x="9239" y="19000"/>
                  <a:pt x="7000" y="16314"/>
                  <a:pt x="7000" y="13000"/>
                </a:cubicBezTo>
                <a:cubicBezTo>
                  <a:pt x="7000" y="9686"/>
                  <a:pt x="9239" y="7000"/>
                  <a:pt x="12000" y="7000"/>
                </a:cubicBezTo>
                <a:cubicBezTo>
                  <a:pt x="14761" y="7000"/>
                  <a:pt x="17000" y="9686"/>
                  <a:pt x="17000" y="13000"/>
                </a:cubicBezTo>
                <a:close/>
                <a:moveTo>
                  <a:pt x="7318" y="8682"/>
                </a:moveTo>
                <a:lnTo>
                  <a:pt x="4318" y="5682"/>
                </a:lnTo>
                <a:lnTo>
                  <a:pt x="3682" y="6318"/>
                </a:lnTo>
                <a:lnTo>
                  <a:pt x="6682" y="9318"/>
                </a:lnTo>
                <a:close/>
                <a:moveTo>
                  <a:pt x="17318" y="9318"/>
                </a:moveTo>
                <a:lnTo>
                  <a:pt x="20318" y="6318"/>
                </a:lnTo>
                <a:lnTo>
                  <a:pt x="19682" y="5682"/>
                </a:lnTo>
                <a:lnTo>
                  <a:pt x="16682" y="8682"/>
                </a:lnTo>
                <a:close/>
                <a:moveTo>
                  <a:pt x="7000" y="12550"/>
                </a:moveTo>
                <a:lnTo>
                  <a:pt x="3000" y="12550"/>
                </a:lnTo>
                <a:lnTo>
                  <a:pt x="3000" y="13450"/>
                </a:lnTo>
                <a:lnTo>
                  <a:pt x="7000" y="13450"/>
                </a:lnTo>
                <a:close/>
                <a:moveTo>
                  <a:pt x="17000" y="13450"/>
                </a:moveTo>
                <a:lnTo>
                  <a:pt x="21000" y="13450"/>
                </a:lnTo>
                <a:lnTo>
                  <a:pt x="21000" y="12550"/>
                </a:lnTo>
                <a:lnTo>
                  <a:pt x="17000" y="12550"/>
                </a:lnTo>
                <a:close/>
                <a:moveTo>
                  <a:pt x="6682" y="16682"/>
                </a:moveTo>
                <a:lnTo>
                  <a:pt x="3682" y="19682"/>
                </a:lnTo>
                <a:lnTo>
                  <a:pt x="4318" y="20318"/>
                </a:lnTo>
                <a:lnTo>
                  <a:pt x="7318" y="17318"/>
                </a:lnTo>
                <a:close/>
                <a:moveTo>
                  <a:pt x="16682" y="17318"/>
                </a:moveTo>
                <a:lnTo>
                  <a:pt x="19682" y="20318"/>
                </a:lnTo>
                <a:lnTo>
                  <a:pt x="20318" y="19682"/>
                </a:lnTo>
                <a:lnTo>
                  <a:pt x="17318" y="16682"/>
                </a:lnTo>
                <a:close/>
                <a:moveTo>
                  <a:pt x="10700" y="11000"/>
                </a:moveTo>
                <a:cubicBezTo>
                  <a:pt x="10700" y="11387"/>
                  <a:pt x="10387" y="11700"/>
                  <a:pt x="10000" y="11700"/>
                </a:cubicBezTo>
                <a:cubicBezTo>
                  <a:pt x="9613" y="11700"/>
                  <a:pt x="9300" y="11387"/>
                  <a:pt x="9300" y="11000"/>
                </a:cubicBezTo>
                <a:cubicBezTo>
                  <a:pt x="9300" y="10613"/>
                  <a:pt x="9613" y="10300"/>
                  <a:pt x="10000" y="10300"/>
                </a:cubicBezTo>
                <a:cubicBezTo>
                  <a:pt x="10387" y="10300"/>
                  <a:pt x="10700" y="10613"/>
                  <a:pt x="10700" y="11000"/>
                </a:cubicBezTo>
                <a:close/>
                <a:moveTo>
                  <a:pt x="14700" y="11000"/>
                </a:moveTo>
                <a:cubicBezTo>
                  <a:pt x="14700" y="11387"/>
                  <a:pt x="14387" y="11700"/>
                  <a:pt x="14000" y="11700"/>
                </a:cubicBezTo>
                <a:cubicBezTo>
                  <a:pt x="13613" y="11700"/>
                  <a:pt x="13300" y="11387"/>
                  <a:pt x="13300" y="11000"/>
                </a:cubicBezTo>
                <a:cubicBezTo>
                  <a:pt x="13300" y="10613"/>
                  <a:pt x="13613" y="10300"/>
                  <a:pt x="14000" y="10300"/>
                </a:cubicBezTo>
                <a:cubicBezTo>
                  <a:pt x="14387" y="10300"/>
                  <a:pt x="14700" y="10613"/>
                  <a:pt x="14700" y="11000"/>
                </a:cubicBezTo>
                <a:close/>
                <a:moveTo>
                  <a:pt x="9000" y="6000"/>
                </a:moveTo>
                <a:quadBezTo>
                  <a:pt x="12000" y="3000"/>
                  <a:pt x="15000" y="6000"/>
                </a:quadBezTo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缺陷</a:t>
            </a:r>
          </a:p>
        </p:txBody>
      </p:sp>
      <p:sp>
        <p:nvSpPr>
          <p:cNvPr id="97" name="ALERT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5420"/>
                </a:moveTo>
                <a:cubicBezTo>
                  <a:pt x="13260" y="18005"/>
                  <a:pt x="11514" y="20100"/>
                  <a:pt x="9360" y="20100"/>
                </a:cubicBezTo>
                <a:cubicBezTo>
                  <a:pt x="7206" y="20100"/>
                  <a:pt x="5460" y="18005"/>
                  <a:pt x="5460" y="15420"/>
                </a:cubicBezTo>
                <a:cubicBezTo>
                  <a:pt x="5460" y="12835"/>
                  <a:pt x="7206" y="10740"/>
                  <a:pt x="9360" y="10740"/>
                </a:cubicBezTo>
                <a:cubicBezTo>
                  <a:pt x="11514" y="10740"/>
                  <a:pt x="13260" y="12835"/>
                  <a:pt x="13260" y="15420"/>
                </a:cubicBezTo>
                <a:close/>
                <a:moveTo>
                  <a:pt x="5708" y="12052"/>
                </a:moveTo>
                <a:lnTo>
                  <a:pt x="3368" y="9712"/>
                </a:lnTo>
                <a:lnTo>
                  <a:pt x="2872" y="10208"/>
                </a:lnTo>
                <a:lnTo>
                  <a:pt x="5212" y="12548"/>
                </a:lnTo>
                <a:close/>
                <a:moveTo>
                  <a:pt x="13508" y="12548"/>
                </a:moveTo>
                <a:lnTo>
                  <a:pt x="15848" y="10208"/>
                </a:lnTo>
                <a:lnTo>
                  <a:pt x="15352" y="9712"/>
                </a:lnTo>
                <a:lnTo>
                  <a:pt x="13012" y="12052"/>
                </a:lnTo>
                <a:close/>
                <a:moveTo>
                  <a:pt x="5460" y="15069"/>
                </a:moveTo>
                <a:lnTo>
                  <a:pt x="2340" y="15069"/>
                </a:lnTo>
                <a:lnTo>
                  <a:pt x="2340" y="15771"/>
                </a:lnTo>
                <a:lnTo>
                  <a:pt x="5460" y="15771"/>
                </a:lnTo>
                <a:close/>
                <a:moveTo>
                  <a:pt x="13260" y="15771"/>
                </a:moveTo>
                <a:lnTo>
                  <a:pt x="16380" y="15771"/>
                </a:lnTo>
                <a:lnTo>
                  <a:pt x="16380" y="15069"/>
                </a:lnTo>
                <a:lnTo>
                  <a:pt x="13260" y="15069"/>
                </a:lnTo>
                <a:close/>
                <a:moveTo>
                  <a:pt x="5212" y="18292"/>
                </a:moveTo>
                <a:lnTo>
                  <a:pt x="2872" y="20632"/>
                </a:lnTo>
                <a:lnTo>
                  <a:pt x="3368" y="21128"/>
                </a:lnTo>
                <a:lnTo>
                  <a:pt x="5708" y="18788"/>
                </a:lnTo>
                <a:close/>
                <a:moveTo>
                  <a:pt x="13012" y="18788"/>
                </a:moveTo>
                <a:lnTo>
                  <a:pt x="15352" y="21128"/>
                </a:lnTo>
                <a:lnTo>
                  <a:pt x="15848" y="20632"/>
                </a:lnTo>
                <a:lnTo>
                  <a:pt x="13508" y="18292"/>
                </a:lnTo>
                <a:close/>
                <a:moveTo>
                  <a:pt x="8346" y="13860"/>
                </a:moveTo>
                <a:cubicBezTo>
                  <a:pt x="8346" y="14162"/>
                  <a:pt x="8102" y="14406"/>
                  <a:pt x="7800" y="14406"/>
                </a:cubicBezTo>
                <a:cubicBezTo>
                  <a:pt x="7498" y="14406"/>
                  <a:pt x="7254" y="14162"/>
                  <a:pt x="7254" y="13860"/>
                </a:cubicBezTo>
                <a:cubicBezTo>
                  <a:pt x="7254" y="13558"/>
                  <a:pt x="7498" y="13314"/>
                  <a:pt x="7800" y="13314"/>
                </a:cubicBezTo>
                <a:cubicBezTo>
                  <a:pt x="8102" y="13314"/>
                  <a:pt x="8346" y="13558"/>
                  <a:pt x="8346" y="13860"/>
                </a:cubicBezTo>
                <a:close/>
                <a:moveTo>
                  <a:pt x="11466" y="13860"/>
                </a:moveTo>
                <a:cubicBezTo>
                  <a:pt x="11466" y="14162"/>
                  <a:pt x="11222" y="14406"/>
                  <a:pt x="10920" y="14406"/>
                </a:cubicBezTo>
                <a:cubicBezTo>
                  <a:pt x="10618" y="14406"/>
                  <a:pt x="10374" y="14162"/>
                  <a:pt x="10374" y="13860"/>
                </a:cubicBezTo>
                <a:cubicBezTo>
                  <a:pt x="10374" y="13558"/>
                  <a:pt x="10618" y="13314"/>
                  <a:pt x="10920" y="13314"/>
                </a:cubicBezTo>
                <a:cubicBezTo>
                  <a:pt x="11222" y="13314"/>
                  <a:pt x="11466" y="13558"/>
                  <a:pt x="11466" y="13860"/>
                </a:cubicBezTo>
                <a:close/>
                <a:moveTo>
                  <a:pt x="7020" y="9960"/>
                </a:moveTo>
                <a:quadBezTo>
                  <a:pt x="9360" y="7620"/>
                  <a:pt x="11700" y="9960"/>
                </a:quadBezTo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缺陷·预警</a:t>
            </a:r>
          </a:p>
        </p:txBody>
      </p:sp>
      <p:sp>
        <p:nvSpPr>
          <p:cNvPr id="100" name="ALERT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5420"/>
                </a:moveTo>
                <a:cubicBezTo>
                  <a:pt x="13260" y="18005"/>
                  <a:pt x="11514" y="20100"/>
                  <a:pt x="9360" y="20100"/>
                </a:cubicBezTo>
                <a:cubicBezTo>
                  <a:pt x="7206" y="20100"/>
                  <a:pt x="5460" y="18005"/>
                  <a:pt x="5460" y="15420"/>
                </a:cubicBezTo>
                <a:cubicBezTo>
                  <a:pt x="5460" y="12835"/>
                  <a:pt x="7206" y="10740"/>
                  <a:pt x="9360" y="10740"/>
                </a:cubicBezTo>
                <a:cubicBezTo>
                  <a:pt x="11514" y="10740"/>
                  <a:pt x="13260" y="12835"/>
                  <a:pt x="13260" y="15420"/>
                </a:cubicBezTo>
                <a:close/>
                <a:moveTo>
                  <a:pt x="5708" y="12052"/>
                </a:moveTo>
                <a:lnTo>
                  <a:pt x="3368" y="9712"/>
                </a:lnTo>
                <a:lnTo>
                  <a:pt x="2872" y="10208"/>
                </a:lnTo>
                <a:lnTo>
                  <a:pt x="5212" y="12548"/>
                </a:lnTo>
                <a:close/>
                <a:moveTo>
                  <a:pt x="13508" y="12548"/>
                </a:moveTo>
                <a:lnTo>
                  <a:pt x="15848" y="10208"/>
                </a:lnTo>
                <a:lnTo>
                  <a:pt x="15352" y="9712"/>
                </a:lnTo>
                <a:lnTo>
                  <a:pt x="13012" y="12052"/>
                </a:lnTo>
                <a:close/>
                <a:moveTo>
                  <a:pt x="5460" y="15069"/>
                </a:moveTo>
                <a:lnTo>
                  <a:pt x="2340" y="15069"/>
                </a:lnTo>
                <a:lnTo>
                  <a:pt x="2340" y="15771"/>
                </a:lnTo>
                <a:lnTo>
                  <a:pt x="5460" y="15771"/>
                </a:lnTo>
                <a:close/>
                <a:moveTo>
                  <a:pt x="13260" y="15771"/>
                </a:moveTo>
                <a:lnTo>
                  <a:pt x="16380" y="15771"/>
                </a:lnTo>
                <a:lnTo>
                  <a:pt x="16380" y="15069"/>
                </a:lnTo>
                <a:lnTo>
                  <a:pt x="13260" y="15069"/>
                </a:lnTo>
                <a:close/>
                <a:moveTo>
                  <a:pt x="5212" y="18292"/>
                </a:moveTo>
                <a:lnTo>
                  <a:pt x="2872" y="20632"/>
                </a:lnTo>
                <a:lnTo>
                  <a:pt x="3368" y="21128"/>
                </a:lnTo>
                <a:lnTo>
                  <a:pt x="5708" y="18788"/>
                </a:lnTo>
                <a:close/>
                <a:moveTo>
                  <a:pt x="13012" y="18788"/>
                </a:moveTo>
                <a:lnTo>
                  <a:pt x="15352" y="21128"/>
                </a:lnTo>
                <a:lnTo>
                  <a:pt x="15848" y="20632"/>
                </a:lnTo>
                <a:lnTo>
                  <a:pt x="13508" y="18292"/>
                </a:lnTo>
                <a:close/>
                <a:moveTo>
                  <a:pt x="8346" y="13860"/>
                </a:moveTo>
                <a:cubicBezTo>
                  <a:pt x="8346" y="14162"/>
                  <a:pt x="8102" y="14406"/>
                  <a:pt x="7800" y="14406"/>
                </a:cubicBezTo>
                <a:cubicBezTo>
                  <a:pt x="7498" y="14406"/>
                  <a:pt x="7254" y="14162"/>
                  <a:pt x="7254" y="13860"/>
                </a:cubicBezTo>
                <a:cubicBezTo>
                  <a:pt x="7254" y="13558"/>
                  <a:pt x="7498" y="13314"/>
                  <a:pt x="7800" y="13314"/>
                </a:cubicBezTo>
                <a:cubicBezTo>
                  <a:pt x="8102" y="13314"/>
                  <a:pt x="8346" y="13558"/>
                  <a:pt x="8346" y="13860"/>
                </a:cubicBezTo>
                <a:close/>
                <a:moveTo>
                  <a:pt x="11466" y="13860"/>
                </a:moveTo>
                <a:cubicBezTo>
                  <a:pt x="11466" y="14162"/>
                  <a:pt x="11222" y="14406"/>
                  <a:pt x="10920" y="14406"/>
                </a:cubicBezTo>
                <a:cubicBezTo>
                  <a:pt x="10618" y="14406"/>
                  <a:pt x="10374" y="14162"/>
                  <a:pt x="10374" y="13860"/>
                </a:cubicBezTo>
                <a:cubicBezTo>
                  <a:pt x="10374" y="13558"/>
                  <a:pt x="10618" y="13314"/>
                  <a:pt x="10920" y="13314"/>
                </a:cubicBezTo>
                <a:cubicBezTo>
                  <a:pt x="11222" y="13314"/>
                  <a:pt x="11466" y="13558"/>
                  <a:pt x="11466" y="13860"/>
                </a:cubicBezTo>
                <a:close/>
                <a:moveTo>
                  <a:pt x="7020" y="9960"/>
                </a:moveTo>
                <a:quadBezTo>
                  <a:pt x="9360" y="7620"/>
                  <a:pt x="11700" y="9960"/>
                </a:quadBezTo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缺陷·失效</a:t>
            </a:r>
          </a:p>
        </p:txBody>
      </p:sp>
      <p:sp>
        <p:nvSpPr>
          <p:cNvPr id="103" name="ALERT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5420"/>
                </a:moveTo>
                <a:cubicBezTo>
                  <a:pt x="13260" y="18005"/>
                  <a:pt x="11514" y="20100"/>
                  <a:pt x="9360" y="20100"/>
                </a:cubicBezTo>
                <a:cubicBezTo>
                  <a:pt x="7206" y="20100"/>
                  <a:pt x="5460" y="18005"/>
                  <a:pt x="5460" y="15420"/>
                </a:cubicBezTo>
                <a:cubicBezTo>
                  <a:pt x="5460" y="12835"/>
                  <a:pt x="7206" y="10740"/>
                  <a:pt x="9360" y="10740"/>
                </a:cubicBezTo>
                <a:cubicBezTo>
                  <a:pt x="11514" y="10740"/>
                  <a:pt x="13260" y="12835"/>
                  <a:pt x="13260" y="15420"/>
                </a:cubicBezTo>
                <a:close/>
                <a:moveTo>
                  <a:pt x="5708" y="12052"/>
                </a:moveTo>
                <a:lnTo>
                  <a:pt x="3368" y="9712"/>
                </a:lnTo>
                <a:lnTo>
                  <a:pt x="2872" y="10208"/>
                </a:lnTo>
                <a:lnTo>
                  <a:pt x="5212" y="12548"/>
                </a:lnTo>
                <a:close/>
                <a:moveTo>
                  <a:pt x="13508" y="12548"/>
                </a:moveTo>
                <a:lnTo>
                  <a:pt x="15848" y="10208"/>
                </a:lnTo>
                <a:lnTo>
                  <a:pt x="15352" y="9712"/>
                </a:lnTo>
                <a:lnTo>
                  <a:pt x="13012" y="12052"/>
                </a:lnTo>
                <a:close/>
                <a:moveTo>
                  <a:pt x="5460" y="15069"/>
                </a:moveTo>
                <a:lnTo>
                  <a:pt x="2340" y="15069"/>
                </a:lnTo>
                <a:lnTo>
                  <a:pt x="2340" y="15771"/>
                </a:lnTo>
                <a:lnTo>
                  <a:pt x="5460" y="15771"/>
                </a:lnTo>
                <a:close/>
                <a:moveTo>
                  <a:pt x="13260" y="15771"/>
                </a:moveTo>
                <a:lnTo>
                  <a:pt x="16380" y="15771"/>
                </a:lnTo>
                <a:lnTo>
                  <a:pt x="16380" y="15069"/>
                </a:lnTo>
                <a:lnTo>
                  <a:pt x="13260" y="15069"/>
                </a:lnTo>
                <a:close/>
                <a:moveTo>
                  <a:pt x="5212" y="18292"/>
                </a:moveTo>
                <a:lnTo>
                  <a:pt x="2872" y="20632"/>
                </a:lnTo>
                <a:lnTo>
                  <a:pt x="3368" y="21128"/>
                </a:lnTo>
                <a:lnTo>
                  <a:pt x="5708" y="18788"/>
                </a:lnTo>
                <a:close/>
                <a:moveTo>
                  <a:pt x="13012" y="18788"/>
                </a:moveTo>
                <a:lnTo>
                  <a:pt x="15352" y="21128"/>
                </a:lnTo>
                <a:lnTo>
                  <a:pt x="15848" y="20632"/>
                </a:lnTo>
                <a:lnTo>
                  <a:pt x="13508" y="18292"/>
                </a:lnTo>
                <a:close/>
                <a:moveTo>
                  <a:pt x="8346" y="13860"/>
                </a:moveTo>
                <a:cubicBezTo>
                  <a:pt x="8346" y="14162"/>
                  <a:pt x="8102" y="14406"/>
                  <a:pt x="7800" y="14406"/>
                </a:cubicBezTo>
                <a:cubicBezTo>
                  <a:pt x="7498" y="14406"/>
                  <a:pt x="7254" y="14162"/>
                  <a:pt x="7254" y="13860"/>
                </a:cubicBezTo>
                <a:cubicBezTo>
                  <a:pt x="7254" y="13558"/>
                  <a:pt x="7498" y="13314"/>
                  <a:pt x="7800" y="13314"/>
                </a:cubicBezTo>
                <a:cubicBezTo>
                  <a:pt x="8102" y="13314"/>
                  <a:pt x="8346" y="13558"/>
                  <a:pt x="8346" y="13860"/>
                </a:cubicBezTo>
                <a:close/>
                <a:moveTo>
                  <a:pt x="11466" y="13860"/>
                </a:moveTo>
                <a:cubicBezTo>
                  <a:pt x="11466" y="14162"/>
                  <a:pt x="11222" y="14406"/>
                  <a:pt x="10920" y="14406"/>
                </a:cubicBezTo>
                <a:cubicBezTo>
                  <a:pt x="10618" y="14406"/>
                  <a:pt x="10374" y="14162"/>
                  <a:pt x="10374" y="13860"/>
                </a:cubicBezTo>
                <a:cubicBezTo>
                  <a:pt x="10374" y="13558"/>
                  <a:pt x="10618" y="13314"/>
                  <a:pt x="10920" y="13314"/>
                </a:cubicBezTo>
                <a:cubicBezTo>
                  <a:pt x="11222" y="13314"/>
                  <a:pt x="11466" y="13558"/>
                  <a:pt x="11466" y="13860"/>
                </a:cubicBezTo>
                <a:close/>
                <a:moveTo>
                  <a:pt x="7020" y="9960"/>
                </a:moveTo>
                <a:quadBezTo>
                  <a:pt x="9360" y="7620"/>
                  <a:pt x="11700" y="9960"/>
                </a:quadBezTo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缺陷·洞察</a:t>
            </a:r>
          </a:p>
        </p:txBody>
      </p:sp>
      <p:sp>
        <p:nvSpPr>
          <p:cNvPr id="106" name="ALERT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5420"/>
                </a:moveTo>
                <a:cubicBezTo>
                  <a:pt x="13260" y="18005"/>
                  <a:pt x="11514" y="20100"/>
                  <a:pt x="9360" y="20100"/>
                </a:cubicBezTo>
                <a:cubicBezTo>
                  <a:pt x="7206" y="20100"/>
                  <a:pt x="5460" y="18005"/>
                  <a:pt x="5460" y="15420"/>
                </a:cubicBezTo>
                <a:cubicBezTo>
                  <a:pt x="5460" y="12835"/>
                  <a:pt x="7206" y="10740"/>
                  <a:pt x="9360" y="10740"/>
                </a:cubicBezTo>
                <a:cubicBezTo>
                  <a:pt x="11514" y="10740"/>
                  <a:pt x="13260" y="12835"/>
                  <a:pt x="13260" y="15420"/>
                </a:cubicBezTo>
                <a:close/>
                <a:moveTo>
                  <a:pt x="5708" y="12052"/>
                </a:moveTo>
                <a:lnTo>
                  <a:pt x="3368" y="9712"/>
                </a:lnTo>
                <a:lnTo>
                  <a:pt x="2872" y="10208"/>
                </a:lnTo>
                <a:lnTo>
                  <a:pt x="5212" y="12548"/>
                </a:lnTo>
                <a:close/>
                <a:moveTo>
                  <a:pt x="13508" y="12548"/>
                </a:moveTo>
                <a:lnTo>
                  <a:pt x="15848" y="10208"/>
                </a:lnTo>
                <a:lnTo>
                  <a:pt x="15352" y="9712"/>
                </a:lnTo>
                <a:lnTo>
                  <a:pt x="13012" y="12052"/>
                </a:lnTo>
                <a:close/>
                <a:moveTo>
                  <a:pt x="5460" y="15069"/>
                </a:moveTo>
                <a:lnTo>
                  <a:pt x="2340" y="15069"/>
                </a:lnTo>
                <a:lnTo>
                  <a:pt x="2340" y="15771"/>
                </a:lnTo>
                <a:lnTo>
                  <a:pt x="5460" y="15771"/>
                </a:lnTo>
                <a:close/>
                <a:moveTo>
                  <a:pt x="13260" y="15771"/>
                </a:moveTo>
                <a:lnTo>
                  <a:pt x="16380" y="15771"/>
                </a:lnTo>
                <a:lnTo>
                  <a:pt x="16380" y="15069"/>
                </a:lnTo>
                <a:lnTo>
                  <a:pt x="13260" y="15069"/>
                </a:lnTo>
                <a:close/>
                <a:moveTo>
                  <a:pt x="5212" y="18292"/>
                </a:moveTo>
                <a:lnTo>
                  <a:pt x="2872" y="20632"/>
                </a:lnTo>
                <a:lnTo>
                  <a:pt x="3368" y="21128"/>
                </a:lnTo>
                <a:lnTo>
                  <a:pt x="5708" y="18788"/>
                </a:lnTo>
                <a:close/>
                <a:moveTo>
                  <a:pt x="13012" y="18788"/>
                </a:moveTo>
                <a:lnTo>
                  <a:pt x="15352" y="21128"/>
                </a:lnTo>
                <a:lnTo>
                  <a:pt x="15848" y="20632"/>
                </a:lnTo>
                <a:lnTo>
                  <a:pt x="13508" y="18292"/>
                </a:lnTo>
                <a:close/>
                <a:moveTo>
                  <a:pt x="8346" y="13860"/>
                </a:moveTo>
                <a:cubicBezTo>
                  <a:pt x="8346" y="14162"/>
                  <a:pt x="8102" y="14406"/>
                  <a:pt x="7800" y="14406"/>
                </a:cubicBezTo>
                <a:cubicBezTo>
                  <a:pt x="7498" y="14406"/>
                  <a:pt x="7254" y="14162"/>
                  <a:pt x="7254" y="13860"/>
                </a:cubicBezTo>
                <a:cubicBezTo>
                  <a:pt x="7254" y="13558"/>
                  <a:pt x="7498" y="13314"/>
                  <a:pt x="7800" y="13314"/>
                </a:cubicBezTo>
                <a:cubicBezTo>
                  <a:pt x="8102" y="13314"/>
                  <a:pt x="8346" y="13558"/>
                  <a:pt x="8346" y="13860"/>
                </a:cubicBezTo>
                <a:close/>
                <a:moveTo>
                  <a:pt x="11466" y="13860"/>
                </a:moveTo>
                <a:cubicBezTo>
                  <a:pt x="11466" y="14162"/>
                  <a:pt x="11222" y="14406"/>
                  <a:pt x="10920" y="14406"/>
                </a:cubicBezTo>
                <a:cubicBezTo>
                  <a:pt x="10618" y="14406"/>
                  <a:pt x="10374" y="14162"/>
                  <a:pt x="10374" y="13860"/>
                </a:cubicBezTo>
                <a:cubicBezTo>
                  <a:pt x="10374" y="13558"/>
                  <a:pt x="10618" y="13314"/>
                  <a:pt x="10920" y="13314"/>
                </a:cubicBezTo>
                <a:cubicBezTo>
                  <a:pt x="11222" y="13314"/>
                  <a:pt x="11466" y="13558"/>
                  <a:pt x="11466" y="13860"/>
                </a:cubicBezTo>
                <a:close/>
                <a:moveTo>
                  <a:pt x="7020" y="9960"/>
                </a:moveTo>
                <a:quadBezTo>
                  <a:pt x="9360" y="7620"/>
                  <a:pt x="11700" y="9960"/>
                </a:quadBezTo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缺陷·定时</a:t>
            </a:r>
          </a:p>
        </p:txBody>
      </p:sp>
      <p:sp>
        <p:nvSpPr>
          <p:cNvPr id="109" name="ALERT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5420"/>
                </a:moveTo>
                <a:cubicBezTo>
                  <a:pt x="13260" y="18005"/>
                  <a:pt x="11514" y="20100"/>
                  <a:pt x="9360" y="20100"/>
                </a:cubicBezTo>
                <a:cubicBezTo>
                  <a:pt x="7206" y="20100"/>
                  <a:pt x="5460" y="18005"/>
                  <a:pt x="5460" y="15420"/>
                </a:cubicBezTo>
                <a:cubicBezTo>
                  <a:pt x="5460" y="12835"/>
                  <a:pt x="7206" y="10740"/>
                  <a:pt x="9360" y="10740"/>
                </a:cubicBezTo>
                <a:cubicBezTo>
                  <a:pt x="11514" y="10740"/>
                  <a:pt x="13260" y="12835"/>
                  <a:pt x="13260" y="15420"/>
                </a:cubicBezTo>
                <a:close/>
                <a:moveTo>
                  <a:pt x="5708" y="12052"/>
                </a:moveTo>
                <a:lnTo>
                  <a:pt x="3368" y="9712"/>
                </a:lnTo>
                <a:lnTo>
                  <a:pt x="2872" y="10208"/>
                </a:lnTo>
                <a:lnTo>
                  <a:pt x="5212" y="12548"/>
                </a:lnTo>
                <a:close/>
                <a:moveTo>
                  <a:pt x="13508" y="12548"/>
                </a:moveTo>
                <a:lnTo>
                  <a:pt x="15848" y="10208"/>
                </a:lnTo>
                <a:lnTo>
                  <a:pt x="15352" y="9712"/>
                </a:lnTo>
                <a:lnTo>
                  <a:pt x="13012" y="12052"/>
                </a:lnTo>
                <a:close/>
                <a:moveTo>
                  <a:pt x="5460" y="15069"/>
                </a:moveTo>
                <a:lnTo>
                  <a:pt x="2340" y="15069"/>
                </a:lnTo>
                <a:lnTo>
                  <a:pt x="2340" y="15771"/>
                </a:lnTo>
                <a:lnTo>
                  <a:pt x="5460" y="15771"/>
                </a:lnTo>
                <a:close/>
                <a:moveTo>
                  <a:pt x="13260" y="15771"/>
                </a:moveTo>
                <a:lnTo>
                  <a:pt x="16380" y="15771"/>
                </a:lnTo>
                <a:lnTo>
                  <a:pt x="16380" y="15069"/>
                </a:lnTo>
                <a:lnTo>
                  <a:pt x="13260" y="15069"/>
                </a:lnTo>
                <a:close/>
                <a:moveTo>
                  <a:pt x="5212" y="18292"/>
                </a:moveTo>
                <a:lnTo>
                  <a:pt x="2872" y="20632"/>
                </a:lnTo>
                <a:lnTo>
                  <a:pt x="3368" y="21128"/>
                </a:lnTo>
                <a:lnTo>
                  <a:pt x="5708" y="18788"/>
                </a:lnTo>
                <a:close/>
                <a:moveTo>
                  <a:pt x="13012" y="18788"/>
                </a:moveTo>
                <a:lnTo>
                  <a:pt x="15352" y="21128"/>
                </a:lnTo>
                <a:lnTo>
                  <a:pt x="15848" y="20632"/>
                </a:lnTo>
                <a:lnTo>
                  <a:pt x="13508" y="18292"/>
                </a:lnTo>
                <a:close/>
                <a:moveTo>
                  <a:pt x="8346" y="13860"/>
                </a:moveTo>
                <a:cubicBezTo>
                  <a:pt x="8346" y="14162"/>
                  <a:pt x="8102" y="14406"/>
                  <a:pt x="7800" y="14406"/>
                </a:cubicBezTo>
                <a:cubicBezTo>
                  <a:pt x="7498" y="14406"/>
                  <a:pt x="7254" y="14162"/>
                  <a:pt x="7254" y="13860"/>
                </a:cubicBezTo>
                <a:cubicBezTo>
                  <a:pt x="7254" y="13558"/>
                  <a:pt x="7498" y="13314"/>
                  <a:pt x="7800" y="13314"/>
                </a:cubicBezTo>
                <a:cubicBezTo>
                  <a:pt x="8102" y="13314"/>
                  <a:pt x="8346" y="13558"/>
                  <a:pt x="8346" y="13860"/>
                </a:cubicBezTo>
                <a:close/>
                <a:moveTo>
                  <a:pt x="11466" y="13860"/>
                </a:moveTo>
                <a:cubicBezTo>
                  <a:pt x="11466" y="14162"/>
                  <a:pt x="11222" y="14406"/>
                  <a:pt x="10920" y="14406"/>
                </a:cubicBezTo>
                <a:cubicBezTo>
                  <a:pt x="10618" y="14406"/>
                  <a:pt x="10374" y="14162"/>
                  <a:pt x="10374" y="13860"/>
                </a:cubicBezTo>
                <a:cubicBezTo>
                  <a:pt x="10374" y="13558"/>
                  <a:pt x="10618" y="13314"/>
                  <a:pt x="10920" y="13314"/>
                </a:cubicBezTo>
                <a:cubicBezTo>
                  <a:pt x="11222" y="13314"/>
                  <a:pt x="11466" y="13558"/>
                  <a:pt x="11466" y="13860"/>
                </a:cubicBezTo>
                <a:close/>
                <a:moveTo>
                  <a:pt x="7020" y="9960"/>
                </a:moveTo>
                <a:quadBezTo>
                  <a:pt x="9360" y="7620"/>
                  <a:pt x="11700" y="9960"/>
                </a:quadBezTo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缺陷·同步</a:t>
            </a:r>
          </a:p>
        </p:txBody>
      </p:sp>
      <p:sp>
        <p:nvSpPr>
          <p:cNvPr id="112" name="ALERT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000" y="12000"/>
                </a:moveTo>
                <a:cubicBezTo>
                  <a:pt x="17000" y="15866"/>
                  <a:pt x="13866" y="19000"/>
                  <a:pt x="10000" y="19000"/>
                </a:cubicBezTo>
                <a:cubicBezTo>
                  <a:pt x="6134" y="19000"/>
                  <a:pt x="3000" y="15866"/>
                  <a:pt x="3000" y="12000"/>
                </a:cubicBezTo>
                <a:cubicBezTo>
                  <a:pt x="3000" y="8134"/>
                  <a:pt x="6134" y="5000"/>
                  <a:pt x="10000" y="5000"/>
                </a:cubicBezTo>
                <a:cubicBezTo>
                  <a:pt x="13866" y="5000"/>
                  <a:pt x="17000" y="8134"/>
                  <a:pt x="17000" y="12000"/>
                </a:cubicBezTo>
                <a:close/>
                <a:moveTo>
                  <a:pt x="15400" y="12000"/>
                </a:moveTo>
                <a:cubicBezTo>
                  <a:pt x="15400" y="9018"/>
                  <a:pt x="12982" y="6600"/>
                  <a:pt x="10000" y="6600"/>
                </a:cubicBezTo>
                <a:cubicBezTo>
                  <a:pt x="7018" y="6600"/>
                  <a:pt x="4600" y="9018"/>
                  <a:pt x="4600" y="12000"/>
                </a:cubicBezTo>
                <a:cubicBezTo>
                  <a:pt x="4600" y="14982"/>
                  <a:pt x="7018" y="17400"/>
                  <a:pt x="10000" y="17400"/>
                </a:cubicBezTo>
                <a:cubicBezTo>
                  <a:pt x="12982" y="17400"/>
                  <a:pt x="15400" y="14982"/>
                  <a:pt x="15400" y="12000"/>
                </a:cubicBezTo>
                <a:close/>
                <a:moveTo>
                  <a:pt x="10495" y="12495"/>
                </a:moveTo>
                <a:lnTo>
                  <a:pt x="14495" y="8495"/>
                </a:lnTo>
                <a:lnTo>
                  <a:pt x="13505" y="7505"/>
                </a:lnTo>
                <a:lnTo>
                  <a:pt x="9505" y="11505"/>
                </a:lnTo>
                <a:close/>
                <a:moveTo>
                  <a:pt x="10700" y="12000"/>
                </a:moveTo>
                <a:lnTo>
                  <a:pt x="10700" y="7000"/>
                </a:lnTo>
                <a:lnTo>
                  <a:pt x="9300" y="7000"/>
                </a:lnTo>
                <a:lnTo>
                  <a:pt x="9300" y="12000"/>
                </a:lnTo>
                <a:close/>
                <a:moveTo>
                  <a:pt x="18000" y="4000"/>
                </a:moveTo>
                <a:lnTo>
                  <a:pt x="22000" y="4000"/>
                </a:lnTo>
                <a:lnTo>
                  <a:pt x="22000" y="8000"/>
                </a:lnTo>
                <a:lnTo>
                  <a:pt x="18000" y="8000"/>
                </a:lnTo>
                <a:close/>
                <a:moveTo>
                  <a:pt x="18000" y="4000"/>
                </a:moveTo>
                <a:lnTo>
                  <a:pt x="22000" y="8000"/>
                </a:lnTo>
                <a:close/>
                <a:moveTo>
                  <a:pt x="17646" y="4354"/>
                </a:moveTo>
                <a:lnTo>
                  <a:pt x="21646" y="8354"/>
                </a:lnTo>
                <a:lnTo>
                  <a:pt x="22354" y="7646"/>
                </a:lnTo>
                <a:lnTo>
                  <a:pt x="18354" y="3646"/>
                </a:lnTo>
                <a:close/>
                <a:moveTo>
                  <a:pt x="18354" y="8354"/>
                </a:moveTo>
                <a:lnTo>
                  <a:pt x="22354" y="4354"/>
                </a:lnTo>
                <a:lnTo>
                  <a:pt x="21646" y="3646"/>
                </a:lnTo>
                <a:lnTo>
                  <a:pt x="17646" y="7646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SLA超时</a:t>
            </a:r>
          </a:p>
        </p:txBody>
      </p:sp>
      <p:sp>
        <p:nvSpPr>
          <p:cNvPr id="115" name="ALERT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4640"/>
                </a:moveTo>
                <a:cubicBezTo>
                  <a:pt x="13260" y="17655"/>
                  <a:pt x="10815" y="20100"/>
                  <a:pt x="7800" y="20100"/>
                </a:cubicBezTo>
                <a:cubicBezTo>
                  <a:pt x="4785" y="20100"/>
                  <a:pt x="2340" y="17655"/>
                  <a:pt x="2340" y="14640"/>
                </a:cubicBezTo>
                <a:cubicBezTo>
                  <a:pt x="2340" y="11625"/>
                  <a:pt x="4785" y="9180"/>
                  <a:pt x="7800" y="9180"/>
                </a:cubicBezTo>
                <a:cubicBezTo>
                  <a:pt x="10815" y="9180"/>
                  <a:pt x="13260" y="11625"/>
                  <a:pt x="13260" y="14640"/>
                </a:cubicBezTo>
                <a:close/>
                <a:moveTo>
                  <a:pt x="12012" y="14640"/>
                </a:moveTo>
                <a:cubicBezTo>
                  <a:pt x="12012" y="12314"/>
                  <a:pt x="10126" y="10428"/>
                  <a:pt x="7800" y="10428"/>
                </a:cubicBezTo>
                <a:cubicBezTo>
                  <a:pt x="5474" y="10428"/>
                  <a:pt x="3588" y="12314"/>
                  <a:pt x="3588" y="14640"/>
                </a:cubicBezTo>
                <a:cubicBezTo>
                  <a:pt x="3588" y="16966"/>
                  <a:pt x="5474" y="18852"/>
                  <a:pt x="7800" y="18852"/>
                </a:cubicBezTo>
                <a:cubicBezTo>
                  <a:pt x="10126" y="18852"/>
                  <a:pt x="12012" y="16966"/>
                  <a:pt x="12012" y="14640"/>
                </a:cubicBezTo>
                <a:close/>
                <a:moveTo>
                  <a:pt x="8186" y="15026"/>
                </a:moveTo>
                <a:lnTo>
                  <a:pt x="11306" y="11906"/>
                </a:lnTo>
                <a:lnTo>
                  <a:pt x="10534" y="11134"/>
                </a:lnTo>
                <a:lnTo>
                  <a:pt x="7414" y="14254"/>
                </a:lnTo>
                <a:close/>
                <a:moveTo>
                  <a:pt x="8346" y="14640"/>
                </a:moveTo>
                <a:lnTo>
                  <a:pt x="8346" y="10740"/>
                </a:lnTo>
                <a:lnTo>
                  <a:pt x="7254" y="10740"/>
                </a:lnTo>
                <a:lnTo>
                  <a:pt x="7254" y="14640"/>
                </a:lnTo>
                <a:close/>
                <a:moveTo>
                  <a:pt x="14040" y="8400"/>
                </a:moveTo>
                <a:lnTo>
                  <a:pt x="17160" y="8400"/>
                </a:lnTo>
                <a:lnTo>
                  <a:pt x="17160" y="11520"/>
                </a:lnTo>
                <a:lnTo>
                  <a:pt x="14040" y="11520"/>
                </a:lnTo>
                <a:close/>
                <a:moveTo>
                  <a:pt x="14040" y="8400"/>
                </a:moveTo>
                <a:lnTo>
                  <a:pt x="17160" y="11520"/>
                </a:lnTo>
                <a:close/>
                <a:moveTo>
                  <a:pt x="13764" y="8676"/>
                </a:moveTo>
                <a:lnTo>
                  <a:pt x="16884" y="11796"/>
                </a:lnTo>
                <a:lnTo>
                  <a:pt x="17436" y="11244"/>
                </a:lnTo>
                <a:lnTo>
                  <a:pt x="14316" y="8124"/>
                </a:lnTo>
                <a:close/>
                <a:moveTo>
                  <a:pt x="14316" y="11796"/>
                </a:moveTo>
                <a:lnTo>
                  <a:pt x="17436" y="8676"/>
                </a:lnTo>
                <a:lnTo>
                  <a:pt x="16884" y="8124"/>
                </a:lnTo>
                <a:lnTo>
                  <a:pt x="13764" y="11244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SLA超时·预警</a:t>
            </a:r>
          </a:p>
        </p:txBody>
      </p:sp>
      <p:sp>
        <p:nvSpPr>
          <p:cNvPr id="118" name="ALERT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4640"/>
                </a:moveTo>
                <a:cubicBezTo>
                  <a:pt x="13260" y="17655"/>
                  <a:pt x="10815" y="20100"/>
                  <a:pt x="7800" y="20100"/>
                </a:cubicBezTo>
                <a:cubicBezTo>
                  <a:pt x="4785" y="20100"/>
                  <a:pt x="2340" y="17655"/>
                  <a:pt x="2340" y="14640"/>
                </a:cubicBezTo>
                <a:cubicBezTo>
                  <a:pt x="2340" y="11625"/>
                  <a:pt x="4785" y="9180"/>
                  <a:pt x="7800" y="9180"/>
                </a:cubicBezTo>
                <a:cubicBezTo>
                  <a:pt x="10815" y="9180"/>
                  <a:pt x="13260" y="11625"/>
                  <a:pt x="13260" y="14640"/>
                </a:cubicBezTo>
                <a:close/>
                <a:moveTo>
                  <a:pt x="12012" y="14640"/>
                </a:moveTo>
                <a:cubicBezTo>
                  <a:pt x="12012" y="12314"/>
                  <a:pt x="10126" y="10428"/>
                  <a:pt x="7800" y="10428"/>
                </a:cubicBezTo>
                <a:cubicBezTo>
                  <a:pt x="5474" y="10428"/>
                  <a:pt x="3588" y="12314"/>
                  <a:pt x="3588" y="14640"/>
                </a:cubicBezTo>
                <a:cubicBezTo>
                  <a:pt x="3588" y="16966"/>
                  <a:pt x="5474" y="18852"/>
                  <a:pt x="7800" y="18852"/>
                </a:cubicBezTo>
                <a:cubicBezTo>
                  <a:pt x="10126" y="18852"/>
                  <a:pt x="12012" y="16966"/>
                  <a:pt x="12012" y="14640"/>
                </a:cubicBezTo>
                <a:close/>
                <a:moveTo>
                  <a:pt x="8186" y="15026"/>
                </a:moveTo>
                <a:lnTo>
                  <a:pt x="11306" y="11906"/>
                </a:lnTo>
                <a:lnTo>
                  <a:pt x="10534" y="11134"/>
                </a:lnTo>
                <a:lnTo>
                  <a:pt x="7414" y="14254"/>
                </a:lnTo>
                <a:close/>
                <a:moveTo>
                  <a:pt x="8346" y="14640"/>
                </a:moveTo>
                <a:lnTo>
                  <a:pt x="8346" y="10740"/>
                </a:lnTo>
                <a:lnTo>
                  <a:pt x="7254" y="10740"/>
                </a:lnTo>
                <a:lnTo>
                  <a:pt x="7254" y="14640"/>
                </a:lnTo>
                <a:close/>
                <a:moveTo>
                  <a:pt x="14040" y="8400"/>
                </a:moveTo>
                <a:lnTo>
                  <a:pt x="17160" y="8400"/>
                </a:lnTo>
                <a:lnTo>
                  <a:pt x="17160" y="11520"/>
                </a:lnTo>
                <a:lnTo>
                  <a:pt x="14040" y="11520"/>
                </a:lnTo>
                <a:close/>
                <a:moveTo>
                  <a:pt x="14040" y="8400"/>
                </a:moveTo>
                <a:lnTo>
                  <a:pt x="17160" y="11520"/>
                </a:lnTo>
                <a:close/>
                <a:moveTo>
                  <a:pt x="13764" y="8676"/>
                </a:moveTo>
                <a:lnTo>
                  <a:pt x="16884" y="11796"/>
                </a:lnTo>
                <a:lnTo>
                  <a:pt x="17436" y="11244"/>
                </a:lnTo>
                <a:lnTo>
                  <a:pt x="14316" y="8124"/>
                </a:lnTo>
                <a:close/>
                <a:moveTo>
                  <a:pt x="14316" y="11796"/>
                </a:moveTo>
                <a:lnTo>
                  <a:pt x="17436" y="8676"/>
                </a:lnTo>
                <a:lnTo>
                  <a:pt x="16884" y="8124"/>
                </a:lnTo>
                <a:lnTo>
                  <a:pt x="13764" y="11244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SLA超时·失效</a:t>
            </a:r>
          </a:p>
        </p:txBody>
      </p:sp>
      <p:sp>
        <p:nvSpPr>
          <p:cNvPr id="121" name="ALERT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4640"/>
                </a:moveTo>
                <a:cubicBezTo>
                  <a:pt x="13260" y="17655"/>
                  <a:pt x="10815" y="20100"/>
                  <a:pt x="7800" y="20100"/>
                </a:cubicBezTo>
                <a:cubicBezTo>
                  <a:pt x="4785" y="20100"/>
                  <a:pt x="2340" y="17655"/>
                  <a:pt x="2340" y="14640"/>
                </a:cubicBezTo>
                <a:cubicBezTo>
                  <a:pt x="2340" y="11625"/>
                  <a:pt x="4785" y="9180"/>
                  <a:pt x="7800" y="9180"/>
                </a:cubicBezTo>
                <a:cubicBezTo>
                  <a:pt x="10815" y="9180"/>
                  <a:pt x="13260" y="11625"/>
                  <a:pt x="13260" y="14640"/>
                </a:cubicBezTo>
                <a:close/>
                <a:moveTo>
                  <a:pt x="12012" y="14640"/>
                </a:moveTo>
                <a:cubicBezTo>
                  <a:pt x="12012" y="12314"/>
                  <a:pt x="10126" y="10428"/>
                  <a:pt x="7800" y="10428"/>
                </a:cubicBezTo>
                <a:cubicBezTo>
                  <a:pt x="5474" y="10428"/>
                  <a:pt x="3588" y="12314"/>
                  <a:pt x="3588" y="14640"/>
                </a:cubicBezTo>
                <a:cubicBezTo>
                  <a:pt x="3588" y="16966"/>
                  <a:pt x="5474" y="18852"/>
                  <a:pt x="7800" y="18852"/>
                </a:cubicBezTo>
                <a:cubicBezTo>
                  <a:pt x="10126" y="18852"/>
                  <a:pt x="12012" y="16966"/>
                  <a:pt x="12012" y="14640"/>
                </a:cubicBezTo>
                <a:close/>
                <a:moveTo>
                  <a:pt x="8186" y="15026"/>
                </a:moveTo>
                <a:lnTo>
                  <a:pt x="11306" y="11906"/>
                </a:lnTo>
                <a:lnTo>
                  <a:pt x="10534" y="11134"/>
                </a:lnTo>
                <a:lnTo>
                  <a:pt x="7414" y="14254"/>
                </a:lnTo>
                <a:close/>
                <a:moveTo>
                  <a:pt x="8346" y="14640"/>
                </a:moveTo>
                <a:lnTo>
                  <a:pt x="8346" y="10740"/>
                </a:lnTo>
                <a:lnTo>
                  <a:pt x="7254" y="10740"/>
                </a:lnTo>
                <a:lnTo>
                  <a:pt x="7254" y="14640"/>
                </a:lnTo>
                <a:close/>
                <a:moveTo>
                  <a:pt x="14040" y="8400"/>
                </a:moveTo>
                <a:lnTo>
                  <a:pt x="17160" y="8400"/>
                </a:lnTo>
                <a:lnTo>
                  <a:pt x="17160" y="11520"/>
                </a:lnTo>
                <a:lnTo>
                  <a:pt x="14040" y="11520"/>
                </a:lnTo>
                <a:close/>
                <a:moveTo>
                  <a:pt x="14040" y="8400"/>
                </a:moveTo>
                <a:lnTo>
                  <a:pt x="17160" y="11520"/>
                </a:lnTo>
                <a:close/>
                <a:moveTo>
                  <a:pt x="13764" y="8676"/>
                </a:moveTo>
                <a:lnTo>
                  <a:pt x="16884" y="11796"/>
                </a:lnTo>
                <a:lnTo>
                  <a:pt x="17436" y="11244"/>
                </a:lnTo>
                <a:lnTo>
                  <a:pt x="14316" y="8124"/>
                </a:lnTo>
                <a:close/>
                <a:moveTo>
                  <a:pt x="14316" y="11796"/>
                </a:moveTo>
                <a:lnTo>
                  <a:pt x="17436" y="8676"/>
                </a:lnTo>
                <a:lnTo>
                  <a:pt x="16884" y="8124"/>
                </a:lnTo>
                <a:lnTo>
                  <a:pt x="13764" y="11244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SLA超时·洞察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11_问题预警诊断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ALERT · 第 2/3 页 · 共 83 个</a:t>
            </a:r>
          </a:p>
        </p:txBody>
      </p:sp>
      <p:sp>
        <p:nvSpPr>
          <p:cNvPr id="4" name="ALERT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4640"/>
                </a:moveTo>
                <a:cubicBezTo>
                  <a:pt x="13260" y="17655"/>
                  <a:pt x="10815" y="20100"/>
                  <a:pt x="7800" y="20100"/>
                </a:cubicBezTo>
                <a:cubicBezTo>
                  <a:pt x="4785" y="20100"/>
                  <a:pt x="2340" y="17655"/>
                  <a:pt x="2340" y="14640"/>
                </a:cubicBezTo>
                <a:cubicBezTo>
                  <a:pt x="2340" y="11625"/>
                  <a:pt x="4785" y="9180"/>
                  <a:pt x="7800" y="9180"/>
                </a:cubicBezTo>
                <a:cubicBezTo>
                  <a:pt x="10815" y="9180"/>
                  <a:pt x="13260" y="11625"/>
                  <a:pt x="13260" y="14640"/>
                </a:cubicBezTo>
                <a:close/>
                <a:moveTo>
                  <a:pt x="12012" y="14640"/>
                </a:moveTo>
                <a:cubicBezTo>
                  <a:pt x="12012" y="12314"/>
                  <a:pt x="10126" y="10428"/>
                  <a:pt x="7800" y="10428"/>
                </a:cubicBezTo>
                <a:cubicBezTo>
                  <a:pt x="5474" y="10428"/>
                  <a:pt x="3588" y="12314"/>
                  <a:pt x="3588" y="14640"/>
                </a:cubicBezTo>
                <a:cubicBezTo>
                  <a:pt x="3588" y="16966"/>
                  <a:pt x="5474" y="18852"/>
                  <a:pt x="7800" y="18852"/>
                </a:cubicBezTo>
                <a:cubicBezTo>
                  <a:pt x="10126" y="18852"/>
                  <a:pt x="12012" y="16966"/>
                  <a:pt x="12012" y="14640"/>
                </a:cubicBezTo>
                <a:close/>
                <a:moveTo>
                  <a:pt x="8186" y="15026"/>
                </a:moveTo>
                <a:lnTo>
                  <a:pt x="11306" y="11906"/>
                </a:lnTo>
                <a:lnTo>
                  <a:pt x="10534" y="11134"/>
                </a:lnTo>
                <a:lnTo>
                  <a:pt x="7414" y="14254"/>
                </a:lnTo>
                <a:close/>
                <a:moveTo>
                  <a:pt x="8346" y="14640"/>
                </a:moveTo>
                <a:lnTo>
                  <a:pt x="8346" y="10740"/>
                </a:lnTo>
                <a:lnTo>
                  <a:pt x="7254" y="10740"/>
                </a:lnTo>
                <a:lnTo>
                  <a:pt x="7254" y="14640"/>
                </a:lnTo>
                <a:close/>
                <a:moveTo>
                  <a:pt x="14040" y="8400"/>
                </a:moveTo>
                <a:lnTo>
                  <a:pt x="17160" y="8400"/>
                </a:lnTo>
                <a:lnTo>
                  <a:pt x="17160" y="11520"/>
                </a:lnTo>
                <a:lnTo>
                  <a:pt x="14040" y="11520"/>
                </a:lnTo>
                <a:close/>
                <a:moveTo>
                  <a:pt x="14040" y="8400"/>
                </a:moveTo>
                <a:lnTo>
                  <a:pt x="17160" y="11520"/>
                </a:lnTo>
                <a:close/>
                <a:moveTo>
                  <a:pt x="13764" y="8676"/>
                </a:moveTo>
                <a:lnTo>
                  <a:pt x="16884" y="11796"/>
                </a:lnTo>
                <a:lnTo>
                  <a:pt x="17436" y="11244"/>
                </a:lnTo>
                <a:lnTo>
                  <a:pt x="14316" y="8124"/>
                </a:lnTo>
                <a:close/>
                <a:moveTo>
                  <a:pt x="14316" y="11796"/>
                </a:moveTo>
                <a:lnTo>
                  <a:pt x="17436" y="8676"/>
                </a:lnTo>
                <a:lnTo>
                  <a:pt x="16884" y="8124"/>
                </a:lnTo>
                <a:lnTo>
                  <a:pt x="13764" y="11244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SLA超时·定时</a:t>
            </a:r>
          </a:p>
        </p:txBody>
      </p:sp>
      <p:sp>
        <p:nvSpPr>
          <p:cNvPr id="7" name="ALERT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60" y="14640"/>
                </a:moveTo>
                <a:cubicBezTo>
                  <a:pt x="13260" y="17655"/>
                  <a:pt x="10815" y="20100"/>
                  <a:pt x="7800" y="20100"/>
                </a:cubicBezTo>
                <a:cubicBezTo>
                  <a:pt x="4785" y="20100"/>
                  <a:pt x="2340" y="17655"/>
                  <a:pt x="2340" y="14640"/>
                </a:cubicBezTo>
                <a:cubicBezTo>
                  <a:pt x="2340" y="11625"/>
                  <a:pt x="4785" y="9180"/>
                  <a:pt x="7800" y="9180"/>
                </a:cubicBezTo>
                <a:cubicBezTo>
                  <a:pt x="10815" y="9180"/>
                  <a:pt x="13260" y="11625"/>
                  <a:pt x="13260" y="14640"/>
                </a:cubicBezTo>
                <a:close/>
                <a:moveTo>
                  <a:pt x="12012" y="14640"/>
                </a:moveTo>
                <a:cubicBezTo>
                  <a:pt x="12012" y="12314"/>
                  <a:pt x="10126" y="10428"/>
                  <a:pt x="7800" y="10428"/>
                </a:cubicBezTo>
                <a:cubicBezTo>
                  <a:pt x="5474" y="10428"/>
                  <a:pt x="3588" y="12314"/>
                  <a:pt x="3588" y="14640"/>
                </a:cubicBezTo>
                <a:cubicBezTo>
                  <a:pt x="3588" y="16966"/>
                  <a:pt x="5474" y="18852"/>
                  <a:pt x="7800" y="18852"/>
                </a:cubicBezTo>
                <a:cubicBezTo>
                  <a:pt x="10126" y="18852"/>
                  <a:pt x="12012" y="16966"/>
                  <a:pt x="12012" y="14640"/>
                </a:cubicBezTo>
                <a:close/>
                <a:moveTo>
                  <a:pt x="8186" y="15026"/>
                </a:moveTo>
                <a:lnTo>
                  <a:pt x="11306" y="11906"/>
                </a:lnTo>
                <a:lnTo>
                  <a:pt x="10534" y="11134"/>
                </a:lnTo>
                <a:lnTo>
                  <a:pt x="7414" y="14254"/>
                </a:lnTo>
                <a:close/>
                <a:moveTo>
                  <a:pt x="8346" y="14640"/>
                </a:moveTo>
                <a:lnTo>
                  <a:pt x="8346" y="10740"/>
                </a:lnTo>
                <a:lnTo>
                  <a:pt x="7254" y="10740"/>
                </a:lnTo>
                <a:lnTo>
                  <a:pt x="7254" y="14640"/>
                </a:lnTo>
                <a:close/>
                <a:moveTo>
                  <a:pt x="14040" y="8400"/>
                </a:moveTo>
                <a:lnTo>
                  <a:pt x="17160" y="8400"/>
                </a:lnTo>
                <a:lnTo>
                  <a:pt x="17160" y="11520"/>
                </a:lnTo>
                <a:lnTo>
                  <a:pt x="14040" y="11520"/>
                </a:lnTo>
                <a:close/>
                <a:moveTo>
                  <a:pt x="14040" y="8400"/>
                </a:moveTo>
                <a:lnTo>
                  <a:pt x="17160" y="11520"/>
                </a:lnTo>
                <a:close/>
                <a:moveTo>
                  <a:pt x="13764" y="8676"/>
                </a:moveTo>
                <a:lnTo>
                  <a:pt x="16884" y="11796"/>
                </a:lnTo>
                <a:lnTo>
                  <a:pt x="17436" y="11244"/>
                </a:lnTo>
                <a:lnTo>
                  <a:pt x="14316" y="8124"/>
                </a:lnTo>
                <a:close/>
                <a:moveTo>
                  <a:pt x="14316" y="11796"/>
                </a:moveTo>
                <a:lnTo>
                  <a:pt x="17436" y="8676"/>
                </a:lnTo>
                <a:lnTo>
                  <a:pt x="16884" y="8124"/>
                </a:lnTo>
                <a:lnTo>
                  <a:pt x="13764" y="11244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SLA超时·同步</a:t>
            </a:r>
          </a:p>
        </p:txBody>
      </p:sp>
      <p:sp>
        <p:nvSpPr>
          <p:cNvPr id="10" name="ALERT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200" y="21000"/>
                </a:moveTo>
                <a:lnTo>
                  <a:pt x="13200" y="9000"/>
                </a:lnTo>
                <a:lnTo>
                  <a:pt x="15250" y="9000"/>
                </a:lnTo>
                <a:lnTo>
                  <a:pt x="12000" y="4000"/>
                </a:lnTo>
                <a:lnTo>
                  <a:pt x="8750" y="9000"/>
                </a:lnTo>
                <a:lnTo>
                  <a:pt x="10800" y="9000"/>
                </a:lnTo>
                <a:lnTo>
                  <a:pt x="10800" y="21000"/>
                </a:lnTo>
                <a:close/>
                <a:moveTo>
                  <a:pt x="2300" y="21000"/>
                </a:moveTo>
                <a:lnTo>
                  <a:pt x="21700" y="21000"/>
                </a:lnTo>
                <a:cubicBezTo>
                  <a:pt x="21866" y="21000"/>
                  <a:pt x="22000" y="21134"/>
                  <a:pt x="22000" y="213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1300"/>
                </a:lnTo>
                <a:cubicBezTo>
                  <a:pt x="2000" y="21134"/>
                  <a:pt x="2134" y="21000"/>
                  <a:pt x="2300" y="21000"/>
                </a:cubicBezTo>
                <a:close/>
                <a:moveTo>
                  <a:pt x="12000" y="2600"/>
                </a:moveTo>
                <a:lnTo>
                  <a:pt x="12283" y="3717"/>
                </a:lnTo>
                <a:lnTo>
                  <a:pt x="13400" y="4000"/>
                </a:lnTo>
                <a:lnTo>
                  <a:pt x="12283" y="4283"/>
                </a:lnTo>
                <a:lnTo>
                  <a:pt x="12000" y="5400"/>
                </a:lnTo>
                <a:lnTo>
                  <a:pt x="11717" y="4283"/>
                </a:lnTo>
                <a:lnTo>
                  <a:pt x="10600" y="4000"/>
                </a:lnTo>
                <a:lnTo>
                  <a:pt x="11717" y="371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升级</a:t>
            </a:r>
          </a:p>
        </p:txBody>
      </p:sp>
      <p:sp>
        <p:nvSpPr>
          <p:cNvPr id="13" name="ALERT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296" y="21660"/>
                </a:moveTo>
                <a:lnTo>
                  <a:pt x="10296" y="12300"/>
                </a:lnTo>
                <a:lnTo>
                  <a:pt x="11895" y="12300"/>
                </a:lnTo>
                <a:lnTo>
                  <a:pt x="9360" y="8400"/>
                </a:lnTo>
                <a:lnTo>
                  <a:pt x="6825" y="12300"/>
                </a:lnTo>
                <a:lnTo>
                  <a:pt x="8424" y="12300"/>
                </a:lnTo>
                <a:lnTo>
                  <a:pt x="8424" y="21660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9360" y="7308"/>
                </a:moveTo>
                <a:lnTo>
                  <a:pt x="9581" y="8179"/>
                </a:lnTo>
                <a:lnTo>
                  <a:pt x="10452" y="8400"/>
                </a:lnTo>
                <a:lnTo>
                  <a:pt x="9581" y="8621"/>
                </a:lnTo>
                <a:lnTo>
                  <a:pt x="9360" y="9492"/>
                </a:lnTo>
                <a:lnTo>
                  <a:pt x="9139" y="8621"/>
                </a:lnTo>
                <a:lnTo>
                  <a:pt x="8268" y="8400"/>
                </a:lnTo>
                <a:lnTo>
                  <a:pt x="9139" y="8179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升级·预警</a:t>
            </a:r>
          </a:p>
        </p:txBody>
      </p:sp>
      <p:sp>
        <p:nvSpPr>
          <p:cNvPr id="16" name="ALERT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296" y="21660"/>
                </a:moveTo>
                <a:lnTo>
                  <a:pt x="10296" y="12300"/>
                </a:lnTo>
                <a:lnTo>
                  <a:pt x="11895" y="12300"/>
                </a:lnTo>
                <a:lnTo>
                  <a:pt x="9360" y="8400"/>
                </a:lnTo>
                <a:lnTo>
                  <a:pt x="6825" y="12300"/>
                </a:lnTo>
                <a:lnTo>
                  <a:pt x="8424" y="12300"/>
                </a:lnTo>
                <a:lnTo>
                  <a:pt x="8424" y="21660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9360" y="7308"/>
                </a:moveTo>
                <a:lnTo>
                  <a:pt x="9581" y="8179"/>
                </a:lnTo>
                <a:lnTo>
                  <a:pt x="10452" y="8400"/>
                </a:lnTo>
                <a:lnTo>
                  <a:pt x="9581" y="8621"/>
                </a:lnTo>
                <a:lnTo>
                  <a:pt x="9360" y="9492"/>
                </a:lnTo>
                <a:lnTo>
                  <a:pt x="9139" y="8621"/>
                </a:lnTo>
                <a:lnTo>
                  <a:pt x="8268" y="8400"/>
                </a:lnTo>
                <a:lnTo>
                  <a:pt x="9139" y="8179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升级·失效</a:t>
            </a:r>
          </a:p>
        </p:txBody>
      </p:sp>
      <p:sp>
        <p:nvSpPr>
          <p:cNvPr id="19" name="ALERT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296" y="21660"/>
                </a:moveTo>
                <a:lnTo>
                  <a:pt x="10296" y="12300"/>
                </a:lnTo>
                <a:lnTo>
                  <a:pt x="11895" y="12300"/>
                </a:lnTo>
                <a:lnTo>
                  <a:pt x="9360" y="8400"/>
                </a:lnTo>
                <a:lnTo>
                  <a:pt x="6825" y="12300"/>
                </a:lnTo>
                <a:lnTo>
                  <a:pt x="8424" y="12300"/>
                </a:lnTo>
                <a:lnTo>
                  <a:pt x="8424" y="21660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9360" y="7308"/>
                </a:moveTo>
                <a:lnTo>
                  <a:pt x="9581" y="8179"/>
                </a:lnTo>
                <a:lnTo>
                  <a:pt x="10452" y="8400"/>
                </a:lnTo>
                <a:lnTo>
                  <a:pt x="9581" y="8621"/>
                </a:lnTo>
                <a:lnTo>
                  <a:pt x="9360" y="9492"/>
                </a:lnTo>
                <a:lnTo>
                  <a:pt x="9139" y="8621"/>
                </a:lnTo>
                <a:lnTo>
                  <a:pt x="8268" y="8400"/>
                </a:lnTo>
                <a:lnTo>
                  <a:pt x="9139" y="8179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升级·洞察</a:t>
            </a:r>
          </a:p>
        </p:txBody>
      </p:sp>
      <p:sp>
        <p:nvSpPr>
          <p:cNvPr id="22" name="ALERT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296" y="21660"/>
                </a:moveTo>
                <a:lnTo>
                  <a:pt x="10296" y="12300"/>
                </a:lnTo>
                <a:lnTo>
                  <a:pt x="11895" y="12300"/>
                </a:lnTo>
                <a:lnTo>
                  <a:pt x="9360" y="8400"/>
                </a:lnTo>
                <a:lnTo>
                  <a:pt x="6825" y="12300"/>
                </a:lnTo>
                <a:lnTo>
                  <a:pt x="8424" y="12300"/>
                </a:lnTo>
                <a:lnTo>
                  <a:pt x="8424" y="21660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9360" y="7308"/>
                </a:moveTo>
                <a:lnTo>
                  <a:pt x="9581" y="8179"/>
                </a:lnTo>
                <a:lnTo>
                  <a:pt x="10452" y="8400"/>
                </a:lnTo>
                <a:lnTo>
                  <a:pt x="9581" y="8621"/>
                </a:lnTo>
                <a:lnTo>
                  <a:pt x="9360" y="9492"/>
                </a:lnTo>
                <a:lnTo>
                  <a:pt x="9139" y="8621"/>
                </a:lnTo>
                <a:lnTo>
                  <a:pt x="8268" y="8400"/>
                </a:lnTo>
                <a:lnTo>
                  <a:pt x="9139" y="8179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升级·定时</a:t>
            </a:r>
          </a:p>
        </p:txBody>
      </p:sp>
      <p:sp>
        <p:nvSpPr>
          <p:cNvPr id="25" name="ALERT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0296" y="21660"/>
                </a:moveTo>
                <a:lnTo>
                  <a:pt x="10296" y="12300"/>
                </a:lnTo>
                <a:lnTo>
                  <a:pt x="11895" y="12300"/>
                </a:lnTo>
                <a:lnTo>
                  <a:pt x="9360" y="8400"/>
                </a:lnTo>
                <a:lnTo>
                  <a:pt x="6825" y="12300"/>
                </a:lnTo>
                <a:lnTo>
                  <a:pt x="8424" y="12300"/>
                </a:lnTo>
                <a:lnTo>
                  <a:pt x="8424" y="21660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9360" y="7308"/>
                </a:moveTo>
                <a:lnTo>
                  <a:pt x="9581" y="8179"/>
                </a:lnTo>
                <a:lnTo>
                  <a:pt x="10452" y="8400"/>
                </a:lnTo>
                <a:lnTo>
                  <a:pt x="9581" y="8621"/>
                </a:lnTo>
                <a:lnTo>
                  <a:pt x="9360" y="9492"/>
                </a:lnTo>
                <a:lnTo>
                  <a:pt x="9139" y="8621"/>
                </a:lnTo>
                <a:lnTo>
                  <a:pt x="8268" y="8400"/>
                </a:lnTo>
                <a:lnTo>
                  <a:pt x="9139" y="8179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升级·同步</a:t>
            </a:r>
          </a:p>
        </p:txBody>
      </p:sp>
      <p:sp>
        <p:nvSpPr>
          <p:cNvPr id="28" name="ALERT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5000"/>
                </a:moveTo>
                <a:lnTo>
                  <a:pt x="21000" y="5000"/>
                </a:lnTo>
                <a:cubicBezTo>
                  <a:pt x="21552" y="5000"/>
                  <a:pt x="22000" y="5448"/>
                  <a:pt x="22000" y="6000"/>
                </a:cubicBezTo>
                <a:lnTo>
                  <a:pt x="22000" y="16000"/>
                </a:lnTo>
                <a:cubicBezTo>
                  <a:pt x="22000" y="16552"/>
                  <a:pt x="21552" y="17000"/>
                  <a:pt x="21000" y="17000"/>
                </a:cubicBezTo>
                <a:lnTo>
                  <a:pt x="3000" y="17000"/>
                </a:lnTo>
                <a:cubicBezTo>
                  <a:pt x="2448" y="17000"/>
                  <a:pt x="2000" y="16552"/>
                  <a:pt x="2000" y="16000"/>
                </a:cubicBezTo>
                <a:lnTo>
                  <a:pt x="2000" y="6000"/>
                </a:lnTo>
                <a:cubicBezTo>
                  <a:pt x="2000" y="5448"/>
                  <a:pt x="2448" y="5000"/>
                  <a:pt x="3000" y="5000"/>
                </a:cubicBezTo>
                <a:close/>
                <a:moveTo>
                  <a:pt x="8300" y="17000"/>
                </a:moveTo>
                <a:lnTo>
                  <a:pt x="15700" y="17000"/>
                </a:lnTo>
                <a:cubicBezTo>
                  <a:pt x="15866" y="17000"/>
                  <a:pt x="16000" y="17134"/>
                  <a:pt x="16000" y="17300"/>
                </a:cubicBezTo>
                <a:lnTo>
                  <a:pt x="16000" y="18100"/>
                </a:lnTo>
                <a:cubicBezTo>
                  <a:pt x="16000" y="18266"/>
                  <a:pt x="15866" y="18400"/>
                  <a:pt x="15700" y="18400"/>
                </a:cubicBezTo>
                <a:lnTo>
                  <a:pt x="8300" y="18400"/>
                </a:lnTo>
                <a:cubicBezTo>
                  <a:pt x="8134" y="18400"/>
                  <a:pt x="8000" y="18266"/>
                  <a:pt x="8000" y="18100"/>
                </a:cubicBezTo>
                <a:lnTo>
                  <a:pt x="8000" y="17300"/>
                </a:lnTo>
                <a:cubicBezTo>
                  <a:pt x="8000" y="17134"/>
                  <a:pt x="8134" y="17000"/>
                  <a:pt x="8300" y="17000"/>
                </a:cubicBezTo>
                <a:close/>
                <a:moveTo>
                  <a:pt x="10000" y="16000"/>
                </a:moveTo>
                <a:lnTo>
                  <a:pt x="14000" y="16000"/>
                </a:lnTo>
                <a:lnTo>
                  <a:pt x="14000" y="17400"/>
                </a:lnTo>
                <a:lnTo>
                  <a:pt x="10000" y="17400"/>
                </a:lnTo>
                <a:close/>
                <a:moveTo>
                  <a:pt x="6640" y="8600"/>
                </a:moveTo>
                <a:lnTo>
                  <a:pt x="16640" y="14600"/>
                </a:lnTo>
                <a:lnTo>
                  <a:pt x="17360" y="13400"/>
                </a:lnTo>
                <a:lnTo>
                  <a:pt x="7360" y="7400"/>
                </a:lnTo>
                <a:close/>
                <a:moveTo>
                  <a:pt x="7360" y="14600"/>
                </a:moveTo>
                <a:lnTo>
                  <a:pt x="17360" y="8600"/>
                </a:lnTo>
                <a:lnTo>
                  <a:pt x="16640" y="7400"/>
                </a:lnTo>
                <a:lnTo>
                  <a:pt x="6640" y="13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宕机</a:t>
            </a:r>
          </a:p>
        </p:txBody>
      </p:sp>
      <p:sp>
        <p:nvSpPr>
          <p:cNvPr id="31" name="ALERT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16380" y="9180"/>
                </a:lnTo>
                <a:cubicBezTo>
                  <a:pt x="16811" y="9180"/>
                  <a:pt x="17160" y="9529"/>
                  <a:pt x="17160" y="9960"/>
                </a:cubicBezTo>
                <a:lnTo>
                  <a:pt x="17160" y="17760"/>
                </a:lnTo>
                <a:cubicBezTo>
                  <a:pt x="17160" y="18191"/>
                  <a:pt x="16811" y="18540"/>
                  <a:pt x="16380" y="18540"/>
                </a:cubicBezTo>
                <a:lnTo>
                  <a:pt x="2340" y="18540"/>
                </a:lnTo>
                <a:cubicBezTo>
                  <a:pt x="1909" y="18540"/>
                  <a:pt x="1560" y="18191"/>
                  <a:pt x="1560" y="17760"/>
                </a:cubicBezTo>
                <a:lnTo>
                  <a:pt x="1560" y="9960"/>
                </a:lnTo>
                <a:cubicBezTo>
                  <a:pt x="1560" y="9529"/>
                  <a:pt x="1909" y="9180"/>
                  <a:pt x="2340" y="9180"/>
                </a:cubicBezTo>
                <a:close/>
                <a:moveTo>
                  <a:pt x="6474" y="18540"/>
                </a:moveTo>
                <a:lnTo>
                  <a:pt x="12246" y="18540"/>
                </a:lnTo>
                <a:cubicBezTo>
                  <a:pt x="12375" y="18540"/>
                  <a:pt x="12480" y="18645"/>
                  <a:pt x="12480" y="18774"/>
                </a:cubicBezTo>
                <a:lnTo>
                  <a:pt x="12480" y="19398"/>
                </a:lnTo>
                <a:cubicBezTo>
                  <a:pt x="12480" y="19527"/>
                  <a:pt x="12375" y="19632"/>
                  <a:pt x="12246" y="19632"/>
                </a:cubicBezTo>
                <a:lnTo>
                  <a:pt x="6474" y="19632"/>
                </a:lnTo>
                <a:cubicBezTo>
                  <a:pt x="6345" y="19632"/>
                  <a:pt x="6240" y="19527"/>
                  <a:pt x="6240" y="19398"/>
                </a:cubicBezTo>
                <a:lnTo>
                  <a:pt x="6240" y="18774"/>
                </a:lnTo>
                <a:cubicBezTo>
                  <a:pt x="6240" y="18645"/>
                  <a:pt x="6345" y="18540"/>
                  <a:pt x="6474" y="18540"/>
                </a:cubicBezTo>
                <a:close/>
                <a:moveTo>
                  <a:pt x="7800" y="17760"/>
                </a:moveTo>
                <a:lnTo>
                  <a:pt x="10920" y="17760"/>
                </a:lnTo>
                <a:lnTo>
                  <a:pt x="10920" y="18852"/>
                </a:lnTo>
                <a:lnTo>
                  <a:pt x="7800" y="18852"/>
                </a:lnTo>
                <a:close/>
                <a:moveTo>
                  <a:pt x="5179" y="11988"/>
                </a:moveTo>
                <a:lnTo>
                  <a:pt x="12979" y="16668"/>
                </a:lnTo>
                <a:lnTo>
                  <a:pt x="13541" y="15732"/>
                </a:lnTo>
                <a:lnTo>
                  <a:pt x="5741" y="11052"/>
                </a:lnTo>
                <a:close/>
                <a:moveTo>
                  <a:pt x="5741" y="16668"/>
                </a:moveTo>
                <a:lnTo>
                  <a:pt x="13541" y="11988"/>
                </a:lnTo>
                <a:lnTo>
                  <a:pt x="12979" y="11052"/>
                </a:lnTo>
                <a:lnTo>
                  <a:pt x="5179" y="15732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宕机·预警</a:t>
            </a:r>
          </a:p>
        </p:txBody>
      </p:sp>
      <p:sp>
        <p:nvSpPr>
          <p:cNvPr id="34" name="ALERT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16380" y="9180"/>
                </a:lnTo>
                <a:cubicBezTo>
                  <a:pt x="16811" y="9180"/>
                  <a:pt x="17160" y="9529"/>
                  <a:pt x="17160" y="9960"/>
                </a:cubicBezTo>
                <a:lnTo>
                  <a:pt x="17160" y="17760"/>
                </a:lnTo>
                <a:cubicBezTo>
                  <a:pt x="17160" y="18191"/>
                  <a:pt x="16811" y="18540"/>
                  <a:pt x="16380" y="18540"/>
                </a:cubicBezTo>
                <a:lnTo>
                  <a:pt x="2340" y="18540"/>
                </a:lnTo>
                <a:cubicBezTo>
                  <a:pt x="1909" y="18540"/>
                  <a:pt x="1560" y="18191"/>
                  <a:pt x="1560" y="17760"/>
                </a:cubicBezTo>
                <a:lnTo>
                  <a:pt x="1560" y="9960"/>
                </a:lnTo>
                <a:cubicBezTo>
                  <a:pt x="1560" y="9529"/>
                  <a:pt x="1909" y="9180"/>
                  <a:pt x="2340" y="9180"/>
                </a:cubicBezTo>
                <a:close/>
                <a:moveTo>
                  <a:pt x="6474" y="18540"/>
                </a:moveTo>
                <a:lnTo>
                  <a:pt x="12246" y="18540"/>
                </a:lnTo>
                <a:cubicBezTo>
                  <a:pt x="12375" y="18540"/>
                  <a:pt x="12480" y="18645"/>
                  <a:pt x="12480" y="18774"/>
                </a:cubicBezTo>
                <a:lnTo>
                  <a:pt x="12480" y="19398"/>
                </a:lnTo>
                <a:cubicBezTo>
                  <a:pt x="12480" y="19527"/>
                  <a:pt x="12375" y="19632"/>
                  <a:pt x="12246" y="19632"/>
                </a:cubicBezTo>
                <a:lnTo>
                  <a:pt x="6474" y="19632"/>
                </a:lnTo>
                <a:cubicBezTo>
                  <a:pt x="6345" y="19632"/>
                  <a:pt x="6240" y="19527"/>
                  <a:pt x="6240" y="19398"/>
                </a:cubicBezTo>
                <a:lnTo>
                  <a:pt x="6240" y="18774"/>
                </a:lnTo>
                <a:cubicBezTo>
                  <a:pt x="6240" y="18645"/>
                  <a:pt x="6345" y="18540"/>
                  <a:pt x="6474" y="18540"/>
                </a:cubicBezTo>
                <a:close/>
                <a:moveTo>
                  <a:pt x="7800" y="17760"/>
                </a:moveTo>
                <a:lnTo>
                  <a:pt x="10920" y="17760"/>
                </a:lnTo>
                <a:lnTo>
                  <a:pt x="10920" y="18852"/>
                </a:lnTo>
                <a:lnTo>
                  <a:pt x="7800" y="18852"/>
                </a:lnTo>
                <a:close/>
                <a:moveTo>
                  <a:pt x="5179" y="11988"/>
                </a:moveTo>
                <a:lnTo>
                  <a:pt x="12979" y="16668"/>
                </a:lnTo>
                <a:lnTo>
                  <a:pt x="13541" y="15732"/>
                </a:lnTo>
                <a:lnTo>
                  <a:pt x="5741" y="11052"/>
                </a:lnTo>
                <a:close/>
                <a:moveTo>
                  <a:pt x="5741" y="16668"/>
                </a:moveTo>
                <a:lnTo>
                  <a:pt x="13541" y="11988"/>
                </a:lnTo>
                <a:lnTo>
                  <a:pt x="12979" y="11052"/>
                </a:lnTo>
                <a:lnTo>
                  <a:pt x="5179" y="15732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宕机·失效</a:t>
            </a:r>
          </a:p>
        </p:txBody>
      </p:sp>
      <p:sp>
        <p:nvSpPr>
          <p:cNvPr id="37" name="ALERT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16380" y="9180"/>
                </a:lnTo>
                <a:cubicBezTo>
                  <a:pt x="16811" y="9180"/>
                  <a:pt x="17160" y="9529"/>
                  <a:pt x="17160" y="9960"/>
                </a:cubicBezTo>
                <a:lnTo>
                  <a:pt x="17160" y="17760"/>
                </a:lnTo>
                <a:cubicBezTo>
                  <a:pt x="17160" y="18191"/>
                  <a:pt x="16811" y="18540"/>
                  <a:pt x="16380" y="18540"/>
                </a:cubicBezTo>
                <a:lnTo>
                  <a:pt x="2340" y="18540"/>
                </a:lnTo>
                <a:cubicBezTo>
                  <a:pt x="1909" y="18540"/>
                  <a:pt x="1560" y="18191"/>
                  <a:pt x="1560" y="17760"/>
                </a:cubicBezTo>
                <a:lnTo>
                  <a:pt x="1560" y="9960"/>
                </a:lnTo>
                <a:cubicBezTo>
                  <a:pt x="1560" y="9529"/>
                  <a:pt x="1909" y="9180"/>
                  <a:pt x="2340" y="9180"/>
                </a:cubicBezTo>
                <a:close/>
                <a:moveTo>
                  <a:pt x="6474" y="18540"/>
                </a:moveTo>
                <a:lnTo>
                  <a:pt x="12246" y="18540"/>
                </a:lnTo>
                <a:cubicBezTo>
                  <a:pt x="12375" y="18540"/>
                  <a:pt x="12480" y="18645"/>
                  <a:pt x="12480" y="18774"/>
                </a:cubicBezTo>
                <a:lnTo>
                  <a:pt x="12480" y="19398"/>
                </a:lnTo>
                <a:cubicBezTo>
                  <a:pt x="12480" y="19527"/>
                  <a:pt x="12375" y="19632"/>
                  <a:pt x="12246" y="19632"/>
                </a:cubicBezTo>
                <a:lnTo>
                  <a:pt x="6474" y="19632"/>
                </a:lnTo>
                <a:cubicBezTo>
                  <a:pt x="6345" y="19632"/>
                  <a:pt x="6240" y="19527"/>
                  <a:pt x="6240" y="19398"/>
                </a:cubicBezTo>
                <a:lnTo>
                  <a:pt x="6240" y="18774"/>
                </a:lnTo>
                <a:cubicBezTo>
                  <a:pt x="6240" y="18645"/>
                  <a:pt x="6345" y="18540"/>
                  <a:pt x="6474" y="18540"/>
                </a:cubicBezTo>
                <a:close/>
                <a:moveTo>
                  <a:pt x="7800" y="17760"/>
                </a:moveTo>
                <a:lnTo>
                  <a:pt x="10920" y="17760"/>
                </a:lnTo>
                <a:lnTo>
                  <a:pt x="10920" y="18852"/>
                </a:lnTo>
                <a:lnTo>
                  <a:pt x="7800" y="18852"/>
                </a:lnTo>
                <a:close/>
                <a:moveTo>
                  <a:pt x="5179" y="11988"/>
                </a:moveTo>
                <a:lnTo>
                  <a:pt x="12979" y="16668"/>
                </a:lnTo>
                <a:lnTo>
                  <a:pt x="13541" y="15732"/>
                </a:lnTo>
                <a:lnTo>
                  <a:pt x="5741" y="11052"/>
                </a:lnTo>
                <a:close/>
                <a:moveTo>
                  <a:pt x="5741" y="16668"/>
                </a:moveTo>
                <a:lnTo>
                  <a:pt x="13541" y="11988"/>
                </a:lnTo>
                <a:lnTo>
                  <a:pt x="12979" y="11052"/>
                </a:lnTo>
                <a:lnTo>
                  <a:pt x="5179" y="15732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宕机·洞察</a:t>
            </a:r>
          </a:p>
        </p:txBody>
      </p:sp>
      <p:sp>
        <p:nvSpPr>
          <p:cNvPr id="40" name="ALERT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16380" y="9180"/>
                </a:lnTo>
                <a:cubicBezTo>
                  <a:pt x="16811" y="9180"/>
                  <a:pt x="17160" y="9529"/>
                  <a:pt x="17160" y="9960"/>
                </a:cubicBezTo>
                <a:lnTo>
                  <a:pt x="17160" y="17760"/>
                </a:lnTo>
                <a:cubicBezTo>
                  <a:pt x="17160" y="18191"/>
                  <a:pt x="16811" y="18540"/>
                  <a:pt x="16380" y="18540"/>
                </a:cubicBezTo>
                <a:lnTo>
                  <a:pt x="2340" y="18540"/>
                </a:lnTo>
                <a:cubicBezTo>
                  <a:pt x="1909" y="18540"/>
                  <a:pt x="1560" y="18191"/>
                  <a:pt x="1560" y="17760"/>
                </a:cubicBezTo>
                <a:lnTo>
                  <a:pt x="1560" y="9960"/>
                </a:lnTo>
                <a:cubicBezTo>
                  <a:pt x="1560" y="9529"/>
                  <a:pt x="1909" y="9180"/>
                  <a:pt x="2340" y="9180"/>
                </a:cubicBezTo>
                <a:close/>
                <a:moveTo>
                  <a:pt x="6474" y="18540"/>
                </a:moveTo>
                <a:lnTo>
                  <a:pt x="12246" y="18540"/>
                </a:lnTo>
                <a:cubicBezTo>
                  <a:pt x="12375" y="18540"/>
                  <a:pt x="12480" y="18645"/>
                  <a:pt x="12480" y="18774"/>
                </a:cubicBezTo>
                <a:lnTo>
                  <a:pt x="12480" y="19398"/>
                </a:lnTo>
                <a:cubicBezTo>
                  <a:pt x="12480" y="19527"/>
                  <a:pt x="12375" y="19632"/>
                  <a:pt x="12246" y="19632"/>
                </a:cubicBezTo>
                <a:lnTo>
                  <a:pt x="6474" y="19632"/>
                </a:lnTo>
                <a:cubicBezTo>
                  <a:pt x="6345" y="19632"/>
                  <a:pt x="6240" y="19527"/>
                  <a:pt x="6240" y="19398"/>
                </a:cubicBezTo>
                <a:lnTo>
                  <a:pt x="6240" y="18774"/>
                </a:lnTo>
                <a:cubicBezTo>
                  <a:pt x="6240" y="18645"/>
                  <a:pt x="6345" y="18540"/>
                  <a:pt x="6474" y="18540"/>
                </a:cubicBezTo>
                <a:close/>
                <a:moveTo>
                  <a:pt x="7800" y="17760"/>
                </a:moveTo>
                <a:lnTo>
                  <a:pt x="10920" y="17760"/>
                </a:lnTo>
                <a:lnTo>
                  <a:pt x="10920" y="18852"/>
                </a:lnTo>
                <a:lnTo>
                  <a:pt x="7800" y="18852"/>
                </a:lnTo>
                <a:close/>
                <a:moveTo>
                  <a:pt x="5179" y="11988"/>
                </a:moveTo>
                <a:lnTo>
                  <a:pt x="12979" y="16668"/>
                </a:lnTo>
                <a:lnTo>
                  <a:pt x="13541" y="15732"/>
                </a:lnTo>
                <a:lnTo>
                  <a:pt x="5741" y="11052"/>
                </a:lnTo>
                <a:close/>
                <a:moveTo>
                  <a:pt x="5741" y="16668"/>
                </a:moveTo>
                <a:lnTo>
                  <a:pt x="13541" y="11988"/>
                </a:lnTo>
                <a:lnTo>
                  <a:pt x="12979" y="11052"/>
                </a:lnTo>
                <a:lnTo>
                  <a:pt x="5179" y="15732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宕机·定时</a:t>
            </a:r>
          </a:p>
        </p:txBody>
      </p:sp>
      <p:sp>
        <p:nvSpPr>
          <p:cNvPr id="43" name="ALERT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9180"/>
                </a:moveTo>
                <a:lnTo>
                  <a:pt x="16380" y="9180"/>
                </a:lnTo>
                <a:cubicBezTo>
                  <a:pt x="16811" y="9180"/>
                  <a:pt x="17160" y="9529"/>
                  <a:pt x="17160" y="9960"/>
                </a:cubicBezTo>
                <a:lnTo>
                  <a:pt x="17160" y="17760"/>
                </a:lnTo>
                <a:cubicBezTo>
                  <a:pt x="17160" y="18191"/>
                  <a:pt x="16811" y="18540"/>
                  <a:pt x="16380" y="18540"/>
                </a:cubicBezTo>
                <a:lnTo>
                  <a:pt x="2340" y="18540"/>
                </a:lnTo>
                <a:cubicBezTo>
                  <a:pt x="1909" y="18540"/>
                  <a:pt x="1560" y="18191"/>
                  <a:pt x="1560" y="17760"/>
                </a:cubicBezTo>
                <a:lnTo>
                  <a:pt x="1560" y="9960"/>
                </a:lnTo>
                <a:cubicBezTo>
                  <a:pt x="1560" y="9529"/>
                  <a:pt x="1909" y="9180"/>
                  <a:pt x="2340" y="9180"/>
                </a:cubicBezTo>
                <a:close/>
                <a:moveTo>
                  <a:pt x="6474" y="18540"/>
                </a:moveTo>
                <a:lnTo>
                  <a:pt x="12246" y="18540"/>
                </a:lnTo>
                <a:cubicBezTo>
                  <a:pt x="12375" y="18540"/>
                  <a:pt x="12480" y="18645"/>
                  <a:pt x="12480" y="18774"/>
                </a:cubicBezTo>
                <a:lnTo>
                  <a:pt x="12480" y="19398"/>
                </a:lnTo>
                <a:cubicBezTo>
                  <a:pt x="12480" y="19527"/>
                  <a:pt x="12375" y="19632"/>
                  <a:pt x="12246" y="19632"/>
                </a:cubicBezTo>
                <a:lnTo>
                  <a:pt x="6474" y="19632"/>
                </a:lnTo>
                <a:cubicBezTo>
                  <a:pt x="6345" y="19632"/>
                  <a:pt x="6240" y="19527"/>
                  <a:pt x="6240" y="19398"/>
                </a:cubicBezTo>
                <a:lnTo>
                  <a:pt x="6240" y="18774"/>
                </a:lnTo>
                <a:cubicBezTo>
                  <a:pt x="6240" y="18645"/>
                  <a:pt x="6345" y="18540"/>
                  <a:pt x="6474" y="18540"/>
                </a:cubicBezTo>
                <a:close/>
                <a:moveTo>
                  <a:pt x="7800" y="17760"/>
                </a:moveTo>
                <a:lnTo>
                  <a:pt x="10920" y="17760"/>
                </a:lnTo>
                <a:lnTo>
                  <a:pt x="10920" y="18852"/>
                </a:lnTo>
                <a:lnTo>
                  <a:pt x="7800" y="18852"/>
                </a:lnTo>
                <a:close/>
                <a:moveTo>
                  <a:pt x="5179" y="11988"/>
                </a:moveTo>
                <a:lnTo>
                  <a:pt x="12979" y="16668"/>
                </a:lnTo>
                <a:lnTo>
                  <a:pt x="13541" y="15732"/>
                </a:lnTo>
                <a:lnTo>
                  <a:pt x="5741" y="11052"/>
                </a:lnTo>
                <a:close/>
                <a:moveTo>
                  <a:pt x="5741" y="16668"/>
                </a:moveTo>
                <a:lnTo>
                  <a:pt x="13541" y="11988"/>
                </a:lnTo>
                <a:lnTo>
                  <a:pt x="12979" y="11052"/>
                </a:lnTo>
                <a:lnTo>
                  <a:pt x="5179" y="15732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宕机·同步</a:t>
            </a:r>
          </a:p>
        </p:txBody>
      </p:sp>
      <p:sp>
        <p:nvSpPr>
          <p:cNvPr id="46" name="ALERT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7029" y="21000"/>
                  <a:pt x="3000" y="16971"/>
                  <a:pt x="3000" y="12000"/>
                </a:cubicBez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close/>
                <a:moveTo>
                  <a:pt x="12000" y="4000"/>
                </a:moveTo>
                <a:lnTo>
                  <a:pt x="16000" y="11000"/>
                </a:lnTo>
                <a:lnTo>
                  <a:pt x="12000" y="14000"/>
                </a:lnTo>
                <a:lnTo>
                  <a:pt x="8000" y="11000"/>
                </a:lnTo>
                <a:close/>
                <a:moveTo>
                  <a:pt x="11600" y="16000"/>
                </a:moveTo>
                <a:lnTo>
                  <a:pt x="12400" y="16000"/>
                </a:lnTo>
                <a:cubicBezTo>
                  <a:pt x="12621" y="16000"/>
                  <a:pt x="12800" y="16179"/>
                  <a:pt x="12800" y="16400"/>
                </a:cubicBezTo>
                <a:lnTo>
                  <a:pt x="12800" y="19600"/>
                </a:lnTo>
                <a:cubicBezTo>
                  <a:pt x="12800" y="19821"/>
                  <a:pt x="12621" y="20000"/>
                  <a:pt x="12400" y="20000"/>
                </a:cubicBezTo>
                <a:lnTo>
                  <a:pt x="11600" y="20000"/>
                </a:lnTo>
                <a:cubicBezTo>
                  <a:pt x="11379" y="20000"/>
                  <a:pt x="11200" y="19821"/>
                  <a:pt x="11200" y="19600"/>
                </a:cubicBezTo>
                <a:lnTo>
                  <a:pt x="11200" y="16400"/>
                </a:lnTo>
                <a:cubicBezTo>
                  <a:pt x="11200" y="16179"/>
                  <a:pt x="11379" y="16000"/>
                  <a:pt x="11600" y="16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高优级别</a:t>
            </a:r>
          </a:p>
        </p:txBody>
      </p:sp>
      <p:sp>
        <p:nvSpPr>
          <p:cNvPr id="49" name="ALERT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360" y="8400"/>
                </a:moveTo>
                <a:lnTo>
                  <a:pt x="12480" y="13860"/>
                </a:lnTo>
                <a:lnTo>
                  <a:pt x="9360" y="16200"/>
                </a:lnTo>
                <a:lnTo>
                  <a:pt x="6240" y="13860"/>
                </a:lnTo>
                <a:close/>
                <a:moveTo>
                  <a:pt x="9048" y="17760"/>
                </a:moveTo>
                <a:lnTo>
                  <a:pt x="9672" y="17760"/>
                </a:lnTo>
                <a:cubicBezTo>
                  <a:pt x="9844" y="17760"/>
                  <a:pt x="9984" y="17900"/>
                  <a:pt x="9984" y="18072"/>
                </a:cubicBezTo>
                <a:lnTo>
                  <a:pt x="9984" y="20568"/>
                </a:lnTo>
                <a:cubicBezTo>
                  <a:pt x="9984" y="20740"/>
                  <a:pt x="9844" y="20880"/>
                  <a:pt x="9672" y="20880"/>
                </a:cubicBezTo>
                <a:lnTo>
                  <a:pt x="9048" y="20880"/>
                </a:lnTo>
                <a:cubicBezTo>
                  <a:pt x="8876" y="20880"/>
                  <a:pt x="8736" y="20740"/>
                  <a:pt x="8736" y="20568"/>
                </a:cubicBezTo>
                <a:lnTo>
                  <a:pt x="8736" y="18072"/>
                </a:lnTo>
                <a:cubicBezTo>
                  <a:pt x="8736" y="17900"/>
                  <a:pt x="8876" y="17760"/>
                  <a:pt x="9048" y="1776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高优级别·预警</a:t>
            </a:r>
          </a:p>
        </p:txBody>
      </p:sp>
      <p:sp>
        <p:nvSpPr>
          <p:cNvPr id="52" name="ALERT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360" y="8400"/>
                </a:moveTo>
                <a:lnTo>
                  <a:pt x="12480" y="13860"/>
                </a:lnTo>
                <a:lnTo>
                  <a:pt x="9360" y="16200"/>
                </a:lnTo>
                <a:lnTo>
                  <a:pt x="6240" y="13860"/>
                </a:lnTo>
                <a:close/>
                <a:moveTo>
                  <a:pt x="9048" y="17760"/>
                </a:moveTo>
                <a:lnTo>
                  <a:pt x="9672" y="17760"/>
                </a:lnTo>
                <a:cubicBezTo>
                  <a:pt x="9844" y="17760"/>
                  <a:pt x="9984" y="17900"/>
                  <a:pt x="9984" y="18072"/>
                </a:cubicBezTo>
                <a:lnTo>
                  <a:pt x="9984" y="20568"/>
                </a:lnTo>
                <a:cubicBezTo>
                  <a:pt x="9984" y="20740"/>
                  <a:pt x="9844" y="20880"/>
                  <a:pt x="9672" y="20880"/>
                </a:cubicBezTo>
                <a:lnTo>
                  <a:pt x="9048" y="20880"/>
                </a:lnTo>
                <a:cubicBezTo>
                  <a:pt x="8876" y="20880"/>
                  <a:pt x="8736" y="20740"/>
                  <a:pt x="8736" y="20568"/>
                </a:cubicBezTo>
                <a:lnTo>
                  <a:pt x="8736" y="18072"/>
                </a:lnTo>
                <a:cubicBezTo>
                  <a:pt x="8736" y="17900"/>
                  <a:pt x="8876" y="17760"/>
                  <a:pt x="9048" y="17760"/>
                </a:cubicBez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高优级别·失效</a:t>
            </a:r>
          </a:p>
        </p:txBody>
      </p:sp>
      <p:sp>
        <p:nvSpPr>
          <p:cNvPr id="55" name="ALERT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360" y="8400"/>
                </a:moveTo>
                <a:lnTo>
                  <a:pt x="12480" y="13860"/>
                </a:lnTo>
                <a:lnTo>
                  <a:pt x="9360" y="16200"/>
                </a:lnTo>
                <a:lnTo>
                  <a:pt x="6240" y="13860"/>
                </a:lnTo>
                <a:close/>
                <a:moveTo>
                  <a:pt x="9048" y="17760"/>
                </a:moveTo>
                <a:lnTo>
                  <a:pt x="9672" y="17760"/>
                </a:lnTo>
                <a:cubicBezTo>
                  <a:pt x="9844" y="17760"/>
                  <a:pt x="9984" y="17900"/>
                  <a:pt x="9984" y="18072"/>
                </a:cubicBezTo>
                <a:lnTo>
                  <a:pt x="9984" y="20568"/>
                </a:lnTo>
                <a:cubicBezTo>
                  <a:pt x="9984" y="20740"/>
                  <a:pt x="9844" y="20880"/>
                  <a:pt x="9672" y="20880"/>
                </a:cubicBezTo>
                <a:lnTo>
                  <a:pt x="9048" y="20880"/>
                </a:lnTo>
                <a:cubicBezTo>
                  <a:pt x="8876" y="20880"/>
                  <a:pt x="8736" y="20740"/>
                  <a:pt x="8736" y="20568"/>
                </a:cubicBezTo>
                <a:lnTo>
                  <a:pt x="8736" y="18072"/>
                </a:lnTo>
                <a:cubicBezTo>
                  <a:pt x="8736" y="17900"/>
                  <a:pt x="8876" y="17760"/>
                  <a:pt x="9048" y="177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高优级别·洞察</a:t>
            </a:r>
          </a:p>
        </p:txBody>
      </p:sp>
      <p:sp>
        <p:nvSpPr>
          <p:cNvPr id="58" name="ALERT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360" y="8400"/>
                </a:moveTo>
                <a:lnTo>
                  <a:pt x="12480" y="13860"/>
                </a:lnTo>
                <a:lnTo>
                  <a:pt x="9360" y="16200"/>
                </a:lnTo>
                <a:lnTo>
                  <a:pt x="6240" y="13860"/>
                </a:lnTo>
                <a:close/>
                <a:moveTo>
                  <a:pt x="9048" y="17760"/>
                </a:moveTo>
                <a:lnTo>
                  <a:pt x="9672" y="17760"/>
                </a:lnTo>
                <a:cubicBezTo>
                  <a:pt x="9844" y="17760"/>
                  <a:pt x="9984" y="17900"/>
                  <a:pt x="9984" y="18072"/>
                </a:cubicBezTo>
                <a:lnTo>
                  <a:pt x="9984" y="20568"/>
                </a:lnTo>
                <a:cubicBezTo>
                  <a:pt x="9984" y="20740"/>
                  <a:pt x="9844" y="20880"/>
                  <a:pt x="9672" y="20880"/>
                </a:cubicBezTo>
                <a:lnTo>
                  <a:pt x="9048" y="20880"/>
                </a:lnTo>
                <a:cubicBezTo>
                  <a:pt x="8876" y="20880"/>
                  <a:pt x="8736" y="20740"/>
                  <a:pt x="8736" y="20568"/>
                </a:cubicBezTo>
                <a:lnTo>
                  <a:pt x="8736" y="18072"/>
                </a:lnTo>
                <a:cubicBezTo>
                  <a:pt x="8736" y="17900"/>
                  <a:pt x="8876" y="17760"/>
                  <a:pt x="9048" y="1776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高优级别·定时</a:t>
            </a:r>
          </a:p>
        </p:txBody>
      </p:sp>
      <p:sp>
        <p:nvSpPr>
          <p:cNvPr id="61" name="ALERT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9360" y="8400"/>
                </a:moveTo>
                <a:lnTo>
                  <a:pt x="12480" y="13860"/>
                </a:lnTo>
                <a:lnTo>
                  <a:pt x="9360" y="16200"/>
                </a:lnTo>
                <a:lnTo>
                  <a:pt x="6240" y="13860"/>
                </a:lnTo>
                <a:close/>
                <a:moveTo>
                  <a:pt x="9048" y="17760"/>
                </a:moveTo>
                <a:lnTo>
                  <a:pt x="9672" y="17760"/>
                </a:lnTo>
                <a:cubicBezTo>
                  <a:pt x="9844" y="17760"/>
                  <a:pt x="9984" y="17900"/>
                  <a:pt x="9984" y="18072"/>
                </a:cubicBezTo>
                <a:lnTo>
                  <a:pt x="9984" y="20568"/>
                </a:lnTo>
                <a:cubicBezTo>
                  <a:pt x="9984" y="20740"/>
                  <a:pt x="9844" y="20880"/>
                  <a:pt x="9672" y="20880"/>
                </a:cubicBezTo>
                <a:lnTo>
                  <a:pt x="9048" y="20880"/>
                </a:lnTo>
                <a:cubicBezTo>
                  <a:pt x="8876" y="20880"/>
                  <a:pt x="8736" y="20740"/>
                  <a:pt x="8736" y="20568"/>
                </a:cubicBezTo>
                <a:lnTo>
                  <a:pt x="8736" y="18072"/>
                </a:lnTo>
                <a:cubicBezTo>
                  <a:pt x="8736" y="17900"/>
                  <a:pt x="8876" y="17760"/>
                  <a:pt x="9048" y="1776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高优级别·同步</a:t>
            </a:r>
          </a:p>
        </p:txBody>
      </p:sp>
      <p:sp>
        <p:nvSpPr>
          <p:cNvPr id="64" name="ALERT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500" y="16000"/>
                </a:moveTo>
                <a:lnTo>
                  <a:pt x="19500" y="16000"/>
                </a:lnTo>
                <a:cubicBezTo>
                  <a:pt x="19776" y="16000"/>
                  <a:pt x="20000" y="16224"/>
                  <a:pt x="20000" y="16500"/>
                </a:cubicBezTo>
                <a:lnTo>
                  <a:pt x="20000" y="19500"/>
                </a:lnTo>
                <a:cubicBezTo>
                  <a:pt x="20000" y="19776"/>
                  <a:pt x="19776" y="20000"/>
                  <a:pt x="19500" y="20000"/>
                </a:cubicBezTo>
                <a:lnTo>
                  <a:pt x="4500" y="20000"/>
                </a:lnTo>
                <a:cubicBezTo>
                  <a:pt x="4224" y="20000"/>
                  <a:pt x="4000" y="19776"/>
                  <a:pt x="4000" y="19500"/>
                </a:cubicBezTo>
                <a:lnTo>
                  <a:pt x="4000" y="16500"/>
                </a:lnTo>
                <a:cubicBezTo>
                  <a:pt x="4000" y="16224"/>
                  <a:pt x="4224" y="16000"/>
                  <a:pt x="4500" y="16000"/>
                </a:cubicBezTo>
                <a:close/>
                <a:moveTo>
                  <a:pt x="4500" y="11000"/>
                </a:moveTo>
                <a:lnTo>
                  <a:pt x="19500" y="11000"/>
                </a:lnTo>
                <a:cubicBezTo>
                  <a:pt x="19776" y="11000"/>
                  <a:pt x="20000" y="11224"/>
                  <a:pt x="20000" y="11500"/>
                </a:cubicBezTo>
                <a:lnTo>
                  <a:pt x="20000" y="14500"/>
                </a:lnTo>
                <a:cubicBezTo>
                  <a:pt x="20000" y="14776"/>
                  <a:pt x="19776" y="15000"/>
                  <a:pt x="19500" y="15000"/>
                </a:cubicBezTo>
                <a:lnTo>
                  <a:pt x="4500" y="15000"/>
                </a:lnTo>
                <a:cubicBezTo>
                  <a:pt x="4224" y="15000"/>
                  <a:pt x="4000" y="14776"/>
                  <a:pt x="4000" y="14500"/>
                </a:cubicBezTo>
                <a:lnTo>
                  <a:pt x="4000" y="11500"/>
                </a:lnTo>
                <a:cubicBezTo>
                  <a:pt x="4000" y="11224"/>
                  <a:pt x="4224" y="11000"/>
                  <a:pt x="4500" y="11000"/>
                </a:cubicBezTo>
                <a:close/>
                <a:moveTo>
                  <a:pt x="4500" y="6000"/>
                </a:moveTo>
                <a:lnTo>
                  <a:pt x="19500" y="6000"/>
                </a:lnTo>
                <a:cubicBezTo>
                  <a:pt x="19776" y="6000"/>
                  <a:pt x="20000" y="6224"/>
                  <a:pt x="20000" y="6500"/>
                </a:cubicBezTo>
                <a:lnTo>
                  <a:pt x="20000" y="9500"/>
                </a:lnTo>
                <a:cubicBezTo>
                  <a:pt x="20000" y="9776"/>
                  <a:pt x="19776" y="10000"/>
                  <a:pt x="19500" y="10000"/>
                </a:cubicBezTo>
                <a:lnTo>
                  <a:pt x="4500" y="10000"/>
                </a:lnTo>
                <a:cubicBezTo>
                  <a:pt x="4224" y="10000"/>
                  <a:pt x="4000" y="9776"/>
                  <a:pt x="4000" y="9500"/>
                </a:cubicBezTo>
                <a:lnTo>
                  <a:pt x="4000" y="6500"/>
                </a:lnTo>
                <a:cubicBezTo>
                  <a:pt x="4000" y="6224"/>
                  <a:pt x="4224" y="6000"/>
                  <a:pt x="4500" y="6000"/>
                </a:cubicBezTo>
                <a:close/>
                <a:moveTo>
                  <a:pt x="4400" y="2000"/>
                </a:moveTo>
                <a:lnTo>
                  <a:pt x="15600" y="2000"/>
                </a:lnTo>
                <a:cubicBezTo>
                  <a:pt x="15821" y="2000"/>
                  <a:pt x="16000" y="2179"/>
                  <a:pt x="16000" y="2400"/>
                </a:cubicBezTo>
                <a:lnTo>
                  <a:pt x="16000" y="4600"/>
                </a:lnTo>
                <a:cubicBezTo>
                  <a:pt x="16000" y="4821"/>
                  <a:pt x="15821" y="5000"/>
                  <a:pt x="15600" y="5000"/>
                </a:cubicBezTo>
                <a:lnTo>
                  <a:pt x="4400" y="5000"/>
                </a:lnTo>
                <a:cubicBezTo>
                  <a:pt x="4179" y="5000"/>
                  <a:pt x="4000" y="4821"/>
                  <a:pt x="4000" y="4600"/>
                </a:cubicBezTo>
                <a:lnTo>
                  <a:pt x="4000" y="2400"/>
                </a:lnTo>
                <a:cubicBezTo>
                  <a:pt x="4000" y="2179"/>
                  <a:pt x="4179" y="2000"/>
                  <a:pt x="4400" y="2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积压</a:t>
            </a:r>
          </a:p>
        </p:txBody>
      </p:sp>
      <p:sp>
        <p:nvSpPr>
          <p:cNvPr id="67" name="ALERT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10" y="17760"/>
                </a:moveTo>
                <a:lnTo>
                  <a:pt x="15210" y="17760"/>
                </a:lnTo>
                <a:cubicBezTo>
                  <a:pt x="15425" y="17760"/>
                  <a:pt x="15600" y="17935"/>
                  <a:pt x="15600" y="18150"/>
                </a:cubicBezTo>
                <a:lnTo>
                  <a:pt x="15600" y="20490"/>
                </a:lnTo>
                <a:cubicBezTo>
                  <a:pt x="15600" y="20705"/>
                  <a:pt x="15425" y="20880"/>
                  <a:pt x="15210" y="20880"/>
                </a:cubicBezTo>
                <a:lnTo>
                  <a:pt x="3510" y="20880"/>
                </a:lnTo>
                <a:cubicBezTo>
                  <a:pt x="3295" y="20880"/>
                  <a:pt x="3120" y="20705"/>
                  <a:pt x="3120" y="20490"/>
                </a:cubicBezTo>
                <a:lnTo>
                  <a:pt x="3120" y="18150"/>
                </a:lnTo>
                <a:cubicBezTo>
                  <a:pt x="3120" y="17935"/>
                  <a:pt x="3295" y="17760"/>
                  <a:pt x="3510" y="17760"/>
                </a:cubicBezTo>
                <a:close/>
                <a:moveTo>
                  <a:pt x="3510" y="13860"/>
                </a:moveTo>
                <a:lnTo>
                  <a:pt x="15210" y="13860"/>
                </a:lnTo>
                <a:cubicBezTo>
                  <a:pt x="15425" y="13860"/>
                  <a:pt x="15600" y="14035"/>
                  <a:pt x="15600" y="14250"/>
                </a:cubicBezTo>
                <a:lnTo>
                  <a:pt x="15600" y="16590"/>
                </a:lnTo>
                <a:cubicBezTo>
                  <a:pt x="15600" y="16805"/>
                  <a:pt x="15425" y="16980"/>
                  <a:pt x="15210" y="16980"/>
                </a:cubicBezTo>
                <a:lnTo>
                  <a:pt x="3510" y="16980"/>
                </a:lnTo>
                <a:cubicBezTo>
                  <a:pt x="3295" y="16980"/>
                  <a:pt x="3120" y="16805"/>
                  <a:pt x="3120" y="16590"/>
                </a:cubicBezTo>
                <a:lnTo>
                  <a:pt x="3120" y="14250"/>
                </a:lnTo>
                <a:cubicBezTo>
                  <a:pt x="3120" y="14035"/>
                  <a:pt x="3295" y="13860"/>
                  <a:pt x="3510" y="13860"/>
                </a:cubicBezTo>
                <a:close/>
                <a:moveTo>
                  <a:pt x="3510" y="9960"/>
                </a:moveTo>
                <a:lnTo>
                  <a:pt x="15210" y="9960"/>
                </a:lnTo>
                <a:cubicBezTo>
                  <a:pt x="15425" y="9960"/>
                  <a:pt x="15600" y="10135"/>
                  <a:pt x="15600" y="10350"/>
                </a:cubicBezTo>
                <a:lnTo>
                  <a:pt x="15600" y="12690"/>
                </a:lnTo>
                <a:cubicBezTo>
                  <a:pt x="15600" y="12905"/>
                  <a:pt x="15425" y="13080"/>
                  <a:pt x="15210" y="13080"/>
                </a:cubicBezTo>
                <a:lnTo>
                  <a:pt x="3510" y="13080"/>
                </a:lnTo>
                <a:cubicBezTo>
                  <a:pt x="3295" y="13080"/>
                  <a:pt x="3120" y="12905"/>
                  <a:pt x="3120" y="12690"/>
                </a:cubicBezTo>
                <a:lnTo>
                  <a:pt x="3120" y="10350"/>
                </a:lnTo>
                <a:cubicBezTo>
                  <a:pt x="3120" y="10135"/>
                  <a:pt x="3295" y="9960"/>
                  <a:pt x="3510" y="9960"/>
                </a:cubicBezTo>
                <a:close/>
                <a:moveTo>
                  <a:pt x="3432" y="6840"/>
                </a:moveTo>
                <a:lnTo>
                  <a:pt x="12168" y="6840"/>
                </a:lnTo>
                <a:cubicBezTo>
                  <a:pt x="12340" y="6840"/>
                  <a:pt x="12480" y="6980"/>
                  <a:pt x="12480" y="7152"/>
                </a:cubicBezTo>
                <a:lnTo>
                  <a:pt x="12480" y="8868"/>
                </a:lnTo>
                <a:cubicBezTo>
                  <a:pt x="12480" y="9040"/>
                  <a:pt x="12340" y="9180"/>
                  <a:pt x="12168" y="9180"/>
                </a:cubicBezTo>
                <a:lnTo>
                  <a:pt x="3432" y="9180"/>
                </a:lnTo>
                <a:cubicBezTo>
                  <a:pt x="3260" y="9180"/>
                  <a:pt x="3120" y="9040"/>
                  <a:pt x="3120" y="8868"/>
                </a:cubicBezTo>
                <a:lnTo>
                  <a:pt x="3120" y="7152"/>
                </a:lnTo>
                <a:cubicBezTo>
                  <a:pt x="3120" y="6980"/>
                  <a:pt x="3260" y="6840"/>
                  <a:pt x="3432" y="6840"/>
                </a:cubicBez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积压·预警</a:t>
            </a:r>
          </a:p>
        </p:txBody>
      </p:sp>
      <p:sp>
        <p:nvSpPr>
          <p:cNvPr id="70" name="ALERT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10" y="17760"/>
                </a:moveTo>
                <a:lnTo>
                  <a:pt x="15210" y="17760"/>
                </a:lnTo>
                <a:cubicBezTo>
                  <a:pt x="15425" y="17760"/>
                  <a:pt x="15600" y="17935"/>
                  <a:pt x="15600" y="18150"/>
                </a:cubicBezTo>
                <a:lnTo>
                  <a:pt x="15600" y="20490"/>
                </a:lnTo>
                <a:cubicBezTo>
                  <a:pt x="15600" y="20705"/>
                  <a:pt x="15425" y="20880"/>
                  <a:pt x="15210" y="20880"/>
                </a:cubicBezTo>
                <a:lnTo>
                  <a:pt x="3510" y="20880"/>
                </a:lnTo>
                <a:cubicBezTo>
                  <a:pt x="3295" y="20880"/>
                  <a:pt x="3120" y="20705"/>
                  <a:pt x="3120" y="20490"/>
                </a:cubicBezTo>
                <a:lnTo>
                  <a:pt x="3120" y="18150"/>
                </a:lnTo>
                <a:cubicBezTo>
                  <a:pt x="3120" y="17935"/>
                  <a:pt x="3295" y="17760"/>
                  <a:pt x="3510" y="17760"/>
                </a:cubicBezTo>
                <a:close/>
                <a:moveTo>
                  <a:pt x="3510" y="13860"/>
                </a:moveTo>
                <a:lnTo>
                  <a:pt x="15210" y="13860"/>
                </a:lnTo>
                <a:cubicBezTo>
                  <a:pt x="15425" y="13860"/>
                  <a:pt x="15600" y="14035"/>
                  <a:pt x="15600" y="14250"/>
                </a:cubicBezTo>
                <a:lnTo>
                  <a:pt x="15600" y="16590"/>
                </a:lnTo>
                <a:cubicBezTo>
                  <a:pt x="15600" y="16805"/>
                  <a:pt x="15425" y="16980"/>
                  <a:pt x="15210" y="16980"/>
                </a:cubicBezTo>
                <a:lnTo>
                  <a:pt x="3510" y="16980"/>
                </a:lnTo>
                <a:cubicBezTo>
                  <a:pt x="3295" y="16980"/>
                  <a:pt x="3120" y="16805"/>
                  <a:pt x="3120" y="16590"/>
                </a:cubicBezTo>
                <a:lnTo>
                  <a:pt x="3120" y="14250"/>
                </a:lnTo>
                <a:cubicBezTo>
                  <a:pt x="3120" y="14035"/>
                  <a:pt x="3295" y="13860"/>
                  <a:pt x="3510" y="13860"/>
                </a:cubicBezTo>
                <a:close/>
                <a:moveTo>
                  <a:pt x="3510" y="9960"/>
                </a:moveTo>
                <a:lnTo>
                  <a:pt x="15210" y="9960"/>
                </a:lnTo>
                <a:cubicBezTo>
                  <a:pt x="15425" y="9960"/>
                  <a:pt x="15600" y="10135"/>
                  <a:pt x="15600" y="10350"/>
                </a:cubicBezTo>
                <a:lnTo>
                  <a:pt x="15600" y="12690"/>
                </a:lnTo>
                <a:cubicBezTo>
                  <a:pt x="15600" y="12905"/>
                  <a:pt x="15425" y="13080"/>
                  <a:pt x="15210" y="13080"/>
                </a:cubicBezTo>
                <a:lnTo>
                  <a:pt x="3510" y="13080"/>
                </a:lnTo>
                <a:cubicBezTo>
                  <a:pt x="3295" y="13080"/>
                  <a:pt x="3120" y="12905"/>
                  <a:pt x="3120" y="12690"/>
                </a:cubicBezTo>
                <a:lnTo>
                  <a:pt x="3120" y="10350"/>
                </a:lnTo>
                <a:cubicBezTo>
                  <a:pt x="3120" y="10135"/>
                  <a:pt x="3295" y="9960"/>
                  <a:pt x="3510" y="9960"/>
                </a:cubicBezTo>
                <a:close/>
                <a:moveTo>
                  <a:pt x="3432" y="6840"/>
                </a:moveTo>
                <a:lnTo>
                  <a:pt x="12168" y="6840"/>
                </a:lnTo>
                <a:cubicBezTo>
                  <a:pt x="12340" y="6840"/>
                  <a:pt x="12480" y="6980"/>
                  <a:pt x="12480" y="7152"/>
                </a:cubicBezTo>
                <a:lnTo>
                  <a:pt x="12480" y="8868"/>
                </a:lnTo>
                <a:cubicBezTo>
                  <a:pt x="12480" y="9040"/>
                  <a:pt x="12340" y="9180"/>
                  <a:pt x="12168" y="9180"/>
                </a:cubicBezTo>
                <a:lnTo>
                  <a:pt x="3432" y="9180"/>
                </a:lnTo>
                <a:cubicBezTo>
                  <a:pt x="3260" y="9180"/>
                  <a:pt x="3120" y="9040"/>
                  <a:pt x="3120" y="8868"/>
                </a:cubicBezTo>
                <a:lnTo>
                  <a:pt x="3120" y="7152"/>
                </a:lnTo>
                <a:cubicBezTo>
                  <a:pt x="3120" y="6980"/>
                  <a:pt x="3260" y="6840"/>
                  <a:pt x="3432" y="6840"/>
                </a:cubicBez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积压·失效</a:t>
            </a:r>
          </a:p>
        </p:txBody>
      </p:sp>
      <p:sp>
        <p:nvSpPr>
          <p:cNvPr id="73" name="ALERT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10" y="17760"/>
                </a:moveTo>
                <a:lnTo>
                  <a:pt x="15210" y="17760"/>
                </a:lnTo>
                <a:cubicBezTo>
                  <a:pt x="15425" y="17760"/>
                  <a:pt x="15600" y="17935"/>
                  <a:pt x="15600" y="18150"/>
                </a:cubicBezTo>
                <a:lnTo>
                  <a:pt x="15600" y="20490"/>
                </a:lnTo>
                <a:cubicBezTo>
                  <a:pt x="15600" y="20705"/>
                  <a:pt x="15425" y="20880"/>
                  <a:pt x="15210" y="20880"/>
                </a:cubicBezTo>
                <a:lnTo>
                  <a:pt x="3510" y="20880"/>
                </a:lnTo>
                <a:cubicBezTo>
                  <a:pt x="3295" y="20880"/>
                  <a:pt x="3120" y="20705"/>
                  <a:pt x="3120" y="20490"/>
                </a:cubicBezTo>
                <a:lnTo>
                  <a:pt x="3120" y="18150"/>
                </a:lnTo>
                <a:cubicBezTo>
                  <a:pt x="3120" y="17935"/>
                  <a:pt x="3295" y="17760"/>
                  <a:pt x="3510" y="17760"/>
                </a:cubicBezTo>
                <a:close/>
                <a:moveTo>
                  <a:pt x="3510" y="13860"/>
                </a:moveTo>
                <a:lnTo>
                  <a:pt x="15210" y="13860"/>
                </a:lnTo>
                <a:cubicBezTo>
                  <a:pt x="15425" y="13860"/>
                  <a:pt x="15600" y="14035"/>
                  <a:pt x="15600" y="14250"/>
                </a:cubicBezTo>
                <a:lnTo>
                  <a:pt x="15600" y="16590"/>
                </a:lnTo>
                <a:cubicBezTo>
                  <a:pt x="15600" y="16805"/>
                  <a:pt x="15425" y="16980"/>
                  <a:pt x="15210" y="16980"/>
                </a:cubicBezTo>
                <a:lnTo>
                  <a:pt x="3510" y="16980"/>
                </a:lnTo>
                <a:cubicBezTo>
                  <a:pt x="3295" y="16980"/>
                  <a:pt x="3120" y="16805"/>
                  <a:pt x="3120" y="16590"/>
                </a:cubicBezTo>
                <a:lnTo>
                  <a:pt x="3120" y="14250"/>
                </a:lnTo>
                <a:cubicBezTo>
                  <a:pt x="3120" y="14035"/>
                  <a:pt x="3295" y="13860"/>
                  <a:pt x="3510" y="13860"/>
                </a:cubicBezTo>
                <a:close/>
                <a:moveTo>
                  <a:pt x="3510" y="9960"/>
                </a:moveTo>
                <a:lnTo>
                  <a:pt x="15210" y="9960"/>
                </a:lnTo>
                <a:cubicBezTo>
                  <a:pt x="15425" y="9960"/>
                  <a:pt x="15600" y="10135"/>
                  <a:pt x="15600" y="10350"/>
                </a:cubicBezTo>
                <a:lnTo>
                  <a:pt x="15600" y="12690"/>
                </a:lnTo>
                <a:cubicBezTo>
                  <a:pt x="15600" y="12905"/>
                  <a:pt x="15425" y="13080"/>
                  <a:pt x="15210" y="13080"/>
                </a:cubicBezTo>
                <a:lnTo>
                  <a:pt x="3510" y="13080"/>
                </a:lnTo>
                <a:cubicBezTo>
                  <a:pt x="3295" y="13080"/>
                  <a:pt x="3120" y="12905"/>
                  <a:pt x="3120" y="12690"/>
                </a:cubicBezTo>
                <a:lnTo>
                  <a:pt x="3120" y="10350"/>
                </a:lnTo>
                <a:cubicBezTo>
                  <a:pt x="3120" y="10135"/>
                  <a:pt x="3295" y="9960"/>
                  <a:pt x="3510" y="9960"/>
                </a:cubicBezTo>
                <a:close/>
                <a:moveTo>
                  <a:pt x="3432" y="6840"/>
                </a:moveTo>
                <a:lnTo>
                  <a:pt x="12168" y="6840"/>
                </a:lnTo>
                <a:cubicBezTo>
                  <a:pt x="12340" y="6840"/>
                  <a:pt x="12480" y="6980"/>
                  <a:pt x="12480" y="7152"/>
                </a:cubicBezTo>
                <a:lnTo>
                  <a:pt x="12480" y="8868"/>
                </a:lnTo>
                <a:cubicBezTo>
                  <a:pt x="12480" y="9040"/>
                  <a:pt x="12340" y="9180"/>
                  <a:pt x="12168" y="9180"/>
                </a:cubicBezTo>
                <a:lnTo>
                  <a:pt x="3432" y="9180"/>
                </a:lnTo>
                <a:cubicBezTo>
                  <a:pt x="3260" y="9180"/>
                  <a:pt x="3120" y="9040"/>
                  <a:pt x="3120" y="8868"/>
                </a:cubicBezTo>
                <a:lnTo>
                  <a:pt x="3120" y="7152"/>
                </a:lnTo>
                <a:cubicBezTo>
                  <a:pt x="3120" y="6980"/>
                  <a:pt x="3260" y="6840"/>
                  <a:pt x="3432" y="684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积压·洞察</a:t>
            </a:r>
          </a:p>
        </p:txBody>
      </p:sp>
      <p:sp>
        <p:nvSpPr>
          <p:cNvPr id="76" name="ALERT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10" y="17760"/>
                </a:moveTo>
                <a:lnTo>
                  <a:pt x="15210" y="17760"/>
                </a:lnTo>
                <a:cubicBezTo>
                  <a:pt x="15425" y="17760"/>
                  <a:pt x="15600" y="17935"/>
                  <a:pt x="15600" y="18150"/>
                </a:cubicBezTo>
                <a:lnTo>
                  <a:pt x="15600" y="20490"/>
                </a:lnTo>
                <a:cubicBezTo>
                  <a:pt x="15600" y="20705"/>
                  <a:pt x="15425" y="20880"/>
                  <a:pt x="15210" y="20880"/>
                </a:cubicBezTo>
                <a:lnTo>
                  <a:pt x="3510" y="20880"/>
                </a:lnTo>
                <a:cubicBezTo>
                  <a:pt x="3295" y="20880"/>
                  <a:pt x="3120" y="20705"/>
                  <a:pt x="3120" y="20490"/>
                </a:cubicBezTo>
                <a:lnTo>
                  <a:pt x="3120" y="18150"/>
                </a:lnTo>
                <a:cubicBezTo>
                  <a:pt x="3120" y="17935"/>
                  <a:pt x="3295" y="17760"/>
                  <a:pt x="3510" y="17760"/>
                </a:cubicBezTo>
                <a:close/>
                <a:moveTo>
                  <a:pt x="3510" y="13860"/>
                </a:moveTo>
                <a:lnTo>
                  <a:pt x="15210" y="13860"/>
                </a:lnTo>
                <a:cubicBezTo>
                  <a:pt x="15425" y="13860"/>
                  <a:pt x="15600" y="14035"/>
                  <a:pt x="15600" y="14250"/>
                </a:cubicBezTo>
                <a:lnTo>
                  <a:pt x="15600" y="16590"/>
                </a:lnTo>
                <a:cubicBezTo>
                  <a:pt x="15600" y="16805"/>
                  <a:pt x="15425" y="16980"/>
                  <a:pt x="15210" y="16980"/>
                </a:cubicBezTo>
                <a:lnTo>
                  <a:pt x="3510" y="16980"/>
                </a:lnTo>
                <a:cubicBezTo>
                  <a:pt x="3295" y="16980"/>
                  <a:pt x="3120" y="16805"/>
                  <a:pt x="3120" y="16590"/>
                </a:cubicBezTo>
                <a:lnTo>
                  <a:pt x="3120" y="14250"/>
                </a:lnTo>
                <a:cubicBezTo>
                  <a:pt x="3120" y="14035"/>
                  <a:pt x="3295" y="13860"/>
                  <a:pt x="3510" y="13860"/>
                </a:cubicBezTo>
                <a:close/>
                <a:moveTo>
                  <a:pt x="3510" y="9960"/>
                </a:moveTo>
                <a:lnTo>
                  <a:pt x="15210" y="9960"/>
                </a:lnTo>
                <a:cubicBezTo>
                  <a:pt x="15425" y="9960"/>
                  <a:pt x="15600" y="10135"/>
                  <a:pt x="15600" y="10350"/>
                </a:cubicBezTo>
                <a:lnTo>
                  <a:pt x="15600" y="12690"/>
                </a:lnTo>
                <a:cubicBezTo>
                  <a:pt x="15600" y="12905"/>
                  <a:pt x="15425" y="13080"/>
                  <a:pt x="15210" y="13080"/>
                </a:cubicBezTo>
                <a:lnTo>
                  <a:pt x="3510" y="13080"/>
                </a:lnTo>
                <a:cubicBezTo>
                  <a:pt x="3295" y="13080"/>
                  <a:pt x="3120" y="12905"/>
                  <a:pt x="3120" y="12690"/>
                </a:cubicBezTo>
                <a:lnTo>
                  <a:pt x="3120" y="10350"/>
                </a:lnTo>
                <a:cubicBezTo>
                  <a:pt x="3120" y="10135"/>
                  <a:pt x="3295" y="9960"/>
                  <a:pt x="3510" y="9960"/>
                </a:cubicBezTo>
                <a:close/>
                <a:moveTo>
                  <a:pt x="3432" y="6840"/>
                </a:moveTo>
                <a:lnTo>
                  <a:pt x="12168" y="6840"/>
                </a:lnTo>
                <a:cubicBezTo>
                  <a:pt x="12340" y="6840"/>
                  <a:pt x="12480" y="6980"/>
                  <a:pt x="12480" y="7152"/>
                </a:cubicBezTo>
                <a:lnTo>
                  <a:pt x="12480" y="8868"/>
                </a:lnTo>
                <a:cubicBezTo>
                  <a:pt x="12480" y="9040"/>
                  <a:pt x="12340" y="9180"/>
                  <a:pt x="12168" y="9180"/>
                </a:cubicBezTo>
                <a:lnTo>
                  <a:pt x="3432" y="9180"/>
                </a:lnTo>
                <a:cubicBezTo>
                  <a:pt x="3260" y="9180"/>
                  <a:pt x="3120" y="9040"/>
                  <a:pt x="3120" y="8868"/>
                </a:cubicBezTo>
                <a:lnTo>
                  <a:pt x="3120" y="7152"/>
                </a:lnTo>
                <a:cubicBezTo>
                  <a:pt x="3120" y="6980"/>
                  <a:pt x="3260" y="6840"/>
                  <a:pt x="3432" y="6840"/>
                </a:cubicBez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积压·定时</a:t>
            </a:r>
          </a:p>
        </p:txBody>
      </p:sp>
      <p:sp>
        <p:nvSpPr>
          <p:cNvPr id="79" name="ALERT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510" y="17760"/>
                </a:moveTo>
                <a:lnTo>
                  <a:pt x="15210" y="17760"/>
                </a:lnTo>
                <a:cubicBezTo>
                  <a:pt x="15425" y="17760"/>
                  <a:pt x="15600" y="17935"/>
                  <a:pt x="15600" y="18150"/>
                </a:cubicBezTo>
                <a:lnTo>
                  <a:pt x="15600" y="20490"/>
                </a:lnTo>
                <a:cubicBezTo>
                  <a:pt x="15600" y="20705"/>
                  <a:pt x="15425" y="20880"/>
                  <a:pt x="15210" y="20880"/>
                </a:cubicBezTo>
                <a:lnTo>
                  <a:pt x="3510" y="20880"/>
                </a:lnTo>
                <a:cubicBezTo>
                  <a:pt x="3295" y="20880"/>
                  <a:pt x="3120" y="20705"/>
                  <a:pt x="3120" y="20490"/>
                </a:cubicBezTo>
                <a:lnTo>
                  <a:pt x="3120" y="18150"/>
                </a:lnTo>
                <a:cubicBezTo>
                  <a:pt x="3120" y="17935"/>
                  <a:pt x="3295" y="17760"/>
                  <a:pt x="3510" y="17760"/>
                </a:cubicBezTo>
                <a:close/>
                <a:moveTo>
                  <a:pt x="3510" y="13860"/>
                </a:moveTo>
                <a:lnTo>
                  <a:pt x="15210" y="13860"/>
                </a:lnTo>
                <a:cubicBezTo>
                  <a:pt x="15425" y="13860"/>
                  <a:pt x="15600" y="14035"/>
                  <a:pt x="15600" y="14250"/>
                </a:cubicBezTo>
                <a:lnTo>
                  <a:pt x="15600" y="16590"/>
                </a:lnTo>
                <a:cubicBezTo>
                  <a:pt x="15600" y="16805"/>
                  <a:pt x="15425" y="16980"/>
                  <a:pt x="15210" y="16980"/>
                </a:cubicBezTo>
                <a:lnTo>
                  <a:pt x="3510" y="16980"/>
                </a:lnTo>
                <a:cubicBezTo>
                  <a:pt x="3295" y="16980"/>
                  <a:pt x="3120" y="16805"/>
                  <a:pt x="3120" y="16590"/>
                </a:cubicBezTo>
                <a:lnTo>
                  <a:pt x="3120" y="14250"/>
                </a:lnTo>
                <a:cubicBezTo>
                  <a:pt x="3120" y="14035"/>
                  <a:pt x="3295" y="13860"/>
                  <a:pt x="3510" y="13860"/>
                </a:cubicBezTo>
                <a:close/>
                <a:moveTo>
                  <a:pt x="3510" y="9960"/>
                </a:moveTo>
                <a:lnTo>
                  <a:pt x="15210" y="9960"/>
                </a:lnTo>
                <a:cubicBezTo>
                  <a:pt x="15425" y="9960"/>
                  <a:pt x="15600" y="10135"/>
                  <a:pt x="15600" y="10350"/>
                </a:cubicBezTo>
                <a:lnTo>
                  <a:pt x="15600" y="12690"/>
                </a:lnTo>
                <a:cubicBezTo>
                  <a:pt x="15600" y="12905"/>
                  <a:pt x="15425" y="13080"/>
                  <a:pt x="15210" y="13080"/>
                </a:cubicBezTo>
                <a:lnTo>
                  <a:pt x="3510" y="13080"/>
                </a:lnTo>
                <a:cubicBezTo>
                  <a:pt x="3295" y="13080"/>
                  <a:pt x="3120" y="12905"/>
                  <a:pt x="3120" y="12690"/>
                </a:cubicBezTo>
                <a:lnTo>
                  <a:pt x="3120" y="10350"/>
                </a:lnTo>
                <a:cubicBezTo>
                  <a:pt x="3120" y="10135"/>
                  <a:pt x="3295" y="9960"/>
                  <a:pt x="3510" y="9960"/>
                </a:cubicBezTo>
                <a:close/>
                <a:moveTo>
                  <a:pt x="3432" y="6840"/>
                </a:moveTo>
                <a:lnTo>
                  <a:pt x="12168" y="6840"/>
                </a:lnTo>
                <a:cubicBezTo>
                  <a:pt x="12340" y="6840"/>
                  <a:pt x="12480" y="6980"/>
                  <a:pt x="12480" y="7152"/>
                </a:cubicBezTo>
                <a:lnTo>
                  <a:pt x="12480" y="8868"/>
                </a:lnTo>
                <a:cubicBezTo>
                  <a:pt x="12480" y="9040"/>
                  <a:pt x="12340" y="9180"/>
                  <a:pt x="12168" y="9180"/>
                </a:cubicBezTo>
                <a:lnTo>
                  <a:pt x="3432" y="9180"/>
                </a:lnTo>
                <a:cubicBezTo>
                  <a:pt x="3260" y="9180"/>
                  <a:pt x="3120" y="9040"/>
                  <a:pt x="3120" y="8868"/>
                </a:cubicBezTo>
                <a:lnTo>
                  <a:pt x="3120" y="7152"/>
                </a:lnTo>
                <a:cubicBezTo>
                  <a:pt x="3120" y="6980"/>
                  <a:pt x="3260" y="6840"/>
                  <a:pt x="3432" y="6840"/>
                </a:cubicBez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积压·同步</a:t>
            </a:r>
          </a:p>
        </p:txBody>
      </p:sp>
      <p:sp>
        <p:nvSpPr>
          <p:cNvPr id="82" name="ALERT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7029" y="21000"/>
                  <a:pt x="3000" y="16971"/>
                  <a:pt x="3000" y="12000"/>
                </a:cubicBez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close/>
                <a:moveTo>
                  <a:pt x="2000" y="11000"/>
                </a:moveTo>
                <a:lnTo>
                  <a:pt x="22000" y="11000"/>
                </a:lnTo>
                <a:lnTo>
                  <a:pt x="22000" y="13000"/>
                </a:lnTo>
                <a:lnTo>
                  <a:pt x="2000" y="13000"/>
                </a:lnTo>
                <a:close/>
                <a:moveTo>
                  <a:pt x="4151" y="5849"/>
                </a:moveTo>
                <a:lnTo>
                  <a:pt x="18151" y="19849"/>
                </a:lnTo>
                <a:lnTo>
                  <a:pt x="19849" y="18151"/>
                </a:lnTo>
                <a:lnTo>
                  <a:pt x="5849" y="415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阻塞</a:t>
            </a:r>
          </a:p>
        </p:txBody>
      </p:sp>
      <p:sp>
        <p:nvSpPr>
          <p:cNvPr id="85" name="ALERT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1560" y="13860"/>
                </a:moveTo>
                <a:lnTo>
                  <a:pt x="17160" y="13860"/>
                </a:lnTo>
                <a:lnTo>
                  <a:pt x="17160" y="15420"/>
                </a:lnTo>
                <a:lnTo>
                  <a:pt x="1560" y="15420"/>
                </a:lnTo>
                <a:close/>
                <a:moveTo>
                  <a:pt x="3238" y="9842"/>
                </a:moveTo>
                <a:lnTo>
                  <a:pt x="14158" y="20762"/>
                </a:lnTo>
                <a:lnTo>
                  <a:pt x="15482" y="19438"/>
                </a:lnTo>
                <a:lnTo>
                  <a:pt x="4562" y="8518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阻塞·预警</a:t>
            </a:r>
          </a:p>
        </p:txBody>
      </p:sp>
      <p:sp>
        <p:nvSpPr>
          <p:cNvPr id="88" name="ALERT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1560" y="13860"/>
                </a:moveTo>
                <a:lnTo>
                  <a:pt x="17160" y="13860"/>
                </a:lnTo>
                <a:lnTo>
                  <a:pt x="17160" y="15420"/>
                </a:lnTo>
                <a:lnTo>
                  <a:pt x="1560" y="15420"/>
                </a:lnTo>
                <a:close/>
                <a:moveTo>
                  <a:pt x="3238" y="9842"/>
                </a:moveTo>
                <a:lnTo>
                  <a:pt x="14158" y="20762"/>
                </a:lnTo>
                <a:lnTo>
                  <a:pt x="15482" y="19438"/>
                </a:lnTo>
                <a:lnTo>
                  <a:pt x="4562" y="8518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阻塞·失效</a:t>
            </a:r>
          </a:p>
        </p:txBody>
      </p:sp>
      <p:sp>
        <p:nvSpPr>
          <p:cNvPr id="91" name="ALERT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1560" y="13860"/>
                </a:moveTo>
                <a:lnTo>
                  <a:pt x="17160" y="13860"/>
                </a:lnTo>
                <a:lnTo>
                  <a:pt x="17160" y="15420"/>
                </a:lnTo>
                <a:lnTo>
                  <a:pt x="1560" y="15420"/>
                </a:lnTo>
                <a:close/>
                <a:moveTo>
                  <a:pt x="3238" y="9842"/>
                </a:moveTo>
                <a:lnTo>
                  <a:pt x="14158" y="20762"/>
                </a:lnTo>
                <a:lnTo>
                  <a:pt x="15482" y="19438"/>
                </a:lnTo>
                <a:lnTo>
                  <a:pt x="4562" y="8518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阻塞·洞察</a:t>
            </a:r>
          </a:p>
        </p:txBody>
      </p:sp>
      <p:sp>
        <p:nvSpPr>
          <p:cNvPr id="94" name="ALERT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1560" y="13860"/>
                </a:moveTo>
                <a:lnTo>
                  <a:pt x="17160" y="13860"/>
                </a:lnTo>
                <a:lnTo>
                  <a:pt x="17160" y="15420"/>
                </a:lnTo>
                <a:lnTo>
                  <a:pt x="1560" y="15420"/>
                </a:lnTo>
                <a:close/>
                <a:moveTo>
                  <a:pt x="3238" y="9842"/>
                </a:moveTo>
                <a:lnTo>
                  <a:pt x="14158" y="20762"/>
                </a:lnTo>
                <a:lnTo>
                  <a:pt x="15482" y="19438"/>
                </a:lnTo>
                <a:lnTo>
                  <a:pt x="4562" y="8518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阻塞·定时</a:t>
            </a:r>
          </a:p>
        </p:txBody>
      </p:sp>
      <p:sp>
        <p:nvSpPr>
          <p:cNvPr id="97" name="ALERT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6380" y="14640"/>
                </a:moveTo>
                <a:cubicBezTo>
                  <a:pt x="16380" y="18517"/>
                  <a:pt x="13237" y="21660"/>
                  <a:pt x="9360" y="21660"/>
                </a:cubicBezTo>
                <a:cubicBezTo>
                  <a:pt x="5483" y="21660"/>
                  <a:pt x="2340" y="18517"/>
                  <a:pt x="2340" y="14640"/>
                </a:cubicBezTo>
                <a:cubicBezTo>
                  <a:pt x="2340" y="10763"/>
                  <a:pt x="5483" y="7620"/>
                  <a:pt x="9360" y="7620"/>
                </a:cubicBezTo>
                <a:cubicBezTo>
                  <a:pt x="13237" y="7620"/>
                  <a:pt x="16380" y="10763"/>
                  <a:pt x="16380" y="14640"/>
                </a:cubicBezTo>
                <a:close/>
                <a:moveTo>
                  <a:pt x="1560" y="13860"/>
                </a:moveTo>
                <a:lnTo>
                  <a:pt x="17160" y="13860"/>
                </a:lnTo>
                <a:lnTo>
                  <a:pt x="17160" y="15420"/>
                </a:lnTo>
                <a:lnTo>
                  <a:pt x="1560" y="15420"/>
                </a:lnTo>
                <a:close/>
                <a:moveTo>
                  <a:pt x="3238" y="9842"/>
                </a:moveTo>
                <a:lnTo>
                  <a:pt x="14158" y="20762"/>
                </a:lnTo>
                <a:lnTo>
                  <a:pt x="15482" y="19438"/>
                </a:lnTo>
                <a:lnTo>
                  <a:pt x="4562" y="8518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阻塞·同步</a:t>
            </a:r>
          </a:p>
        </p:txBody>
      </p:sp>
      <p:sp>
        <p:nvSpPr>
          <p:cNvPr id="100" name="ALERT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00" y="21000"/>
                </a:moveTo>
                <a:lnTo>
                  <a:pt x="21700" y="21000"/>
                </a:lnTo>
                <a:cubicBezTo>
                  <a:pt x="21866" y="21000"/>
                  <a:pt x="22000" y="21134"/>
                  <a:pt x="22000" y="213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1300"/>
                </a:lnTo>
                <a:cubicBezTo>
                  <a:pt x="2000" y="21134"/>
                  <a:pt x="2134" y="21000"/>
                  <a:pt x="2300" y="21000"/>
                </a:cubicBezTo>
                <a:close/>
                <a:moveTo>
                  <a:pt x="2200" y="3000"/>
                </a:moveTo>
                <a:lnTo>
                  <a:pt x="2800" y="3000"/>
                </a:lnTo>
                <a:cubicBezTo>
                  <a:pt x="2910" y="3000"/>
                  <a:pt x="3000" y="3090"/>
                  <a:pt x="3000" y="3200"/>
                </a:cubicBezTo>
                <a:lnTo>
                  <a:pt x="3000" y="21800"/>
                </a:lnTo>
                <a:cubicBezTo>
                  <a:pt x="3000" y="21910"/>
                  <a:pt x="2910" y="22000"/>
                  <a:pt x="2800" y="22000"/>
                </a:cubicBezTo>
                <a:lnTo>
                  <a:pt x="2200" y="22000"/>
                </a:lnTo>
                <a:cubicBezTo>
                  <a:pt x="2090" y="22000"/>
                  <a:pt x="2000" y="21910"/>
                  <a:pt x="2000" y="21800"/>
                </a:cubicBezTo>
                <a:lnTo>
                  <a:pt x="2000" y="3200"/>
                </a:lnTo>
                <a:cubicBezTo>
                  <a:pt x="2000" y="3090"/>
                  <a:pt x="2090" y="3000"/>
                  <a:pt x="2200" y="3000"/>
                </a:cubicBezTo>
                <a:close/>
                <a:moveTo>
                  <a:pt x="3121" y="17485"/>
                </a:moveTo>
                <a:lnTo>
                  <a:pt x="7121" y="16485"/>
                </a:lnTo>
                <a:lnTo>
                  <a:pt x="6879" y="15515"/>
                </a:lnTo>
                <a:lnTo>
                  <a:pt x="2879" y="16515"/>
                </a:lnTo>
                <a:close/>
                <a:moveTo>
                  <a:pt x="6646" y="16354"/>
                </a:moveTo>
                <a:lnTo>
                  <a:pt x="8646" y="18354"/>
                </a:lnTo>
                <a:lnTo>
                  <a:pt x="9354" y="17646"/>
                </a:lnTo>
                <a:lnTo>
                  <a:pt x="7354" y="15646"/>
                </a:lnTo>
                <a:close/>
                <a:moveTo>
                  <a:pt x="9494" y="18076"/>
                </a:moveTo>
                <a:lnTo>
                  <a:pt x="11494" y="5076"/>
                </a:lnTo>
                <a:lnTo>
                  <a:pt x="10506" y="4924"/>
                </a:lnTo>
                <a:lnTo>
                  <a:pt x="8506" y="17924"/>
                </a:lnTo>
                <a:close/>
                <a:moveTo>
                  <a:pt x="10506" y="5076"/>
                </a:moveTo>
                <a:lnTo>
                  <a:pt x="12506" y="18076"/>
                </a:lnTo>
                <a:lnTo>
                  <a:pt x="13494" y="17924"/>
                </a:lnTo>
                <a:lnTo>
                  <a:pt x="11494" y="4924"/>
                </a:lnTo>
                <a:close/>
                <a:moveTo>
                  <a:pt x="13121" y="18485"/>
                </a:moveTo>
                <a:lnTo>
                  <a:pt x="17121" y="17485"/>
                </a:lnTo>
                <a:lnTo>
                  <a:pt x="16879" y="16515"/>
                </a:lnTo>
                <a:lnTo>
                  <a:pt x="12879" y="17515"/>
                </a:lnTo>
                <a:close/>
                <a:moveTo>
                  <a:pt x="17121" y="17485"/>
                </a:moveTo>
                <a:lnTo>
                  <a:pt x="21121" y="16485"/>
                </a:lnTo>
                <a:lnTo>
                  <a:pt x="20879" y="15515"/>
                </a:lnTo>
                <a:lnTo>
                  <a:pt x="16879" y="16515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异常尖峰</a:t>
            </a:r>
          </a:p>
        </p:txBody>
      </p:sp>
      <p:sp>
        <p:nvSpPr>
          <p:cNvPr id="103" name="ALERT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2435" y="18918"/>
                </a:moveTo>
                <a:lnTo>
                  <a:pt x="5555" y="18138"/>
                </a:lnTo>
                <a:lnTo>
                  <a:pt x="5365" y="17382"/>
                </a:lnTo>
                <a:lnTo>
                  <a:pt x="2245" y="18162"/>
                </a:lnTo>
                <a:close/>
                <a:moveTo>
                  <a:pt x="5184" y="18036"/>
                </a:moveTo>
                <a:lnTo>
                  <a:pt x="6744" y="19596"/>
                </a:lnTo>
                <a:lnTo>
                  <a:pt x="7296" y="19044"/>
                </a:lnTo>
                <a:lnTo>
                  <a:pt x="5736" y="17484"/>
                </a:lnTo>
                <a:close/>
                <a:moveTo>
                  <a:pt x="7405" y="19379"/>
                </a:moveTo>
                <a:lnTo>
                  <a:pt x="8965" y="9239"/>
                </a:lnTo>
                <a:lnTo>
                  <a:pt x="8195" y="9121"/>
                </a:lnTo>
                <a:lnTo>
                  <a:pt x="6635" y="19261"/>
                </a:lnTo>
                <a:close/>
                <a:moveTo>
                  <a:pt x="8195" y="9239"/>
                </a:moveTo>
                <a:lnTo>
                  <a:pt x="9755" y="19379"/>
                </a:lnTo>
                <a:lnTo>
                  <a:pt x="10525" y="19261"/>
                </a:lnTo>
                <a:lnTo>
                  <a:pt x="8965" y="9121"/>
                </a:lnTo>
                <a:close/>
                <a:moveTo>
                  <a:pt x="10235" y="19698"/>
                </a:moveTo>
                <a:lnTo>
                  <a:pt x="13355" y="18918"/>
                </a:lnTo>
                <a:lnTo>
                  <a:pt x="13165" y="18162"/>
                </a:lnTo>
                <a:lnTo>
                  <a:pt x="10045" y="18942"/>
                </a:lnTo>
                <a:close/>
                <a:moveTo>
                  <a:pt x="13355" y="18918"/>
                </a:moveTo>
                <a:lnTo>
                  <a:pt x="16475" y="18138"/>
                </a:lnTo>
                <a:lnTo>
                  <a:pt x="16285" y="17382"/>
                </a:lnTo>
                <a:lnTo>
                  <a:pt x="13165" y="18162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异常尖峰·预警</a:t>
            </a:r>
          </a:p>
        </p:txBody>
      </p:sp>
      <p:sp>
        <p:nvSpPr>
          <p:cNvPr id="106" name="ALERT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2435" y="18918"/>
                </a:moveTo>
                <a:lnTo>
                  <a:pt x="5555" y="18138"/>
                </a:lnTo>
                <a:lnTo>
                  <a:pt x="5365" y="17382"/>
                </a:lnTo>
                <a:lnTo>
                  <a:pt x="2245" y="18162"/>
                </a:lnTo>
                <a:close/>
                <a:moveTo>
                  <a:pt x="5184" y="18036"/>
                </a:moveTo>
                <a:lnTo>
                  <a:pt x="6744" y="19596"/>
                </a:lnTo>
                <a:lnTo>
                  <a:pt x="7296" y="19044"/>
                </a:lnTo>
                <a:lnTo>
                  <a:pt x="5736" y="17484"/>
                </a:lnTo>
                <a:close/>
                <a:moveTo>
                  <a:pt x="7405" y="19379"/>
                </a:moveTo>
                <a:lnTo>
                  <a:pt x="8965" y="9239"/>
                </a:lnTo>
                <a:lnTo>
                  <a:pt x="8195" y="9121"/>
                </a:lnTo>
                <a:lnTo>
                  <a:pt x="6635" y="19261"/>
                </a:lnTo>
                <a:close/>
                <a:moveTo>
                  <a:pt x="8195" y="9239"/>
                </a:moveTo>
                <a:lnTo>
                  <a:pt x="9755" y="19379"/>
                </a:lnTo>
                <a:lnTo>
                  <a:pt x="10525" y="19261"/>
                </a:lnTo>
                <a:lnTo>
                  <a:pt x="8965" y="9121"/>
                </a:lnTo>
                <a:close/>
                <a:moveTo>
                  <a:pt x="10235" y="19698"/>
                </a:moveTo>
                <a:lnTo>
                  <a:pt x="13355" y="18918"/>
                </a:lnTo>
                <a:lnTo>
                  <a:pt x="13165" y="18162"/>
                </a:lnTo>
                <a:lnTo>
                  <a:pt x="10045" y="18942"/>
                </a:lnTo>
                <a:close/>
                <a:moveTo>
                  <a:pt x="13355" y="18918"/>
                </a:moveTo>
                <a:lnTo>
                  <a:pt x="16475" y="18138"/>
                </a:lnTo>
                <a:lnTo>
                  <a:pt x="16285" y="17382"/>
                </a:lnTo>
                <a:lnTo>
                  <a:pt x="13165" y="18162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异常尖峰·失效</a:t>
            </a:r>
          </a:p>
        </p:txBody>
      </p:sp>
      <p:sp>
        <p:nvSpPr>
          <p:cNvPr id="109" name="ALERT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2435" y="18918"/>
                </a:moveTo>
                <a:lnTo>
                  <a:pt x="5555" y="18138"/>
                </a:lnTo>
                <a:lnTo>
                  <a:pt x="5365" y="17382"/>
                </a:lnTo>
                <a:lnTo>
                  <a:pt x="2245" y="18162"/>
                </a:lnTo>
                <a:close/>
                <a:moveTo>
                  <a:pt x="5184" y="18036"/>
                </a:moveTo>
                <a:lnTo>
                  <a:pt x="6744" y="19596"/>
                </a:lnTo>
                <a:lnTo>
                  <a:pt x="7296" y="19044"/>
                </a:lnTo>
                <a:lnTo>
                  <a:pt x="5736" y="17484"/>
                </a:lnTo>
                <a:close/>
                <a:moveTo>
                  <a:pt x="7405" y="19379"/>
                </a:moveTo>
                <a:lnTo>
                  <a:pt x="8965" y="9239"/>
                </a:lnTo>
                <a:lnTo>
                  <a:pt x="8195" y="9121"/>
                </a:lnTo>
                <a:lnTo>
                  <a:pt x="6635" y="19261"/>
                </a:lnTo>
                <a:close/>
                <a:moveTo>
                  <a:pt x="8195" y="9239"/>
                </a:moveTo>
                <a:lnTo>
                  <a:pt x="9755" y="19379"/>
                </a:lnTo>
                <a:lnTo>
                  <a:pt x="10525" y="19261"/>
                </a:lnTo>
                <a:lnTo>
                  <a:pt x="8965" y="9121"/>
                </a:lnTo>
                <a:close/>
                <a:moveTo>
                  <a:pt x="10235" y="19698"/>
                </a:moveTo>
                <a:lnTo>
                  <a:pt x="13355" y="18918"/>
                </a:lnTo>
                <a:lnTo>
                  <a:pt x="13165" y="18162"/>
                </a:lnTo>
                <a:lnTo>
                  <a:pt x="10045" y="18942"/>
                </a:lnTo>
                <a:close/>
                <a:moveTo>
                  <a:pt x="13355" y="18918"/>
                </a:moveTo>
                <a:lnTo>
                  <a:pt x="16475" y="18138"/>
                </a:lnTo>
                <a:lnTo>
                  <a:pt x="16285" y="17382"/>
                </a:lnTo>
                <a:lnTo>
                  <a:pt x="13165" y="18162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异常尖峰·洞察</a:t>
            </a:r>
          </a:p>
        </p:txBody>
      </p:sp>
      <p:sp>
        <p:nvSpPr>
          <p:cNvPr id="112" name="ALERT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2435" y="18918"/>
                </a:moveTo>
                <a:lnTo>
                  <a:pt x="5555" y="18138"/>
                </a:lnTo>
                <a:lnTo>
                  <a:pt x="5365" y="17382"/>
                </a:lnTo>
                <a:lnTo>
                  <a:pt x="2245" y="18162"/>
                </a:lnTo>
                <a:close/>
                <a:moveTo>
                  <a:pt x="5184" y="18036"/>
                </a:moveTo>
                <a:lnTo>
                  <a:pt x="6744" y="19596"/>
                </a:lnTo>
                <a:lnTo>
                  <a:pt x="7296" y="19044"/>
                </a:lnTo>
                <a:lnTo>
                  <a:pt x="5736" y="17484"/>
                </a:lnTo>
                <a:close/>
                <a:moveTo>
                  <a:pt x="7405" y="19379"/>
                </a:moveTo>
                <a:lnTo>
                  <a:pt x="8965" y="9239"/>
                </a:lnTo>
                <a:lnTo>
                  <a:pt x="8195" y="9121"/>
                </a:lnTo>
                <a:lnTo>
                  <a:pt x="6635" y="19261"/>
                </a:lnTo>
                <a:close/>
                <a:moveTo>
                  <a:pt x="8195" y="9239"/>
                </a:moveTo>
                <a:lnTo>
                  <a:pt x="9755" y="19379"/>
                </a:lnTo>
                <a:lnTo>
                  <a:pt x="10525" y="19261"/>
                </a:lnTo>
                <a:lnTo>
                  <a:pt x="8965" y="9121"/>
                </a:lnTo>
                <a:close/>
                <a:moveTo>
                  <a:pt x="10235" y="19698"/>
                </a:moveTo>
                <a:lnTo>
                  <a:pt x="13355" y="18918"/>
                </a:lnTo>
                <a:lnTo>
                  <a:pt x="13165" y="18162"/>
                </a:lnTo>
                <a:lnTo>
                  <a:pt x="10045" y="18942"/>
                </a:lnTo>
                <a:close/>
                <a:moveTo>
                  <a:pt x="13355" y="18918"/>
                </a:moveTo>
                <a:lnTo>
                  <a:pt x="16475" y="18138"/>
                </a:lnTo>
                <a:lnTo>
                  <a:pt x="16285" y="17382"/>
                </a:lnTo>
                <a:lnTo>
                  <a:pt x="13165" y="18162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异常尖峰·定时</a:t>
            </a:r>
          </a:p>
        </p:txBody>
      </p:sp>
      <p:sp>
        <p:nvSpPr>
          <p:cNvPr id="115" name="ALERT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716" y="7620"/>
                </a:moveTo>
                <a:lnTo>
                  <a:pt x="2184" y="7620"/>
                </a:lnTo>
                <a:cubicBezTo>
                  <a:pt x="2270" y="7620"/>
                  <a:pt x="2340" y="7690"/>
                  <a:pt x="2340" y="7776"/>
                </a:cubicBezTo>
                <a:lnTo>
                  <a:pt x="2340" y="22284"/>
                </a:lnTo>
                <a:cubicBezTo>
                  <a:pt x="2340" y="22370"/>
                  <a:pt x="2270" y="22440"/>
                  <a:pt x="2184" y="22440"/>
                </a:cubicBezTo>
                <a:lnTo>
                  <a:pt x="1716" y="22440"/>
                </a:lnTo>
                <a:cubicBezTo>
                  <a:pt x="1630" y="22440"/>
                  <a:pt x="1560" y="22370"/>
                  <a:pt x="1560" y="22284"/>
                </a:cubicBezTo>
                <a:lnTo>
                  <a:pt x="1560" y="7776"/>
                </a:lnTo>
                <a:cubicBezTo>
                  <a:pt x="1560" y="7690"/>
                  <a:pt x="1630" y="7620"/>
                  <a:pt x="1716" y="7620"/>
                </a:cubicBezTo>
                <a:close/>
                <a:moveTo>
                  <a:pt x="2435" y="18918"/>
                </a:moveTo>
                <a:lnTo>
                  <a:pt x="5555" y="18138"/>
                </a:lnTo>
                <a:lnTo>
                  <a:pt x="5365" y="17382"/>
                </a:lnTo>
                <a:lnTo>
                  <a:pt x="2245" y="18162"/>
                </a:lnTo>
                <a:close/>
                <a:moveTo>
                  <a:pt x="5184" y="18036"/>
                </a:moveTo>
                <a:lnTo>
                  <a:pt x="6744" y="19596"/>
                </a:lnTo>
                <a:lnTo>
                  <a:pt x="7296" y="19044"/>
                </a:lnTo>
                <a:lnTo>
                  <a:pt x="5736" y="17484"/>
                </a:lnTo>
                <a:close/>
                <a:moveTo>
                  <a:pt x="7405" y="19379"/>
                </a:moveTo>
                <a:lnTo>
                  <a:pt x="8965" y="9239"/>
                </a:lnTo>
                <a:lnTo>
                  <a:pt x="8195" y="9121"/>
                </a:lnTo>
                <a:lnTo>
                  <a:pt x="6635" y="19261"/>
                </a:lnTo>
                <a:close/>
                <a:moveTo>
                  <a:pt x="8195" y="9239"/>
                </a:moveTo>
                <a:lnTo>
                  <a:pt x="9755" y="19379"/>
                </a:lnTo>
                <a:lnTo>
                  <a:pt x="10525" y="19261"/>
                </a:lnTo>
                <a:lnTo>
                  <a:pt x="8965" y="9121"/>
                </a:lnTo>
                <a:close/>
                <a:moveTo>
                  <a:pt x="10235" y="19698"/>
                </a:moveTo>
                <a:lnTo>
                  <a:pt x="13355" y="18918"/>
                </a:lnTo>
                <a:lnTo>
                  <a:pt x="13165" y="18162"/>
                </a:lnTo>
                <a:lnTo>
                  <a:pt x="10045" y="18942"/>
                </a:lnTo>
                <a:close/>
                <a:moveTo>
                  <a:pt x="13355" y="18918"/>
                </a:moveTo>
                <a:lnTo>
                  <a:pt x="16475" y="18138"/>
                </a:lnTo>
                <a:lnTo>
                  <a:pt x="16285" y="17382"/>
                </a:lnTo>
                <a:lnTo>
                  <a:pt x="13165" y="18162"/>
                </a:lnTo>
                <a:close/>
                <a:moveTo>
                  <a:pt x="16400" y="5000"/>
                </a:moveTo>
                <a:cubicBezTo>
                  <a:pt x="16400" y="2000"/>
                  <a:pt x="21600" y="2000"/>
                  <a:pt x="21600" y="5000"/>
                </a:cubicBezTo>
                <a:lnTo>
                  <a:pt x="22500" y="5000"/>
                </a:lnTo>
                <a:lnTo>
                  <a:pt x="20700" y="7000"/>
                </a:lnTo>
                <a:lnTo>
                  <a:pt x="20700" y="5600"/>
                </a:lnTo>
                <a:cubicBezTo>
                  <a:pt x="20700" y="3600"/>
                  <a:pt x="17300" y="3600"/>
                  <a:pt x="17300" y="5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异常尖峰·同步</a:t>
            </a:r>
          </a:p>
        </p:txBody>
      </p:sp>
      <p:sp>
        <p:nvSpPr>
          <p:cNvPr id="118" name="ALERT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0500" y="12000"/>
                </a:moveTo>
                <a:cubicBezTo>
                  <a:pt x="20500" y="16694"/>
                  <a:pt x="16694" y="20500"/>
                  <a:pt x="12000" y="20500"/>
                </a:cubicBezTo>
                <a:cubicBezTo>
                  <a:pt x="7306" y="20500"/>
                  <a:pt x="3500" y="16694"/>
                  <a:pt x="3500" y="12000"/>
                </a:cubicBezTo>
                <a:cubicBezTo>
                  <a:pt x="3500" y="7306"/>
                  <a:pt x="7306" y="3500"/>
                  <a:pt x="12000" y="3500"/>
                </a:cubicBezTo>
                <a:cubicBezTo>
                  <a:pt x="16694" y="3500"/>
                  <a:pt x="20500" y="7306"/>
                  <a:pt x="20500" y="12000"/>
                </a:cubicBezTo>
                <a:close/>
                <a:moveTo>
                  <a:pt x="18900" y="12000"/>
                </a:moveTo>
                <a:cubicBezTo>
                  <a:pt x="18900" y="8189"/>
                  <a:pt x="15811" y="5100"/>
                  <a:pt x="12000" y="5100"/>
                </a:cubicBezTo>
                <a:cubicBezTo>
                  <a:pt x="8189" y="5100"/>
                  <a:pt x="5100" y="8189"/>
                  <a:pt x="5100" y="12000"/>
                </a:cubicBezTo>
                <a:cubicBezTo>
                  <a:pt x="5100" y="15811"/>
                  <a:pt x="8189" y="18900"/>
                  <a:pt x="12000" y="18900"/>
                </a:cubicBezTo>
                <a:cubicBezTo>
                  <a:pt x="15811" y="18900"/>
                  <a:pt x="18900" y="15811"/>
                  <a:pt x="18900" y="12000"/>
                </a:cubicBezTo>
                <a:close/>
                <a:moveTo>
                  <a:pt x="12495" y="12495"/>
                </a:moveTo>
                <a:lnTo>
                  <a:pt x="16320" y="8670"/>
                </a:lnTo>
                <a:lnTo>
                  <a:pt x="15330" y="7680"/>
                </a:lnTo>
                <a:lnTo>
                  <a:pt x="11505" y="11505"/>
                </a:lnTo>
                <a:close/>
                <a:moveTo>
                  <a:pt x="12070" y="11303"/>
                </a:moveTo>
                <a:lnTo>
                  <a:pt x="7820" y="10878"/>
                </a:lnTo>
                <a:lnTo>
                  <a:pt x="7680" y="12272"/>
                </a:lnTo>
                <a:lnTo>
                  <a:pt x="11930" y="12697"/>
                </a:lnTo>
                <a:close/>
                <a:moveTo>
                  <a:pt x="13000" y="12000"/>
                </a:moveTo>
                <a:cubicBezTo>
                  <a:pt x="13000" y="12552"/>
                  <a:pt x="12552" y="13000"/>
                  <a:pt x="12000" y="13000"/>
                </a:cubicBezTo>
                <a:cubicBezTo>
                  <a:pt x="11448" y="13000"/>
                  <a:pt x="11000" y="12552"/>
                  <a:pt x="11000" y="12000"/>
                </a:cubicBezTo>
                <a:cubicBezTo>
                  <a:pt x="11000" y="11448"/>
                  <a:pt x="11448" y="11000"/>
                  <a:pt x="12000" y="11000"/>
                </a:cubicBezTo>
                <a:cubicBezTo>
                  <a:pt x="12552" y="11000"/>
                  <a:pt x="13000" y="11448"/>
                  <a:pt x="13000" y="12000"/>
                </a:cubicBezTo>
                <a:close/>
                <a:moveTo>
                  <a:pt x="14610" y="14312"/>
                </a:moveTo>
                <a:lnTo>
                  <a:pt x="17360" y="17751"/>
                </a:lnTo>
                <a:lnTo>
                  <a:pt x="16814" y="18188"/>
                </a:lnTo>
                <a:lnTo>
                  <a:pt x="19000" y="19000"/>
                </a:lnTo>
                <a:lnTo>
                  <a:pt x="18688" y="16689"/>
                </a:lnTo>
                <a:lnTo>
                  <a:pt x="18141" y="17126"/>
                </a:lnTo>
                <a:lnTo>
                  <a:pt x="15390" y="1368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恢复时间</a:t>
            </a:r>
          </a:p>
        </p:txBody>
      </p:sp>
      <p:sp>
        <p:nvSpPr>
          <p:cNvPr id="121" name="ALERT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990" y="14640"/>
                </a:moveTo>
                <a:cubicBezTo>
                  <a:pt x="15990" y="18302"/>
                  <a:pt x="13022" y="21270"/>
                  <a:pt x="9360" y="21270"/>
                </a:cubicBezTo>
                <a:cubicBezTo>
                  <a:pt x="5698" y="21270"/>
                  <a:pt x="2730" y="18302"/>
                  <a:pt x="2730" y="14640"/>
                </a:cubicBezTo>
                <a:cubicBezTo>
                  <a:pt x="2730" y="10978"/>
                  <a:pt x="5698" y="8010"/>
                  <a:pt x="9360" y="8010"/>
                </a:cubicBezTo>
                <a:cubicBezTo>
                  <a:pt x="13022" y="8010"/>
                  <a:pt x="15990" y="10978"/>
                  <a:pt x="15990" y="14640"/>
                </a:cubicBezTo>
                <a:close/>
                <a:moveTo>
                  <a:pt x="14742" y="14640"/>
                </a:moveTo>
                <a:cubicBezTo>
                  <a:pt x="14742" y="11668"/>
                  <a:pt x="12332" y="9258"/>
                  <a:pt x="9360" y="9258"/>
                </a:cubicBezTo>
                <a:cubicBezTo>
                  <a:pt x="6388" y="9258"/>
                  <a:pt x="3978" y="11668"/>
                  <a:pt x="3978" y="14640"/>
                </a:cubicBezTo>
                <a:cubicBezTo>
                  <a:pt x="3978" y="17612"/>
                  <a:pt x="6388" y="20022"/>
                  <a:pt x="9360" y="20022"/>
                </a:cubicBezTo>
                <a:cubicBezTo>
                  <a:pt x="12332" y="20022"/>
                  <a:pt x="14742" y="17612"/>
                  <a:pt x="14742" y="14640"/>
                </a:cubicBezTo>
                <a:close/>
                <a:moveTo>
                  <a:pt x="9746" y="15026"/>
                </a:moveTo>
                <a:lnTo>
                  <a:pt x="12730" y="12043"/>
                </a:lnTo>
                <a:lnTo>
                  <a:pt x="11957" y="11270"/>
                </a:lnTo>
                <a:lnTo>
                  <a:pt x="8974" y="14254"/>
                </a:lnTo>
                <a:close/>
                <a:moveTo>
                  <a:pt x="9414" y="14097"/>
                </a:moveTo>
                <a:lnTo>
                  <a:pt x="6099" y="13765"/>
                </a:lnTo>
                <a:lnTo>
                  <a:pt x="5991" y="14852"/>
                </a:lnTo>
                <a:lnTo>
                  <a:pt x="9306" y="15183"/>
                </a:lnTo>
                <a:close/>
                <a:moveTo>
                  <a:pt x="10140" y="14640"/>
                </a:moveTo>
                <a:cubicBezTo>
                  <a:pt x="10140" y="15071"/>
                  <a:pt x="9791" y="15420"/>
                  <a:pt x="9360" y="15420"/>
                </a:cubicBezTo>
                <a:cubicBezTo>
                  <a:pt x="8929" y="15420"/>
                  <a:pt x="8580" y="15071"/>
                  <a:pt x="8580" y="14640"/>
                </a:cubicBezTo>
                <a:cubicBezTo>
                  <a:pt x="8580" y="14209"/>
                  <a:pt x="8929" y="13860"/>
                  <a:pt x="9360" y="13860"/>
                </a:cubicBezTo>
                <a:cubicBezTo>
                  <a:pt x="9791" y="13860"/>
                  <a:pt x="10140" y="14209"/>
                  <a:pt x="10140" y="14640"/>
                </a:cubicBezTo>
                <a:close/>
                <a:moveTo>
                  <a:pt x="11395" y="16444"/>
                </a:moveTo>
                <a:lnTo>
                  <a:pt x="13541" y="19125"/>
                </a:lnTo>
                <a:lnTo>
                  <a:pt x="13115" y="19467"/>
                </a:lnTo>
                <a:lnTo>
                  <a:pt x="14820" y="20100"/>
                </a:lnTo>
                <a:lnTo>
                  <a:pt x="14576" y="18297"/>
                </a:lnTo>
                <a:lnTo>
                  <a:pt x="14150" y="18638"/>
                </a:lnTo>
                <a:lnTo>
                  <a:pt x="12005" y="15956"/>
                </a:lnTo>
                <a:close/>
                <a:moveTo>
                  <a:pt x="19000" y="1800"/>
                </a:moveTo>
                <a:lnTo>
                  <a:pt x="22200" y="7600"/>
                </a:lnTo>
                <a:lnTo>
                  <a:pt x="15800" y="7600"/>
                </a:lnTo>
                <a:close/>
                <a:moveTo>
                  <a:pt x="19400" y="3600"/>
                </a:moveTo>
                <a:lnTo>
                  <a:pt x="19400" y="5600"/>
                </a:lnTo>
                <a:lnTo>
                  <a:pt x="18600" y="5600"/>
                </a:lnTo>
                <a:lnTo>
                  <a:pt x="18600" y="3600"/>
                </a:lnTo>
                <a:close/>
                <a:moveTo>
                  <a:pt x="19450" y="6400"/>
                </a:moveTo>
                <a:lnTo>
                  <a:pt x="19450" y="6950"/>
                </a:lnTo>
                <a:lnTo>
                  <a:pt x="18550" y="6950"/>
                </a:lnTo>
                <a:lnTo>
                  <a:pt x="18550" y="64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恢复时间·预警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11_问题预警诊断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ALERT · 第 3/3 页 · 共 83 个</a:t>
            </a:r>
          </a:p>
        </p:txBody>
      </p:sp>
      <p:sp>
        <p:nvSpPr>
          <p:cNvPr id="4" name="ALERT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990" y="14640"/>
                </a:moveTo>
                <a:cubicBezTo>
                  <a:pt x="15990" y="18302"/>
                  <a:pt x="13022" y="21270"/>
                  <a:pt x="9360" y="21270"/>
                </a:cubicBezTo>
                <a:cubicBezTo>
                  <a:pt x="5698" y="21270"/>
                  <a:pt x="2730" y="18302"/>
                  <a:pt x="2730" y="14640"/>
                </a:cubicBezTo>
                <a:cubicBezTo>
                  <a:pt x="2730" y="10978"/>
                  <a:pt x="5698" y="8010"/>
                  <a:pt x="9360" y="8010"/>
                </a:cubicBezTo>
                <a:cubicBezTo>
                  <a:pt x="13022" y="8010"/>
                  <a:pt x="15990" y="10978"/>
                  <a:pt x="15990" y="14640"/>
                </a:cubicBezTo>
                <a:close/>
                <a:moveTo>
                  <a:pt x="14742" y="14640"/>
                </a:moveTo>
                <a:cubicBezTo>
                  <a:pt x="14742" y="11668"/>
                  <a:pt x="12332" y="9258"/>
                  <a:pt x="9360" y="9258"/>
                </a:cubicBezTo>
                <a:cubicBezTo>
                  <a:pt x="6388" y="9258"/>
                  <a:pt x="3978" y="11668"/>
                  <a:pt x="3978" y="14640"/>
                </a:cubicBezTo>
                <a:cubicBezTo>
                  <a:pt x="3978" y="17612"/>
                  <a:pt x="6388" y="20022"/>
                  <a:pt x="9360" y="20022"/>
                </a:cubicBezTo>
                <a:cubicBezTo>
                  <a:pt x="12332" y="20022"/>
                  <a:pt x="14742" y="17612"/>
                  <a:pt x="14742" y="14640"/>
                </a:cubicBezTo>
                <a:close/>
                <a:moveTo>
                  <a:pt x="9746" y="15026"/>
                </a:moveTo>
                <a:lnTo>
                  <a:pt x="12730" y="12043"/>
                </a:lnTo>
                <a:lnTo>
                  <a:pt x="11957" y="11270"/>
                </a:lnTo>
                <a:lnTo>
                  <a:pt x="8974" y="14254"/>
                </a:lnTo>
                <a:close/>
                <a:moveTo>
                  <a:pt x="9414" y="14097"/>
                </a:moveTo>
                <a:lnTo>
                  <a:pt x="6099" y="13765"/>
                </a:lnTo>
                <a:lnTo>
                  <a:pt x="5991" y="14852"/>
                </a:lnTo>
                <a:lnTo>
                  <a:pt x="9306" y="15183"/>
                </a:lnTo>
                <a:close/>
                <a:moveTo>
                  <a:pt x="10140" y="14640"/>
                </a:moveTo>
                <a:cubicBezTo>
                  <a:pt x="10140" y="15071"/>
                  <a:pt x="9791" y="15420"/>
                  <a:pt x="9360" y="15420"/>
                </a:cubicBezTo>
                <a:cubicBezTo>
                  <a:pt x="8929" y="15420"/>
                  <a:pt x="8580" y="15071"/>
                  <a:pt x="8580" y="14640"/>
                </a:cubicBezTo>
                <a:cubicBezTo>
                  <a:pt x="8580" y="14209"/>
                  <a:pt x="8929" y="13860"/>
                  <a:pt x="9360" y="13860"/>
                </a:cubicBezTo>
                <a:cubicBezTo>
                  <a:pt x="9791" y="13860"/>
                  <a:pt x="10140" y="14209"/>
                  <a:pt x="10140" y="14640"/>
                </a:cubicBezTo>
                <a:close/>
                <a:moveTo>
                  <a:pt x="11395" y="16444"/>
                </a:moveTo>
                <a:lnTo>
                  <a:pt x="13541" y="19125"/>
                </a:lnTo>
                <a:lnTo>
                  <a:pt x="13115" y="19467"/>
                </a:lnTo>
                <a:lnTo>
                  <a:pt x="14820" y="20100"/>
                </a:lnTo>
                <a:lnTo>
                  <a:pt x="14576" y="18297"/>
                </a:lnTo>
                <a:lnTo>
                  <a:pt x="14150" y="18638"/>
                </a:lnTo>
                <a:lnTo>
                  <a:pt x="12005" y="15956"/>
                </a:lnTo>
                <a:close/>
                <a:moveTo>
                  <a:pt x="15934" y="3066"/>
                </a:moveTo>
                <a:lnTo>
                  <a:pt x="20934" y="8066"/>
                </a:lnTo>
                <a:lnTo>
                  <a:pt x="22066" y="6934"/>
                </a:lnTo>
                <a:lnTo>
                  <a:pt x="17066" y="1934"/>
                </a:lnTo>
                <a:close/>
                <a:moveTo>
                  <a:pt x="17066" y="8066"/>
                </a:moveTo>
                <a:lnTo>
                  <a:pt x="22066" y="3066"/>
                </a:lnTo>
                <a:lnTo>
                  <a:pt x="20934" y="1934"/>
                </a:lnTo>
                <a:lnTo>
                  <a:pt x="15934" y="693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恢复时间·失效</a:t>
            </a:r>
          </a:p>
        </p:txBody>
      </p:sp>
      <p:sp>
        <p:nvSpPr>
          <p:cNvPr id="7" name="ALERT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990" y="14640"/>
                </a:moveTo>
                <a:cubicBezTo>
                  <a:pt x="15990" y="18302"/>
                  <a:pt x="13022" y="21270"/>
                  <a:pt x="9360" y="21270"/>
                </a:cubicBezTo>
                <a:cubicBezTo>
                  <a:pt x="5698" y="21270"/>
                  <a:pt x="2730" y="18302"/>
                  <a:pt x="2730" y="14640"/>
                </a:cubicBezTo>
                <a:cubicBezTo>
                  <a:pt x="2730" y="10978"/>
                  <a:pt x="5698" y="8010"/>
                  <a:pt x="9360" y="8010"/>
                </a:cubicBezTo>
                <a:cubicBezTo>
                  <a:pt x="13022" y="8010"/>
                  <a:pt x="15990" y="10978"/>
                  <a:pt x="15990" y="14640"/>
                </a:cubicBezTo>
                <a:close/>
                <a:moveTo>
                  <a:pt x="14742" y="14640"/>
                </a:moveTo>
                <a:cubicBezTo>
                  <a:pt x="14742" y="11668"/>
                  <a:pt x="12332" y="9258"/>
                  <a:pt x="9360" y="9258"/>
                </a:cubicBezTo>
                <a:cubicBezTo>
                  <a:pt x="6388" y="9258"/>
                  <a:pt x="3978" y="11668"/>
                  <a:pt x="3978" y="14640"/>
                </a:cubicBezTo>
                <a:cubicBezTo>
                  <a:pt x="3978" y="17612"/>
                  <a:pt x="6388" y="20022"/>
                  <a:pt x="9360" y="20022"/>
                </a:cubicBezTo>
                <a:cubicBezTo>
                  <a:pt x="12332" y="20022"/>
                  <a:pt x="14742" y="17612"/>
                  <a:pt x="14742" y="14640"/>
                </a:cubicBezTo>
                <a:close/>
                <a:moveTo>
                  <a:pt x="9746" y="15026"/>
                </a:moveTo>
                <a:lnTo>
                  <a:pt x="12730" y="12043"/>
                </a:lnTo>
                <a:lnTo>
                  <a:pt x="11957" y="11270"/>
                </a:lnTo>
                <a:lnTo>
                  <a:pt x="8974" y="14254"/>
                </a:lnTo>
                <a:close/>
                <a:moveTo>
                  <a:pt x="9414" y="14097"/>
                </a:moveTo>
                <a:lnTo>
                  <a:pt x="6099" y="13765"/>
                </a:lnTo>
                <a:lnTo>
                  <a:pt x="5991" y="14852"/>
                </a:lnTo>
                <a:lnTo>
                  <a:pt x="9306" y="15183"/>
                </a:lnTo>
                <a:close/>
                <a:moveTo>
                  <a:pt x="10140" y="14640"/>
                </a:moveTo>
                <a:cubicBezTo>
                  <a:pt x="10140" y="15071"/>
                  <a:pt x="9791" y="15420"/>
                  <a:pt x="9360" y="15420"/>
                </a:cubicBezTo>
                <a:cubicBezTo>
                  <a:pt x="8929" y="15420"/>
                  <a:pt x="8580" y="15071"/>
                  <a:pt x="8580" y="14640"/>
                </a:cubicBezTo>
                <a:cubicBezTo>
                  <a:pt x="8580" y="14209"/>
                  <a:pt x="8929" y="13860"/>
                  <a:pt x="9360" y="13860"/>
                </a:cubicBezTo>
                <a:cubicBezTo>
                  <a:pt x="9791" y="13860"/>
                  <a:pt x="10140" y="14209"/>
                  <a:pt x="10140" y="14640"/>
                </a:cubicBezTo>
                <a:close/>
                <a:moveTo>
                  <a:pt x="11395" y="16444"/>
                </a:moveTo>
                <a:lnTo>
                  <a:pt x="13541" y="19125"/>
                </a:lnTo>
                <a:lnTo>
                  <a:pt x="13115" y="19467"/>
                </a:lnTo>
                <a:lnTo>
                  <a:pt x="14820" y="20100"/>
                </a:lnTo>
                <a:lnTo>
                  <a:pt x="14576" y="18297"/>
                </a:lnTo>
                <a:lnTo>
                  <a:pt x="14150" y="18638"/>
                </a:lnTo>
                <a:lnTo>
                  <a:pt x="12005" y="15956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100" y="5000"/>
                </a:moveTo>
                <a:cubicBezTo>
                  <a:pt x="21100" y="3840"/>
                  <a:pt x="20160" y="2900"/>
                  <a:pt x="19000" y="2900"/>
                </a:cubicBezTo>
                <a:cubicBezTo>
                  <a:pt x="17840" y="2900"/>
                  <a:pt x="16900" y="3840"/>
                  <a:pt x="16900" y="5000"/>
                </a:cubicBezTo>
                <a:cubicBezTo>
                  <a:pt x="16900" y="6160"/>
                  <a:pt x="17840" y="7100"/>
                  <a:pt x="19000" y="7100"/>
                </a:cubicBezTo>
                <a:cubicBezTo>
                  <a:pt x="20160" y="7100"/>
                  <a:pt x="21100" y="6160"/>
                  <a:pt x="21100" y="5000"/>
                </a:cubicBezTo>
                <a:close/>
                <a:moveTo>
                  <a:pt x="20000" y="5000"/>
                </a:moveTo>
                <a:cubicBezTo>
                  <a:pt x="20000" y="5552"/>
                  <a:pt x="19552" y="6000"/>
                  <a:pt x="19000" y="6000"/>
                </a:cubicBezTo>
                <a:cubicBezTo>
                  <a:pt x="18448" y="6000"/>
                  <a:pt x="18000" y="5552"/>
                  <a:pt x="18000" y="5000"/>
                </a:cubicBezTo>
                <a:cubicBezTo>
                  <a:pt x="18000" y="4448"/>
                  <a:pt x="18448" y="4000"/>
                  <a:pt x="19000" y="4000"/>
                </a:cubicBezTo>
                <a:cubicBezTo>
                  <a:pt x="19552" y="4000"/>
                  <a:pt x="20000" y="4448"/>
                  <a:pt x="20000" y="5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恢复时间·洞察</a:t>
            </a:r>
          </a:p>
        </p:txBody>
      </p:sp>
      <p:sp>
        <p:nvSpPr>
          <p:cNvPr id="10" name="ALERT-08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5990" y="14640"/>
                </a:moveTo>
                <a:cubicBezTo>
                  <a:pt x="15990" y="18302"/>
                  <a:pt x="13022" y="21270"/>
                  <a:pt x="9360" y="21270"/>
                </a:cubicBezTo>
                <a:cubicBezTo>
                  <a:pt x="5698" y="21270"/>
                  <a:pt x="2730" y="18302"/>
                  <a:pt x="2730" y="14640"/>
                </a:cubicBezTo>
                <a:cubicBezTo>
                  <a:pt x="2730" y="10978"/>
                  <a:pt x="5698" y="8010"/>
                  <a:pt x="9360" y="8010"/>
                </a:cubicBezTo>
                <a:cubicBezTo>
                  <a:pt x="13022" y="8010"/>
                  <a:pt x="15990" y="10978"/>
                  <a:pt x="15990" y="14640"/>
                </a:cubicBezTo>
                <a:close/>
                <a:moveTo>
                  <a:pt x="14742" y="14640"/>
                </a:moveTo>
                <a:cubicBezTo>
                  <a:pt x="14742" y="11668"/>
                  <a:pt x="12332" y="9258"/>
                  <a:pt x="9360" y="9258"/>
                </a:cubicBezTo>
                <a:cubicBezTo>
                  <a:pt x="6388" y="9258"/>
                  <a:pt x="3978" y="11668"/>
                  <a:pt x="3978" y="14640"/>
                </a:cubicBezTo>
                <a:cubicBezTo>
                  <a:pt x="3978" y="17612"/>
                  <a:pt x="6388" y="20022"/>
                  <a:pt x="9360" y="20022"/>
                </a:cubicBezTo>
                <a:cubicBezTo>
                  <a:pt x="12332" y="20022"/>
                  <a:pt x="14742" y="17612"/>
                  <a:pt x="14742" y="14640"/>
                </a:cubicBezTo>
                <a:close/>
                <a:moveTo>
                  <a:pt x="9746" y="15026"/>
                </a:moveTo>
                <a:lnTo>
                  <a:pt x="12730" y="12043"/>
                </a:lnTo>
                <a:lnTo>
                  <a:pt x="11957" y="11270"/>
                </a:lnTo>
                <a:lnTo>
                  <a:pt x="8974" y="14254"/>
                </a:lnTo>
                <a:close/>
                <a:moveTo>
                  <a:pt x="9414" y="14097"/>
                </a:moveTo>
                <a:lnTo>
                  <a:pt x="6099" y="13765"/>
                </a:lnTo>
                <a:lnTo>
                  <a:pt x="5991" y="14852"/>
                </a:lnTo>
                <a:lnTo>
                  <a:pt x="9306" y="15183"/>
                </a:lnTo>
                <a:close/>
                <a:moveTo>
                  <a:pt x="10140" y="14640"/>
                </a:moveTo>
                <a:cubicBezTo>
                  <a:pt x="10140" y="15071"/>
                  <a:pt x="9791" y="15420"/>
                  <a:pt x="9360" y="15420"/>
                </a:cubicBezTo>
                <a:cubicBezTo>
                  <a:pt x="8929" y="15420"/>
                  <a:pt x="8580" y="15071"/>
                  <a:pt x="8580" y="14640"/>
                </a:cubicBezTo>
                <a:cubicBezTo>
                  <a:pt x="8580" y="14209"/>
                  <a:pt x="8929" y="13860"/>
                  <a:pt x="9360" y="13860"/>
                </a:cubicBezTo>
                <a:cubicBezTo>
                  <a:pt x="9791" y="13860"/>
                  <a:pt x="10140" y="14209"/>
                  <a:pt x="10140" y="14640"/>
                </a:cubicBezTo>
                <a:close/>
                <a:moveTo>
                  <a:pt x="11395" y="16444"/>
                </a:moveTo>
                <a:lnTo>
                  <a:pt x="13541" y="19125"/>
                </a:lnTo>
                <a:lnTo>
                  <a:pt x="13115" y="19467"/>
                </a:lnTo>
                <a:lnTo>
                  <a:pt x="14820" y="20100"/>
                </a:lnTo>
                <a:lnTo>
                  <a:pt x="14576" y="18297"/>
                </a:lnTo>
                <a:lnTo>
                  <a:pt x="14150" y="18638"/>
                </a:lnTo>
                <a:lnTo>
                  <a:pt x="12005" y="15956"/>
                </a:lnTo>
                <a:close/>
                <a:moveTo>
                  <a:pt x="22000" y="5000"/>
                </a:moveTo>
                <a:cubicBezTo>
                  <a:pt x="22000" y="6657"/>
                  <a:pt x="20657" y="8000"/>
                  <a:pt x="19000" y="8000"/>
                </a:cubicBezTo>
                <a:cubicBezTo>
                  <a:pt x="17343" y="8000"/>
                  <a:pt x="16000" y="6657"/>
                  <a:pt x="16000" y="5000"/>
                </a:cubicBezTo>
                <a:cubicBezTo>
                  <a:pt x="16000" y="3343"/>
                  <a:pt x="17343" y="2000"/>
                  <a:pt x="19000" y="2000"/>
                </a:cubicBezTo>
                <a:cubicBezTo>
                  <a:pt x="20657" y="2000"/>
                  <a:pt x="22000" y="3343"/>
                  <a:pt x="22000" y="5000"/>
                </a:cubicBezTo>
                <a:close/>
                <a:moveTo>
                  <a:pt x="21200" y="5000"/>
                </a:moveTo>
                <a:cubicBezTo>
                  <a:pt x="21200" y="3785"/>
                  <a:pt x="20215" y="2800"/>
                  <a:pt x="19000" y="2800"/>
                </a:cubicBezTo>
                <a:cubicBezTo>
                  <a:pt x="17785" y="2800"/>
                  <a:pt x="16800" y="3785"/>
                  <a:pt x="16800" y="5000"/>
                </a:cubicBezTo>
                <a:cubicBezTo>
                  <a:pt x="16800" y="6215"/>
                  <a:pt x="17785" y="7200"/>
                  <a:pt x="19000" y="7200"/>
                </a:cubicBezTo>
                <a:cubicBezTo>
                  <a:pt x="20215" y="7200"/>
                  <a:pt x="21200" y="6215"/>
                  <a:pt x="21200" y="5000"/>
                </a:cubicBezTo>
                <a:close/>
                <a:moveTo>
                  <a:pt x="19000" y="5300"/>
                </a:moveTo>
                <a:lnTo>
                  <a:pt x="20500" y="5300"/>
                </a:lnTo>
                <a:lnTo>
                  <a:pt x="20500" y="4700"/>
                </a:lnTo>
                <a:lnTo>
                  <a:pt x="19000" y="4700"/>
                </a:lnTo>
                <a:close/>
                <a:moveTo>
                  <a:pt x="19300" y="5000"/>
                </a:moveTo>
                <a:lnTo>
                  <a:pt x="19300" y="3400"/>
                </a:lnTo>
                <a:lnTo>
                  <a:pt x="18700" y="3400"/>
                </a:lnTo>
                <a:lnTo>
                  <a:pt x="18700" y="5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ALERT-083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恢复时间·定时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202C"/>
                </a:solidFill>
              </a:rPr>
              <a:t>12_成果汇报展示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6A00"/>
                </a:solidFill>
              </a:rPr>
              <a:t>SHOW · 83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</a:rPr>
              <a:t>选中任一图标 → 形状格式 → 形状填充 → 一键改色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12_成果汇报展示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SHOW · 第 1/3 页 · 共 83 个</a:t>
            </a:r>
          </a:p>
        </p:txBody>
      </p:sp>
      <p:sp>
        <p:nvSpPr>
          <p:cNvPr id="4" name="SHOW-00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000" y="4000"/>
                </a:moveTo>
                <a:lnTo>
                  <a:pt x="18000" y="4000"/>
                </a:lnTo>
                <a:lnTo>
                  <a:pt x="18000" y="8000"/>
                </a:lnTo>
                <a:quadBezTo>
                  <a:pt x="18000" y="13000"/>
                  <a:pt x="12000" y="13000"/>
                </a:quadBezTo>
                <a:quadBezTo>
                  <a:pt x="6000" y="13000"/>
                  <a:pt x="6000" y="8000"/>
                </a:quadBezTo>
                <a:close/>
                <a:moveTo>
                  <a:pt x="4000" y="5000"/>
                </a:moveTo>
                <a:quadBezTo>
                  <a:pt x="1000" y="5000"/>
                  <a:pt x="1000" y="8000"/>
                </a:quadBezTo>
                <a:quadBezTo>
                  <a:pt x="1000" y="11000"/>
                  <a:pt x="6000" y="11000"/>
                </a:quadBezTo>
                <a:moveTo>
                  <a:pt x="20000" y="5000"/>
                </a:moveTo>
                <a:quadBezTo>
                  <a:pt x="23000" y="5000"/>
                  <a:pt x="23000" y="8000"/>
                </a:quadBezTo>
                <a:quadBezTo>
                  <a:pt x="23000" y="11000"/>
                  <a:pt x="18000" y="11000"/>
                </a:quadBezTo>
                <a:moveTo>
                  <a:pt x="10300" y="13000"/>
                </a:moveTo>
                <a:lnTo>
                  <a:pt x="13700" y="13000"/>
                </a:lnTo>
                <a:cubicBezTo>
                  <a:pt x="13866" y="13000"/>
                  <a:pt x="14000" y="13134"/>
                  <a:pt x="14000" y="13300"/>
                </a:cubicBezTo>
                <a:lnTo>
                  <a:pt x="14000" y="17700"/>
                </a:lnTo>
                <a:cubicBezTo>
                  <a:pt x="14000" y="17866"/>
                  <a:pt x="13866" y="18000"/>
                  <a:pt x="13700" y="18000"/>
                </a:cubicBezTo>
                <a:lnTo>
                  <a:pt x="10300" y="18000"/>
                </a:lnTo>
                <a:cubicBezTo>
                  <a:pt x="10134" y="18000"/>
                  <a:pt x="10000" y="17866"/>
                  <a:pt x="10000" y="17700"/>
                </a:cubicBezTo>
                <a:lnTo>
                  <a:pt x="10000" y="13300"/>
                </a:lnTo>
                <a:cubicBezTo>
                  <a:pt x="10000" y="13134"/>
                  <a:pt x="10134" y="13000"/>
                  <a:pt x="10300" y="13000"/>
                </a:cubicBezTo>
                <a:close/>
                <a:moveTo>
                  <a:pt x="7300" y="18000"/>
                </a:moveTo>
                <a:lnTo>
                  <a:pt x="16700" y="18000"/>
                </a:lnTo>
                <a:cubicBezTo>
                  <a:pt x="16866" y="18000"/>
                  <a:pt x="17000" y="18134"/>
                  <a:pt x="17000" y="18300"/>
                </a:cubicBezTo>
                <a:lnTo>
                  <a:pt x="17000" y="19700"/>
                </a:lnTo>
                <a:cubicBezTo>
                  <a:pt x="17000" y="19866"/>
                  <a:pt x="16866" y="20000"/>
                  <a:pt x="16700" y="20000"/>
                </a:cubicBezTo>
                <a:lnTo>
                  <a:pt x="7300" y="20000"/>
                </a:lnTo>
                <a:cubicBezTo>
                  <a:pt x="7134" y="20000"/>
                  <a:pt x="7000" y="19866"/>
                  <a:pt x="7000" y="19700"/>
                </a:cubicBezTo>
                <a:lnTo>
                  <a:pt x="7000" y="18300"/>
                </a:lnTo>
                <a:cubicBezTo>
                  <a:pt x="7000" y="18134"/>
                  <a:pt x="7134" y="18000"/>
                  <a:pt x="73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奖杯</a:t>
            </a:r>
          </a:p>
        </p:txBody>
      </p:sp>
      <p:sp>
        <p:nvSpPr>
          <p:cNvPr id="7" name="SHOW-00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8400"/>
                </a:moveTo>
                <a:lnTo>
                  <a:pt x="14040" y="8400"/>
                </a:lnTo>
                <a:lnTo>
                  <a:pt x="14040" y="11520"/>
                </a:lnTo>
                <a:quadBezTo>
                  <a:pt x="14040" y="15420"/>
                  <a:pt x="9360" y="15420"/>
                </a:quadBezTo>
                <a:quadBezTo>
                  <a:pt x="4680" y="15420"/>
                  <a:pt x="4680" y="11520"/>
                </a:quadBezTo>
                <a:close/>
                <a:moveTo>
                  <a:pt x="3120" y="9180"/>
                </a:moveTo>
                <a:quadBezTo>
                  <a:pt x="780" y="9180"/>
                  <a:pt x="780" y="11520"/>
                </a:quadBezTo>
                <a:quadBezTo>
                  <a:pt x="780" y="13860"/>
                  <a:pt x="4680" y="13860"/>
                </a:quadBezTo>
                <a:moveTo>
                  <a:pt x="15600" y="9180"/>
                </a:moveTo>
                <a:quadBezTo>
                  <a:pt x="17940" y="9180"/>
                  <a:pt x="17940" y="11520"/>
                </a:quadBezTo>
                <a:quadBezTo>
                  <a:pt x="17940" y="13860"/>
                  <a:pt x="14040" y="13860"/>
                </a:quadBezTo>
                <a:moveTo>
                  <a:pt x="803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19086"/>
                </a:lnTo>
                <a:cubicBezTo>
                  <a:pt x="10920" y="19215"/>
                  <a:pt x="10815" y="19320"/>
                  <a:pt x="10686" y="19320"/>
                </a:cubicBezTo>
                <a:lnTo>
                  <a:pt x="8034" y="19320"/>
                </a:lnTo>
                <a:cubicBezTo>
                  <a:pt x="7905" y="19320"/>
                  <a:pt x="7800" y="19215"/>
                  <a:pt x="7800" y="1908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5694" y="19320"/>
                </a:moveTo>
                <a:lnTo>
                  <a:pt x="13026" y="19320"/>
                </a:lnTo>
                <a:cubicBezTo>
                  <a:pt x="13155" y="19320"/>
                  <a:pt x="13260" y="19425"/>
                  <a:pt x="13260" y="19554"/>
                </a:cubicBezTo>
                <a:lnTo>
                  <a:pt x="13260" y="20646"/>
                </a:lnTo>
                <a:cubicBezTo>
                  <a:pt x="13260" y="20775"/>
                  <a:pt x="13155" y="20880"/>
                  <a:pt x="13026" y="20880"/>
                </a:cubicBezTo>
                <a:lnTo>
                  <a:pt x="5694" y="20880"/>
                </a:lnTo>
                <a:cubicBezTo>
                  <a:pt x="5565" y="20880"/>
                  <a:pt x="5460" y="20775"/>
                  <a:pt x="5460" y="20646"/>
                </a:cubicBezTo>
                <a:lnTo>
                  <a:pt x="5460" y="19554"/>
                </a:lnTo>
                <a:cubicBezTo>
                  <a:pt x="5460" y="19425"/>
                  <a:pt x="5565" y="19320"/>
                  <a:pt x="5694" y="1932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奖杯·重点</a:t>
            </a:r>
          </a:p>
        </p:txBody>
      </p:sp>
      <p:sp>
        <p:nvSpPr>
          <p:cNvPr id="10" name="SHOW-00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8400"/>
                </a:moveTo>
                <a:lnTo>
                  <a:pt x="14040" y="8400"/>
                </a:lnTo>
                <a:lnTo>
                  <a:pt x="14040" y="11520"/>
                </a:lnTo>
                <a:quadBezTo>
                  <a:pt x="14040" y="15420"/>
                  <a:pt x="9360" y="15420"/>
                </a:quadBezTo>
                <a:quadBezTo>
                  <a:pt x="4680" y="15420"/>
                  <a:pt x="4680" y="11520"/>
                </a:quadBezTo>
                <a:close/>
                <a:moveTo>
                  <a:pt x="3120" y="9180"/>
                </a:moveTo>
                <a:quadBezTo>
                  <a:pt x="780" y="9180"/>
                  <a:pt x="780" y="11520"/>
                </a:quadBezTo>
                <a:quadBezTo>
                  <a:pt x="780" y="13860"/>
                  <a:pt x="4680" y="13860"/>
                </a:quadBezTo>
                <a:moveTo>
                  <a:pt x="15600" y="9180"/>
                </a:moveTo>
                <a:quadBezTo>
                  <a:pt x="17940" y="9180"/>
                  <a:pt x="17940" y="11520"/>
                </a:quadBezTo>
                <a:quadBezTo>
                  <a:pt x="17940" y="13860"/>
                  <a:pt x="14040" y="13860"/>
                </a:quadBezTo>
                <a:moveTo>
                  <a:pt x="803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19086"/>
                </a:lnTo>
                <a:cubicBezTo>
                  <a:pt x="10920" y="19215"/>
                  <a:pt x="10815" y="19320"/>
                  <a:pt x="10686" y="19320"/>
                </a:cubicBezTo>
                <a:lnTo>
                  <a:pt x="8034" y="19320"/>
                </a:lnTo>
                <a:cubicBezTo>
                  <a:pt x="7905" y="19320"/>
                  <a:pt x="7800" y="19215"/>
                  <a:pt x="7800" y="1908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5694" y="19320"/>
                </a:moveTo>
                <a:lnTo>
                  <a:pt x="13026" y="19320"/>
                </a:lnTo>
                <a:cubicBezTo>
                  <a:pt x="13155" y="19320"/>
                  <a:pt x="13260" y="19425"/>
                  <a:pt x="13260" y="19554"/>
                </a:cubicBezTo>
                <a:lnTo>
                  <a:pt x="13260" y="20646"/>
                </a:lnTo>
                <a:cubicBezTo>
                  <a:pt x="13260" y="20775"/>
                  <a:pt x="13155" y="20880"/>
                  <a:pt x="13026" y="20880"/>
                </a:cubicBezTo>
                <a:lnTo>
                  <a:pt x="5694" y="20880"/>
                </a:lnTo>
                <a:cubicBezTo>
                  <a:pt x="5565" y="20880"/>
                  <a:pt x="5460" y="20775"/>
                  <a:pt x="5460" y="20646"/>
                </a:cubicBezTo>
                <a:lnTo>
                  <a:pt x="5460" y="19554"/>
                </a:lnTo>
                <a:cubicBezTo>
                  <a:pt x="5460" y="19425"/>
                  <a:pt x="5565" y="19320"/>
                  <a:pt x="5694" y="193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奖杯·已验证</a:t>
            </a:r>
          </a:p>
        </p:txBody>
      </p:sp>
      <p:sp>
        <p:nvSpPr>
          <p:cNvPr id="13" name="SHOW-00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8400"/>
                </a:moveTo>
                <a:lnTo>
                  <a:pt x="14040" y="8400"/>
                </a:lnTo>
                <a:lnTo>
                  <a:pt x="14040" y="11520"/>
                </a:lnTo>
                <a:quadBezTo>
                  <a:pt x="14040" y="15420"/>
                  <a:pt x="9360" y="15420"/>
                </a:quadBezTo>
                <a:quadBezTo>
                  <a:pt x="4680" y="15420"/>
                  <a:pt x="4680" y="11520"/>
                </a:quadBezTo>
                <a:close/>
                <a:moveTo>
                  <a:pt x="3120" y="9180"/>
                </a:moveTo>
                <a:quadBezTo>
                  <a:pt x="780" y="9180"/>
                  <a:pt x="780" y="11520"/>
                </a:quadBezTo>
                <a:quadBezTo>
                  <a:pt x="780" y="13860"/>
                  <a:pt x="4680" y="13860"/>
                </a:quadBezTo>
                <a:moveTo>
                  <a:pt x="15600" y="9180"/>
                </a:moveTo>
                <a:quadBezTo>
                  <a:pt x="17940" y="9180"/>
                  <a:pt x="17940" y="11520"/>
                </a:quadBezTo>
                <a:quadBezTo>
                  <a:pt x="17940" y="13860"/>
                  <a:pt x="14040" y="13860"/>
                </a:quadBezTo>
                <a:moveTo>
                  <a:pt x="803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19086"/>
                </a:lnTo>
                <a:cubicBezTo>
                  <a:pt x="10920" y="19215"/>
                  <a:pt x="10815" y="19320"/>
                  <a:pt x="10686" y="19320"/>
                </a:cubicBezTo>
                <a:lnTo>
                  <a:pt x="8034" y="19320"/>
                </a:lnTo>
                <a:cubicBezTo>
                  <a:pt x="7905" y="19320"/>
                  <a:pt x="7800" y="19215"/>
                  <a:pt x="7800" y="1908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5694" y="19320"/>
                </a:moveTo>
                <a:lnTo>
                  <a:pt x="13026" y="19320"/>
                </a:lnTo>
                <a:cubicBezTo>
                  <a:pt x="13155" y="19320"/>
                  <a:pt x="13260" y="19425"/>
                  <a:pt x="13260" y="19554"/>
                </a:cubicBezTo>
                <a:lnTo>
                  <a:pt x="13260" y="20646"/>
                </a:lnTo>
                <a:cubicBezTo>
                  <a:pt x="13260" y="20775"/>
                  <a:pt x="13155" y="20880"/>
                  <a:pt x="13026" y="20880"/>
                </a:cubicBezTo>
                <a:lnTo>
                  <a:pt x="5694" y="20880"/>
                </a:lnTo>
                <a:cubicBezTo>
                  <a:pt x="5565" y="20880"/>
                  <a:pt x="5460" y="20775"/>
                  <a:pt x="5460" y="20646"/>
                </a:cubicBezTo>
                <a:lnTo>
                  <a:pt x="5460" y="19554"/>
                </a:lnTo>
                <a:cubicBezTo>
                  <a:pt x="5460" y="19425"/>
                  <a:pt x="5565" y="19320"/>
                  <a:pt x="5694" y="1932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奖杯·上升</a:t>
            </a:r>
          </a:p>
        </p:txBody>
      </p:sp>
      <p:sp>
        <p:nvSpPr>
          <p:cNvPr id="16" name="SHOW-00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8400"/>
                </a:moveTo>
                <a:lnTo>
                  <a:pt x="14040" y="8400"/>
                </a:lnTo>
                <a:lnTo>
                  <a:pt x="14040" y="11520"/>
                </a:lnTo>
                <a:quadBezTo>
                  <a:pt x="14040" y="15420"/>
                  <a:pt x="9360" y="15420"/>
                </a:quadBezTo>
                <a:quadBezTo>
                  <a:pt x="4680" y="15420"/>
                  <a:pt x="4680" y="11520"/>
                </a:quadBezTo>
                <a:close/>
                <a:moveTo>
                  <a:pt x="3120" y="9180"/>
                </a:moveTo>
                <a:quadBezTo>
                  <a:pt x="780" y="9180"/>
                  <a:pt x="780" y="11520"/>
                </a:quadBezTo>
                <a:quadBezTo>
                  <a:pt x="780" y="13860"/>
                  <a:pt x="4680" y="13860"/>
                </a:quadBezTo>
                <a:moveTo>
                  <a:pt x="15600" y="9180"/>
                </a:moveTo>
                <a:quadBezTo>
                  <a:pt x="17940" y="9180"/>
                  <a:pt x="17940" y="11520"/>
                </a:quadBezTo>
                <a:quadBezTo>
                  <a:pt x="17940" y="13860"/>
                  <a:pt x="14040" y="13860"/>
                </a:quadBezTo>
                <a:moveTo>
                  <a:pt x="803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19086"/>
                </a:lnTo>
                <a:cubicBezTo>
                  <a:pt x="10920" y="19215"/>
                  <a:pt x="10815" y="19320"/>
                  <a:pt x="10686" y="19320"/>
                </a:cubicBezTo>
                <a:lnTo>
                  <a:pt x="8034" y="19320"/>
                </a:lnTo>
                <a:cubicBezTo>
                  <a:pt x="7905" y="19320"/>
                  <a:pt x="7800" y="19215"/>
                  <a:pt x="7800" y="1908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5694" y="19320"/>
                </a:moveTo>
                <a:lnTo>
                  <a:pt x="13026" y="19320"/>
                </a:lnTo>
                <a:cubicBezTo>
                  <a:pt x="13155" y="19320"/>
                  <a:pt x="13260" y="19425"/>
                  <a:pt x="13260" y="19554"/>
                </a:cubicBezTo>
                <a:lnTo>
                  <a:pt x="13260" y="20646"/>
                </a:lnTo>
                <a:cubicBezTo>
                  <a:pt x="13260" y="20775"/>
                  <a:pt x="13155" y="20880"/>
                  <a:pt x="13026" y="20880"/>
                </a:cubicBezTo>
                <a:lnTo>
                  <a:pt x="5694" y="20880"/>
                </a:lnTo>
                <a:cubicBezTo>
                  <a:pt x="5565" y="20880"/>
                  <a:pt x="5460" y="20775"/>
                  <a:pt x="5460" y="20646"/>
                </a:cubicBezTo>
                <a:lnTo>
                  <a:pt x="5460" y="19554"/>
                </a:lnTo>
                <a:cubicBezTo>
                  <a:pt x="5460" y="19425"/>
                  <a:pt x="5565" y="19320"/>
                  <a:pt x="5694" y="1932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奖杯·关怀</a:t>
            </a:r>
          </a:p>
        </p:txBody>
      </p:sp>
      <p:sp>
        <p:nvSpPr>
          <p:cNvPr id="19" name="SHOW-00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8400"/>
                </a:moveTo>
                <a:lnTo>
                  <a:pt x="14040" y="8400"/>
                </a:lnTo>
                <a:lnTo>
                  <a:pt x="14040" y="11520"/>
                </a:lnTo>
                <a:quadBezTo>
                  <a:pt x="14040" y="15420"/>
                  <a:pt x="9360" y="15420"/>
                </a:quadBezTo>
                <a:quadBezTo>
                  <a:pt x="4680" y="15420"/>
                  <a:pt x="4680" y="11520"/>
                </a:quadBezTo>
                <a:close/>
                <a:moveTo>
                  <a:pt x="3120" y="9180"/>
                </a:moveTo>
                <a:quadBezTo>
                  <a:pt x="780" y="9180"/>
                  <a:pt x="780" y="11520"/>
                </a:quadBezTo>
                <a:quadBezTo>
                  <a:pt x="780" y="13860"/>
                  <a:pt x="4680" y="13860"/>
                </a:quadBezTo>
                <a:moveTo>
                  <a:pt x="15600" y="9180"/>
                </a:moveTo>
                <a:quadBezTo>
                  <a:pt x="17940" y="9180"/>
                  <a:pt x="17940" y="11520"/>
                </a:quadBezTo>
                <a:quadBezTo>
                  <a:pt x="17940" y="13860"/>
                  <a:pt x="14040" y="13860"/>
                </a:quadBezTo>
                <a:moveTo>
                  <a:pt x="8034" y="15420"/>
                </a:moveTo>
                <a:lnTo>
                  <a:pt x="10686" y="15420"/>
                </a:lnTo>
                <a:cubicBezTo>
                  <a:pt x="10815" y="15420"/>
                  <a:pt x="10920" y="15525"/>
                  <a:pt x="10920" y="15654"/>
                </a:cubicBezTo>
                <a:lnTo>
                  <a:pt x="10920" y="19086"/>
                </a:lnTo>
                <a:cubicBezTo>
                  <a:pt x="10920" y="19215"/>
                  <a:pt x="10815" y="19320"/>
                  <a:pt x="10686" y="19320"/>
                </a:cubicBezTo>
                <a:lnTo>
                  <a:pt x="8034" y="19320"/>
                </a:lnTo>
                <a:cubicBezTo>
                  <a:pt x="7905" y="19320"/>
                  <a:pt x="7800" y="19215"/>
                  <a:pt x="7800" y="1908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5694" y="19320"/>
                </a:moveTo>
                <a:lnTo>
                  <a:pt x="13026" y="19320"/>
                </a:lnTo>
                <a:cubicBezTo>
                  <a:pt x="13155" y="19320"/>
                  <a:pt x="13260" y="19425"/>
                  <a:pt x="13260" y="19554"/>
                </a:cubicBezTo>
                <a:lnTo>
                  <a:pt x="13260" y="20646"/>
                </a:lnTo>
                <a:cubicBezTo>
                  <a:pt x="13260" y="20775"/>
                  <a:pt x="13155" y="20880"/>
                  <a:pt x="13026" y="20880"/>
                </a:cubicBezTo>
                <a:lnTo>
                  <a:pt x="5694" y="20880"/>
                </a:lnTo>
                <a:cubicBezTo>
                  <a:pt x="5565" y="20880"/>
                  <a:pt x="5460" y="20775"/>
                  <a:pt x="5460" y="20646"/>
                </a:cubicBezTo>
                <a:lnTo>
                  <a:pt x="5460" y="19554"/>
                </a:lnTo>
                <a:cubicBezTo>
                  <a:pt x="5460" y="19425"/>
                  <a:pt x="5565" y="19320"/>
                  <a:pt x="5694" y="1932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奖杯·协同</a:t>
            </a:r>
          </a:p>
        </p:txBody>
      </p:sp>
      <p:sp>
        <p:nvSpPr>
          <p:cNvPr id="22" name="SHOW-00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6000" y="2000"/>
                </a:moveTo>
                <a:lnTo>
                  <a:pt x="9000" y="2000"/>
                </a:lnTo>
                <a:lnTo>
                  <a:pt x="12000" y="9000"/>
                </a:lnTo>
                <a:lnTo>
                  <a:pt x="9000" y="9000"/>
                </a:lnTo>
                <a:close/>
                <a:moveTo>
                  <a:pt x="18000" y="2000"/>
                </a:moveTo>
                <a:lnTo>
                  <a:pt x="15000" y="2000"/>
                </a:lnTo>
                <a:lnTo>
                  <a:pt x="12000" y="9000"/>
                </a:lnTo>
                <a:lnTo>
                  <a:pt x="15000" y="9000"/>
                </a:lnTo>
                <a:close/>
                <a:moveTo>
                  <a:pt x="17500" y="16000"/>
                </a:moveTo>
                <a:cubicBezTo>
                  <a:pt x="17500" y="19038"/>
                  <a:pt x="15038" y="21500"/>
                  <a:pt x="12000" y="21500"/>
                </a:cubicBezTo>
                <a:cubicBezTo>
                  <a:pt x="8962" y="21500"/>
                  <a:pt x="6500" y="19038"/>
                  <a:pt x="6500" y="16000"/>
                </a:cubicBezTo>
                <a:cubicBezTo>
                  <a:pt x="6500" y="12962"/>
                  <a:pt x="8962" y="10500"/>
                  <a:pt x="12000" y="10500"/>
                </a:cubicBezTo>
                <a:cubicBezTo>
                  <a:pt x="15038" y="10500"/>
                  <a:pt x="17500" y="12962"/>
                  <a:pt x="17500" y="16000"/>
                </a:cubicBezTo>
                <a:close/>
                <a:moveTo>
                  <a:pt x="12000" y="13000"/>
                </a:moveTo>
                <a:lnTo>
                  <a:pt x="12588" y="15191"/>
                </a:lnTo>
                <a:lnTo>
                  <a:pt x="14853" y="15073"/>
                </a:lnTo>
                <a:lnTo>
                  <a:pt x="12951" y="16309"/>
                </a:lnTo>
                <a:lnTo>
                  <a:pt x="13763" y="18427"/>
                </a:lnTo>
                <a:lnTo>
                  <a:pt x="12000" y="17000"/>
                </a:lnTo>
                <a:lnTo>
                  <a:pt x="10237" y="18427"/>
                </a:lnTo>
                <a:lnTo>
                  <a:pt x="11049" y="16309"/>
                </a:lnTo>
                <a:lnTo>
                  <a:pt x="9147" y="15073"/>
                </a:lnTo>
                <a:lnTo>
                  <a:pt x="11412" y="1519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奖牌</a:t>
            </a:r>
          </a:p>
        </p:txBody>
      </p:sp>
      <p:sp>
        <p:nvSpPr>
          <p:cNvPr id="25" name="SHOW-00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6840"/>
                </a:moveTo>
                <a:lnTo>
                  <a:pt x="7020" y="6840"/>
                </a:lnTo>
                <a:lnTo>
                  <a:pt x="9360" y="12300"/>
                </a:lnTo>
                <a:lnTo>
                  <a:pt x="7020" y="12300"/>
                </a:lnTo>
                <a:close/>
                <a:moveTo>
                  <a:pt x="14040" y="6840"/>
                </a:moveTo>
                <a:lnTo>
                  <a:pt x="11700" y="6840"/>
                </a:lnTo>
                <a:lnTo>
                  <a:pt x="9360" y="12300"/>
                </a:lnTo>
                <a:lnTo>
                  <a:pt x="11700" y="12300"/>
                </a:lnTo>
                <a:close/>
                <a:moveTo>
                  <a:pt x="13650" y="17760"/>
                </a:moveTo>
                <a:cubicBezTo>
                  <a:pt x="13650" y="20129"/>
                  <a:pt x="11729" y="22050"/>
                  <a:pt x="9360" y="22050"/>
                </a:cubicBezTo>
                <a:cubicBezTo>
                  <a:pt x="6991" y="22050"/>
                  <a:pt x="5070" y="20129"/>
                  <a:pt x="5070" y="17760"/>
                </a:cubicBezTo>
                <a:cubicBezTo>
                  <a:pt x="5070" y="15391"/>
                  <a:pt x="6991" y="13470"/>
                  <a:pt x="9360" y="13470"/>
                </a:cubicBezTo>
                <a:cubicBezTo>
                  <a:pt x="11729" y="13470"/>
                  <a:pt x="13650" y="15391"/>
                  <a:pt x="13650" y="17760"/>
                </a:cubicBezTo>
                <a:close/>
                <a:moveTo>
                  <a:pt x="9360" y="15420"/>
                </a:moveTo>
                <a:lnTo>
                  <a:pt x="9818" y="17129"/>
                </a:lnTo>
                <a:lnTo>
                  <a:pt x="11585" y="17037"/>
                </a:lnTo>
                <a:lnTo>
                  <a:pt x="10102" y="18001"/>
                </a:lnTo>
                <a:lnTo>
                  <a:pt x="10735" y="19653"/>
                </a:lnTo>
                <a:lnTo>
                  <a:pt x="9360" y="18540"/>
                </a:lnTo>
                <a:lnTo>
                  <a:pt x="7985" y="19653"/>
                </a:lnTo>
                <a:lnTo>
                  <a:pt x="8618" y="18001"/>
                </a:lnTo>
                <a:lnTo>
                  <a:pt x="7135" y="17037"/>
                </a:lnTo>
                <a:lnTo>
                  <a:pt x="8902" y="17129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奖牌·重点</a:t>
            </a:r>
          </a:p>
        </p:txBody>
      </p:sp>
      <p:sp>
        <p:nvSpPr>
          <p:cNvPr id="28" name="SHOW-00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6840"/>
                </a:moveTo>
                <a:lnTo>
                  <a:pt x="7020" y="6840"/>
                </a:lnTo>
                <a:lnTo>
                  <a:pt x="9360" y="12300"/>
                </a:lnTo>
                <a:lnTo>
                  <a:pt x="7020" y="12300"/>
                </a:lnTo>
                <a:close/>
                <a:moveTo>
                  <a:pt x="14040" y="6840"/>
                </a:moveTo>
                <a:lnTo>
                  <a:pt x="11700" y="6840"/>
                </a:lnTo>
                <a:lnTo>
                  <a:pt x="9360" y="12300"/>
                </a:lnTo>
                <a:lnTo>
                  <a:pt x="11700" y="12300"/>
                </a:lnTo>
                <a:close/>
                <a:moveTo>
                  <a:pt x="13650" y="17760"/>
                </a:moveTo>
                <a:cubicBezTo>
                  <a:pt x="13650" y="20129"/>
                  <a:pt x="11729" y="22050"/>
                  <a:pt x="9360" y="22050"/>
                </a:cubicBezTo>
                <a:cubicBezTo>
                  <a:pt x="6991" y="22050"/>
                  <a:pt x="5070" y="20129"/>
                  <a:pt x="5070" y="17760"/>
                </a:cubicBezTo>
                <a:cubicBezTo>
                  <a:pt x="5070" y="15391"/>
                  <a:pt x="6991" y="13470"/>
                  <a:pt x="9360" y="13470"/>
                </a:cubicBezTo>
                <a:cubicBezTo>
                  <a:pt x="11729" y="13470"/>
                  <a:pt x="13650" y="15391"/>
                  <a:pt x="13650" y="17760"/>
                </a:cubicBezTo>
                <a:close/>
                <a:moveTo>
                  <a:pt x="9360" y="15420"/>
                </a:moveTo>
                <a:lnTo>
                  <a:pt x="9818" y="17129"/>
                </a:lnTo>
                <a:lnTo>
                  <a:pt x="11585" y="17037"/>
                </a:lnTo>
                <a:lnTo>
                  <a:pt x="10102" y="18001"/>
                </a:lnTo>
                <a:lnTo>
                  <a:pt x="10735" y="19653"/>
                </a:lnTo>
                <a:lnTo>
                  <a:pt x="9360" y="18540"/>
                </a:lnTo>
                <a:lnTo>
                  <a:pt x="7985" y="19653"/>
                </a:lnTo>
                <a:lnTo>
                  <a:pt x="8618" y="18001"/>
                </a:lnTo>
                <a:lnTo>
                  <a:pt x="7135" y="17037"/>
                </a:lnTo>
                <a:lnTo>
                  <a:pt x="8902" y="17129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奖牌·已验证</a:t>
            </a:r>
          </a:p>
        </p:txBody>
      </p:sp>
      <p:sp>
        <p:nvSpPr>
          <p:cNvPr id="31" name="SHOW-01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6840"/>
                </a:moveTo>
                <a:lnTo>
                  <a:pt x="7020" y="6840"/>
                </a:lnTo>
                <a:lnTo>
                  <a:pt x="9360" y="12300"/>
                </a:lnTo>
                <a:lnTo>
                  <a:pt x="7020" y="12300"/>
                </a:lnTo>
                <a:close/>
                <a:moveTo>
                  <a:pt x="14040" y="6840"/>
                </a:moveTo>
                <a:lnTo>
                  <a:pt x="11700" y="6840"/>
                </a:lnTo>
                <a:lnTo>
                  <a:pt x="9360" y="12300"/>
                </a:lnTo>
                <a:lnTo>
                  <a:pt x="11700" y="12300"/>
                </a:lnTo>
                <a:close/>
                <a:moveTo>
                  <a:pt x="13650" y="17760"/>
                </a:moveTo>
                <a:cubicBezTo>
                  <a:pt x="13650" y="20129"/>
                  <a:pt x="11729" y="22050"/>
                  <a:pt x="9360" y="22050"/>
                </a:cubicBezTo>
                <a:cubicBezTo>
                  <a:pt x="6991" y="22050"/>
                  <a:pt x="5070" y="20129"/>
                  <a:pt x="5070" y="17760"/>
                </a:cubicBezTo>
                <a:cubicBezTo>
                  <a:pt x="5070" y="15391"/>
                  <a:pt x="6991" y="13470"/>
                  <a:pt x="9360" y="13470"/>
                </a:cubicBezTo>
                <a:cubicBezTo>
                  <a:pt x="11729" y="13470"/>
                  <a:pt x="13650" y="15391"/>
                  <a:pt x="13650" y="17760"/>
                </a:cubicBezTo>
                <a:close/>
                <a:moveTo>
                  <a:pt x="9360" y="15420"/>
                </a:moveTo>
                <a:lnTo>
                  <a:pt x="9818" y="17129"/>
                </a:lnTo>
                <a:lnTo>
                  <a:pt x="11585" y="17037"/>
                </a:lnTo>
                <a:lnTo>
                  <a:pt x="10102" y="18001"/>
                </a:lnTo>
                <a:lnTo>
                  <a:pt x="10735" y="19653"/>
                </a:lnTo>
                <a:lnTo>
                  <a:pt x="9360" y="18540"/>
                </a:lnTo>
                <a:lnTo>
                  <a:pt x="7985" y="19653"/>
                </a:lnTo>
                <a:lnTo>
                  <a:pt x="8618" y="18001"/>
                </a:lnTo>
                <a:lnTo>
                  <a:pt x="7135" y="17037"/>
                </a:lnTo>
                <a:lnTo>
                  <a:pt x="8902" y="17129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奖牌·上升</a:t>
            </a:r>
          </a:p>
        </p:txBody>
      </p:sp>
      <p:sp>
        <p:nvSpPr>
          <p:cNvPr id="34" name="SHOW-01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6840"/>
                </a:moveTo>
                <a:lnTo>
                  <a:pt x="7020" y="6840"/>
                </a:lnTo>
                <a:lnTo>
                  <a:pt x="9360" y="12300"/>
                </a:lnTo>
                <a:lnTo>
                  <a:pt x="7020" y="12300"/>
                </a:lnTo>
                <a:close/>
                <a:moveTo>
                  <a:pt x="14040" y="6840"/>
                </a:moveTo>
                <a:lnTo>
                  <a:pt x="11700" y="6840"/>
                </a:lnTo>
                <a:lnTo>
                  <a:pt x="9360" y="12300"/>
                </a:lnTo>
                <a:lnTo>
                  <a:pt x="11700" y="12300"/>
                </a:lnTo>
                <a:close/>
                <a:moveTo>
                  <a:pt x="13650" y="17760"/>
                </a:moveTo>
                <a:cubicBezTo>
                  <a:pt x="13650" y="20129"/>
                  <a:pt x="11729" y="22050"/>
                  <a:pt x="9360" y="22050"/>
                </a:cubicBezTo>
                <a:cubicBezTo>
                  <a:pt x="6991" y="22050"/>
                  <a:pt x="5070" y="20129"/>
                  <a:pt x="5070" y="17760"/>
                </a:cubicBezTo>
                <a:cubicBezTo>
                  <a:pt x="5070" y="15391"/>
                  <a:pt x="6991" y="13470"/>
                  <a:pt x="9360" y="13470"/>
                </a:cubicBezTo>
                <a:cubicBezTo>
                  <a:pt x="11729" y="13470"/>
                  <a:pt x="13650" y="15391"/>
                  <a:pt x="13650" y="17760"/>
                </a:cubicBezTo>
                <a:close/>
                <a:moveTo>
                  <a:pt x="9360" y="15420"/>
                </a:moveTo>
                <a:lnTo>
                  <a:pt x="9818" y="17129"/>
                </a:lnTo>
                <a:lnTo>
                  <a:pt x="11585" y="17037"/>
                </a:lnTo>
                <a:lnTo>
                  <a:pt x="10102" y="18001"/>
                </a:lnTo>
                <a:lnTo>
                  <a:pt x="10735" y="19653"/>
                </a:lnTo>
                <a:lnTo>
                  <a:pt x="9360" y="18540"/>
                </a:lnTo>
                <a:lnTo>
                  <a:pt x="7985" y="19653"/>
                </a:lnTo>
                <a:lnTo>
                  <a:pt x="8618" y="18001"/>
                </a:lnTo>
                <a:lnTo>
                  <a:pt x="7135" y="17037"/>
                </a:lnTo>
                <a:lnTo>
                  <a:pt x="8902" y="17129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奖牌·关怀</a:t>
            </a:r>
          </a:p>
        </p:txBody>
      </p:sp>
      <p:sp>
        <p:nvSpPr>
          <p:cNvPr id="37" name="SHOW-01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680" y="6840"/>
                </a:moveTo>
                <a:lnTo>
                  <a:pt x="7020" y="6840"/>
                </a:lnTo>
                <a:lnTo>
                  <a:pt x="9360" y="12300"/>
                </a:lnTo>
                <a:lnTo>
                  <a:pt x="7020" y="12300"/>
                </a:lnTo>
                <a:close/>
                <a:moveTo>
                  <a:pt x="14040" y="6840"/>
                </a:moveTo>
                <a:lnTo>
                  <a:pt x="11700" y="6840"/>
                </a:lnTo>
                <a:lnTo>
                  <a:pt x="9360" y="12300"/>
                </a:lnTo>
                <a:lnTo>
                  <a:pt x="11700" y="12300"/>
                </a:lnTo>
                <a:close/>
                <a:moveTo>
                  <a:pt x="13650" y="17760"/>
                </a:moveTo>
                <a:cubicBezTo>
                  <a:pt x="13650" y="20129"/>
                  <a:pt x="11729" y="22050"/>
                  <a:pt x="9360" y="22050"/>
                </a:cubicBezTo>
                <a:cubicBezTo>
                  <a:pt x="6991" y="22050"/>
                  <a:pt x="5070" y="20129"/>
                  <a:pt x="5070" y="17760"/>
                </a:cubicBezTo>
                <a:cubicBezTo>
                  <a:pt x="5070" y="15391"/>
                  <a:pt x="6991" y="13470"/>
                  <a:pt x="9360" y="13470"/>
                </a:cubicBezTo>
                <a:cubicBezTo>
                  <a:pt x="11729" y="13470"/>
                  <a:pt x="13650" y="15391"/>
                  <a:pt x="13650" y="17760"/>
                </a:cubicBezTo>
                <a:close/>
                <a:moveTo>
                  <a:pt x="9360" y="15420"/>
                </a:moveTo>
                <a:lnTo>
                  <a:pt x="9818" y="17129"/>
                </a:lnTo>
                <a:lnTo>
                  <a:pt x="11585" y="17037"/>
                </a:lnTo>
                <a:lnTo>
                  <a:pt x="10102" y="18001"/>
                </a:lnTo>
                <a:lnTo>
                  <a:pt x="10735" y="19653"/>
                </a:lnTo>
                <a:lnTo>
                  <a:pt x="9360" y="18540"/>
                </a:lnTo>
                <a:lnTo>
                  <a:pt x="7985" y="19653"/>
                </a:lnTo>
                <a:lnTo>
                  <a:pt x="8618" y="18001"/>
                </a:lnTo>
                <a:lnTo>
                  <a:pt x="7135" y="17037"/>
                </a:lnTo>
                <a:lnTo>
                  <a:pt x="8902" y="17129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奖牌·协同</a:t>
            </a:r>
          </a:p>
        </p:txBody>
      </p:sp>
      <p:sp>
        <p:nvSpPr>
          <p:cNvPr id="40" name="SHOW-01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00" y="8000"/>
                </a:moveTo>
                <a:lnTo>
                  <a:pt x="14700" y="8000"/>
                </a:lnTo>
                <a:cubicBezTo>
                  <a:pt x="14866" y="8000"/>
                  <a:pt x="15000" y="8134"/>
                  <a:pt x="15000" y="8300"/>
                </a:cubicBezTo>
                <a:lnTo>
                  <a:pt x="15000" y="20700"/>
                </a:lnTo>
                <a:cubicBezTo>
                  <a:pt x="15000" y="20866"/>
                  <a:pt x="14866" y="21000"/>
                  <a:pt x="14700" y="21000"/>
                </a:cubicBezTo>
                <a:lnTo>
                  <a:pt x="9300" y="21000"/>
                </a:lnTo>
                <a:cubicBezTo>
                  <a:pt x="9134" y="21000"/>
                  <a:pt x="9000" y="20866"/>
                  <a:pt x="9000" y="20700"/>
                </a:cubicBezTo>
                <a:lnTo>
                  <a:pt x="9000" y="8300"/>
                </a:lnTo>
                <a:cubicBezTo>
                  <a:pt x="9000" y="8134"/>
                  <a:pt x="9134" y="8000"/>
                  <a:pt x="9300" y="8000"/>
                </a:cubicBezTo>
                <a:close/>
                <a:moveTo>
                  <a:pt x="15300" y="12000"/>
                </a:moveTo>
                <a:lnTo>
                  <a:pt x="20700" y="12000"/>
                </a:lnTo>
                <a:cubicBezTo>
                  <a:pt x="20866" y="12000"/>
                  <a:pt x="21000" y="12134"/>
                  <a:pt x="21000" y="12300"/>
                </a:cubicBezTo>
                <a:lnTo>
                  <a:pt x="21000" y="20700"/>
                </a:lnTo>
                <a:cubicBezTo>
                  <a:pt x="21000" y="20866"/>
                  <a:pt x="20866" y="21000"/>
                  <a:pt x="20700" y="21000"/>
                </a:cubicBezTo>
                <a:lnTo>
                  <a:pt x="15300" y="21000"/>
                </a:lnTo>
                <a:cubicBezTo>
                  <a:pt x="15134" y="21000"/>
                  <a:pt x="15000" y="20866"/>
                  <a:pt x="15000" y="20700"/>
                </a:cubicBezTo>
                <a:lnTo>
                  <a:pt x="15000" y="12300"/>
                </a:lnTo>
                <a:cubicBezTo>
                  <a:pt x="15000" y="12134"/>
                  <a:pt x="15134" y="12000"/>
                  <a:pt x="15300" y="12000"/>
                </a:cubicBezTo>
                <a:close/>
                <a:moveTo>
                  <a:pt x="3300" y="14000"/>
                </a:moveTo>
                <a:lnTo>
                  <a:pt x="8700" y="14000"/>
                </a:lnTo>
                <a:cubicBezTo>
                  <a:pt x="8866" y="14000"/>
                  <a:pt x="9000" y="14134"/>
                  <a:pt x="9000" y="14300"/>
                </a:cubicBezTo>
                <a:lnTo>
                  <a:pt x="9000" y="20700"/>
                </a:lnTo>
                <a:cubicBezTo>
                  <a:pt x="9000" y="20866"/>
                  <a:pt x="8866" y="21000"/>
                  <a:pt x="8700" y="21000"/>
                </a:cubicBezTo>
                <a:lnTo>
                  <a:pt x="3300" y="21000"/>
                </a:lnTo>
                <a:cubicBezTo>
                  <a:pt x="3134" y="21000"/>
                  <a:pt x="3000" y="20866"/>
                  <a:pt x="3000" y="20700"/>
                </a:cubicBezTo>
                <a:lnTo>
                  <a:pt x="3000" y="14300"/>
                </a:lnTo>
                <a:cubicBezTo>
                  <a:pt x="3000" y="14134"/>
                  <a:pt x="3134" y="14000"/>
                  <a:pt x="3300" y="14000"/>
                </a:cubicBezTo>
                <a:close/>
                <a:moveTo>
                  <a:pt x="11400" y="5000"/>
                </a:moveTo>
                <a:lnTo>
                  <a:pt x="12600" y="5000"/>
                </a:lnTo>
                <a:lnTo>
                  <a:pt x="12600" y="8000"/>
                </a:lnTo>
                <a:lnTo>
                  <a:pt x="11400" y="8000"/>
                </a:lnTo>
                <a:close/>
                <a:moveTo>
                  <a:pt x="11000" y="1000"/>
                </a:moveTo>
                <a:lnTo>
                  <a:pt x="13000" y="1000"/>
                </a:lnTo>
                <a:lnTo>
                  <a:pt x="12500" y="4000"/>
                </a:lnTo>
                <a:lnTo>
                  <a:pt x="11500" y="4000"/>
                </a:lnTo>
                <a:close/>
                <a:moveTo>
                  <a:pt x="2300" y="21000"/>
                </a:moveTo>
                <a:lnTo>
                  <a:pt x="21700" y="21000"/>
                </a:lnTo>
                <a:cubicBezTo>
                  <a:pt x="21866" y="21000"/>
                  <a:pt x="22000" y="21134"/>
                  <a:pt x="22000" y="213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1300"/>
                </a:lnTo>
                <a:cubicBezTo>
                  <a:pt x="2000" y="21134"/>
                  <a:pt x="2134" y="21000"/>
                  <a:pt x="23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冠军领奖台</a:t>
            </a:r>
          </a:p>
        </p:txBody>
      </p:sp>
      <p:sp>
        <p:nvSpPr>
          <p:cNvPr id="43" name="SHOW-01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254" y="11520"/>
                </a:moveTo>
                <a:lnTo>
                  <a:pt x="11466" y="11520"/>
                </a:lnTo>
                <a:cubicBezTo>
                  <a:pt x="11595" y="11520"/>
                  <a:pt x="11700" y="11625"/>
                  <a:pt x="11700" y="11754"/>
                </a:cubicBezTo>
                <a:lnTo>
                  <a:pt x="11700" y="21426"/>
                </a:lnTo>
                <a:cubicBezTo>
                  <a:pt x="11700" y="21555"/>
                  <a:pt x="11595" y="21660"/>
                  <a:pt x="11466" y="21660"/>
                </a:cubicBezTo>
                <a:lnTo>
                  <a:pt x="7254" y="21660"/>
                </a:lnTo>
                <a:cubicBezTo>
                  <a:pt x="7125" y="21660"/>
                  <a:pt x="7020" y="21555"/>
                  <a:pt x="7020" y="21426"/>
                </a:cubicBezTo>
                <a:lnTo>
                  <a:pt x="7020" y="11754"/>
                </a:lnTo>
                <a:cubicBezTo>
                  <a:pt x="7020" y="11625"/>
                  <a:pt x="7125" y="11520"/>
                  <a:pt x="7254" y="11520"/>
                </a:cubicBezTo>
                <a:close/>
                <a:moveTo>
                  <a:pt x="11934" y="14640"/>
                </a:moveTo>
                <a:lnTo>
                  <a:pt x="16146" y="14640"/>
                </a:lnTo>
                <a:cubicBezTo>
                  <a:pt x="16275" y="14640"/>
                  <a:pt x="16380" y="14745"/>
                  <a:pt x="16380" y="14874"/>
                </a:cubicBezTo>
                <a:lnTo>
                  <a:pt x="16380" y="21426"/>
                </a:lnTo>
                <a:cubicBezTo>
                  <a:pt x="16380" y="21555"/>
                  <a:pt x="16275" y="21660"/>
                  <a:pt x="16146" y="21660"/>
                </a:cubicBezTo>
                <a:lnTo>
                  <a:pt x="11934" y="21660"/>
                </a:lnTo>
                <a:cubicBezTo>
                  <a:pt x="11805" y="21660"/>
                  <a:pt x="11700" y="21555"/>
                  <a:pt x="11700" y="21426"/>
                </a:cubicBezTo>
                <a:lnTo>
                  <a:pt x="11700" y="14874"/>
                </a:lnTo>
                <a:cubicBezTo>
                  <a:pt x="11700" y="14745"/>
                  <a:pt x="11805" y="14640"/>
                  <a:pt x="11934" y="14640"/>
                </a:cubicBezTo>
                <a:close/>
                <a:moveTo>
                  <a:pt x="257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21426"/>
                </a:lnTo>
                <a:cubicBezTo>
                  <a:pt x="7020" y="21555"/>
                  <a:pt x="6915" y="21660"/>
                  <a:pt x="6786" y="21660"/>
                </a:cubicBezTo>
                <a:lnTo>
                  <a:pt x="2574" y="21660"/>
                </a:lnTo>
                <a:cubicBezTo>
                  <a:pt x="2445" y="21660"/>
                  <a:pt x="2340" y="21555"/>
                  <a:pt x="2340" y="21426"/>
                </a:cubicBezTo>
                <a:lnTo>
                  <a:pt x="2340" y="16434"/>
                </a:lnTo>
                <a:cubicBezTo>
                  <a:pt x="2340" y="16305"/>
                  <a:pt x="2445" y="16200"/>
                  <a:pt x="2574" y="16200"/>
                </a:cubicBezTo>
                <a:close/>
                <a:moveTo>
                  <a:pt x="8892" y="9180"/>
                </a:moveTo>
                <a:lnTo>
                  <a:pt x="9828" y="918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8580" y="6060"/>
                </a:moveTo>
                <a:lnTo>
                  <a:pt x="10140" y="6060"/>
                </a:lnTo>
                <a:lnTo>
                  <a:pt x="9750" y="8400"/>
                </a:lnTo>
                <a:lnTo>
                  <a:pt x="8970" y="8400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冠军领奖台·重点</a:t>
            </a:r>
          </a:p>
        </p:txBody>
      </p:sp>
      <p:sp>
        <p:nvSpPr>
          <p:cNvPr id="46" name="SHOW-01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254" y="11520"/>
                </a:moveTo>
                <a:lnTo>
                  <a:pt x="11466" y="11520"/>
                </a:lnTo>
                <a:cubicBezTo>
                  <a:pt x="11595" y="11520"/>
                  <a:pt x="11700" y="11625"/>
                  <a:pt x="11700" y="11754"/>
                </a:cubicBezTo>
                <a:lnTo>
                  <a:pt x="11700" y="21426"/>
                </a:lnTo>
                <a:cubicBezTo>
                  <a:pt x="11700" y="21555"/>
                  <a:pt x="11595" y="21660"/>
                  <a:pt x="11466" y="21660"/>
                </a:cubicBezTo>
                <a:lnTo>
                  <a:pt x="7254" y="21660"/>
                </a:lnTo>
                <a:cubicBezTo>
                  <a:pt x="7125" y="21660"/>
                  <a:pt x="7020" y="21555"/>
                  <a:pt x="7020" y="21426"/>
                </a:cubicBezTo>
                <a:lnTo>
                  <a:pt x="7020" y="11754"/>
                </a:lnTo>
                <a:cubicBezTo>
                  <a:pt x="7020" y="11625"/>
                  <a:pt x="7125" y="11520"/>
                  <a:pt x="7254" y="11520"/>
                </a:cubicBezTo>
                <a:close/>
                <a:moveTo>
                  <a:pt x="11934" y="14640"/>
                </a:moveTo>
                <a:lnTo>
                  <a:pt x="16146" y="14640"/>
                </a:lnTo>
                <a:cubicBezTo>
                  <a:pt x="16275" y="14640"/>
                  <a:pt x="16380" y="14745"/>
                  <a:pt x="16380" y="14874"/>
                </a:cubicBezTo>
                <a:lnTo>
                  <a:pt x="16380" y="21426"/>
                </a:lnTo>
                <a:cubicBezTo>
                  <a:pt x="16380" y="21555"/>
                  <a:pt x="16275" y="21660"/>
                  <a:pt x="16146" y="21660"/>
                </a:cubicBezTo>
                <a:lnTo>
                  <a:pt x="11934" y="21660"/>
                </a:lnTo>
                <a:cubicBezTo>
                  <a:pt x="11805" y="21660"/>
                  <a:pt x="11700" y="21555"/>
                  <a:pt x="11700" y="21426"/>
                </a:cubicBezTo>
                <a:lnTo>
                  <a:pt x="11700" y="14874"/>
                </a:lnTo>
                <a:cubicBezTo>
                  <a:pt x="11700" y="14745"/>
                  <a:pt x="11805" y="14640"/>
                  <a:pt x="11934" y="14640"/>
                </a:cubicBezTo>
                <a:close/>
                <a:moveTo>
                  <a:pt x="257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21426"/>
                </a:lnTo>
                <a:cubicBezTo>
                  <a:pt x="7020" y="21555"/>
                  <a:pt x="6915" y="21660"/>
                  <a:pt x="6786" y="21660"/>
                </a:cubicBezTo>
                <a:lnTo>
                  <a:pt x="2574" y="21660"/>
                </a:lnTo>
                <a:cubicBezTo>
                  <a:pt x="2445" y="21660"/>
                  <a:pt x="2340" y="21555"/>
                  <a:pt x="2340" y="21426"/>
                </a:cubicBezTo>
                <a:lnTo>
                  <a:pt x="2340" y="16434"/>
                </a:lnTo>
                <a:cubicBezTo>
                  <a:pt x="2340" y="16305"/>
                  <a:pt x="2445" y="16200"/>
                  <a:pt x="2574" y="16200"/>
                </a:cubicBezTo>
                <a:close/>
                <a:moveTo>
                  <a:pt x="8892" y="9180"/>
                </a:moveTo>
                <a:lnTo>
                  <a:pt x="9828" y="918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8580" y="6060"/>
                </a:moveTo>
                <a:lnTo>
                  <a:pt x="10140" y="6060"/>
                </a:lnTo>
                <a:lnTo>
                  <a:pt x="9750" y="8400"/>
                </a:lnTo>
                <a:lnTo>
                  <a:pt x="8970" y="8400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冠军领奖台·已验证</a:t>
            </a:r>
          </a:p>
        </p:txBody>
      </p:sp>
      <p:sp>
        <p:nvSpPr>
          <p:cNvPr id="49" name="SHOW-01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254" y="11520"/>
                </a:moveTo>
                <a:lnTo>
                  <a:pt x="11466" y="11520"/>
                </a:lnTo>
                <a:cubicBezTo>
                  <a:pt x="11595" y="11520"/>
                  <a:pt x="11700" y="11625"/>
                  <a:pt x="11700" y="11754"/>
                </a:cubicBezTo>
                <a:lnTo>
                  <a:pt x="11700" y="21426"/>
                </a:lnTo>
                <a:cubicBezTo>
                  <a:pt x="11700" y="21555"/>
                  <a:pt x="11595" y="21660"/>
                  <a:pt x="11466" y="21660"/>
                </a:cubicBezTo>
                <a:lnTo>
                  <a:pt x="7254" y="21660"/>
                </a:lnTo>
                <a:cubicBezTo>
                  <a:pt x="7125" y="21660"/>
                  <a:pt x="7020" y="21555"/>
                  <a:pt x="7020" y="21426"/>
                </a:cubicBezTo>
                <a:lnTo>
                  <a:pt x="7020" y="11754"/>
                </a:lnTo>
                <a:cubicBezTo>
                  <a:pt x="7020" y="11625"/>
                  <a:pt x="7125" y="11520"/>
                  <a:pt x="7254" y="11520"/>
                </a:cubicBezTo>
                <a:close/>
                <a:moveTo>
                  <a:pt x="11934" y="14640"/>
                </a:moveTo>
                <a:lnTo>
                  <a:pt x="16146" y="14640"/>
                </a:lnTo>
                <a:cubicBezTo>
                  <a:pt x="16275" y="14640"/>
                  <a:pt x="16380" y="14745"/>
                  <a:pt x="16380" y="14874"/>
                </a:cubicBezTo>
                <a:lnTo>
                  <a:pt x="16380" y="21426"/>
                </a:lnTo>
                <a:cubicBezTo>
                  <a:pt x="16380" y="21555"/>
                  <a:pt x="16275" y="21660"/>
                  <a:pt x="16146" y="21660"/>
                </a:cubicBezTo>
                <a:lnTo>
                  <a:pt x="11934" y="21660"/>
                </a:lnTo>
                <a:cubicBezTo>
                  <a:pt x="11805" y="21660"/>
                  <a:pt x="11700" y="21555"/>
                  <a:pt x="11700" y="21426"/>
                </a:cubicBezTo>
                <a:lnTo>
                  <a:pt x="11700" y="14874"/>
                </a:lnTo>
                <a:cubicBezTo>
                  <a:pt x="11700" y="14745"/>
                  <a:pt x="11805" y="14640"/>
                  <a:pt x="11934" y="14640"/>
                </a:cubicBezTo>
                <a:close/>
                <a:moveTo>
                  <a:pt x="257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21426"/>
                </a:lnTo>
                <a:cubicBezTo>
                  <a:pt x="7020" y="21555"/>
                  <a:pt x="6915" y="21660"/>
                  <a:pt x="6786" y="21660"/>
                </a:cubicBezTo>
                <a:lnTo>
                  <a:pt x="2574" y="21660"/>
                </a:lnTo>
                <a:cubicBezTo>
                  <a:pt x="2445" y="21660"/>
                  <a:pt x="2340" y="21555"/>
                  <a:pt x="2340" y="21426"/>
                </a:cubicBezTo>
                <a:lnTo>
                  <a:pt x="2340" y="16434"/>
                </a:lnTo>
                <a:cubicBezTo>
                  <a:pt x="2340" y="16305"/>
                  <a:pt x="2445" y="16200"/>
                  <a:pt x="2574" y="16200"/>
                </a:cubicBezTo>
                <a:close/>
                <a:moveTo>
                  <a:pt x="8892" y="9180"/>
                </a:moveTo>
                <a:lnTo>
                  <a:pt x="9828" y="918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8580" y="6060"/>
                </a:moveTo>
                <a:lnTo>
                  <a:pt x="10140" y="6060"/>
                </a:lnTo>
                <a:lnTo>
                  <a:pt x="9750" y="8400"/>
                </a:lnTo>
                <a:lnTo>
                  <a:pt x="8970" y="8400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冠军领奖台·上升</a:t>
            </a:r>
          </a:p>
        </p:txBody>
      </p:sp>
      <p:sp>
        <p:nvSpPr>
          <p:cNvPr id="52" name="SHOW-01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254" y="11520"/>
                </a:moveTo>
                <a:lnTo>
                  <a:pt x="11466" y="11520"/>
                </a:lnTo>
                <a:cubicBezTo>
                  <a:pt x="11595" y="11520"/>
                  <a:pt x="11700" y="11625"/>
                  <a:pt x="11700" y="11754"/>
                </a:cubicBezTo>
                <a:lnTo>
                  <a:pt x="11700" y="21426"/>
                </a:lnTo>
                <a:cubicBezTo>
                  <a:pt x="11700" y="21555"/>
                  <a:pt x="11595" y="21660"/>
                  <a:pt x="11466" y="21660"/>
                </a:cubicBezTo>
                <a:lnTo>
                  <a:pt x="7254" y="21660"/>
                </a:lnTo>
                <a:cubicBezTo>
                  <a:pt x="7125" y="21660"/>
                  <a:pt x="7020" y="21555"/>
                  <a:pt x="7020" y="21426"/>
                </a:cubicBezTo>
                <a:lnTo>
                  <a:pt x="7020" y="11754"/>
                </a:lnTo>
                <a:cubicBezTo>
                  <a:pt x="7020" y="11625"/>
                  <a:pt x="7125" y="11520"/>
                  <a:pt x="7254" y="11520"/>
                </a:cubicBezTo>
                <a:close/>
                <a:moveTo>
                  <a:pt x="11934" y="14640"/>
                </a:moveTo>
                <a:lnTo>
                  <a:pt x="16146" y="14640"/>
                </a:lnTo>
                <a:cubicBezTo>
                  <a:pt x="16275" y="14640"/>
                  <a:pt x="16380" y="14745"/>
                  <a:pt x="16380" y="14874"/>
                </a:cubicBezTo>
                <a:lnTo>
                  <a:pt x="16380" y="21426"/>
                </a:lnTo>
                <a:cubicBezTo>
                  <a:pt x="16380" y="21555"/>
                  <a:pt x="16275" y="21660"/>
                  <a:pt x="16146" y="21660"/>
                </a:cubicBezTo>
                <a:lnTo>
                  <a:pt x="11934" y="21660"/>
                </a:lnTo>
                <a:cubicBezTo>
                  <a:pt x="11805" y="21660"/>
                  <a:pt x="11700" y="21555"/>
                  <a:pt x="11700" y="21426"/>
                </a:cubicBezTo>
                <a:lnTo>
                  <a:pt x="11700" y="14874"/>
                </a:lnTo>
                <a:cubicBezTo>
                  <a:pt x="11700" y="14745"/>
                  <a:pt x="11805" y="14640"/>
                  <a:pt x="11934" y="14640"/>
                </a:cubicBezTo>
                <a:close/>
                <a:moveTo>
                  <a:pt x="257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21426"/>
                </a:lnTo>
                <a:cubicBezTo>
                  <a:pt x="7020" y="21555"/>
                  <a:pt x="6915" y="21660"/>
                  <a:pt x="6786" y="21660"/>
                </a:cubicBezTo>
                <a:lnTo>
                  <a:pt x="2574" y="21660"/>
                </a:lnTo>
                <a:cubicBezTo>
                  <a:pt x="2445" y="21660"/>
                  <a:pt x="2340" y="21555"/>
                  <a:pt x="2340" y="21426"/>
                </a:cubicBezTo>
                <a:lnTo>
                  <a:pt x="2340" y="16434"/>
                </a:lnTo>
                <a:cubicBezTo>
                  <a:pt x="2340" y="16305"/>
                  <a:pt x="2445" y="16200"/>
                  <a:pt x="2574" y="16200"/>
                </a:cubicBezTo>
                <a:close/>
                <a:moveTo>
                  <a:pt x="8892" y="9180"/>
                </a:moveTo>
                <a:lnTo>
                  <a:pt x="9828" y="918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8580" y="6060"/>
                </a:moveTo>
                <a:lnTo>
                  <a:pt x="10140" y="6060"/>
                </a:lnTo>
                <a:lnTo>
                  <a:pt x="9750" y="8400"/>
                </a:lnTo>
                <a:lnTo>
                  <a:pt x="8970" y="8400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冠军领奖台·关怀</a:t>
            </a:r>
          </a:p>
        </p:txBody>
      </p:sp>
      <p:sp>
        <p:nvSpPr>
          <p:cNvPr id="55" name="SHOW-01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7254" y="11520"/>
                </a:moveTo>
                <a:lnTo>
                  <a:pt x="11466" y="11520"/>
                </a:lnTo>
                <a:cubicBezTo>
                  <a:pt x="11595" y="11520"/>
                  <a:pt x="11700" y="11625"/>
                  <a:pt x="11700" y="11754"/>
                </a:cubicBezTo>
                <a:lnTo>
                  <a:pt x="11700" y="21426"/>
                </a:lnTo>
                <a:cubicBezTo>
                  <a:pt x="11700" y="21555"/>
                  <a:pt x="11595" y="21660"/>
                  <a:pt x="11466" y="21660"/>
                </a:cubicBezTo>
                <a:lnTo>
                  <a:pt x="7254" y="21660"/>
                </a:lnTo>
                <a:cubicBezTo>
                  <a:pt x="7125" y="21660"/>
                  <a:pt x="7020" y="21555"/>
                  <a:pt x="7020" y="21426"/>
                </a:cubicBezTo>
                <a:lnTo>
                  <a:pt x="7020" y="11754"/>
                </a:lnTo>
                <a:cubicBezTo>
                  <a:pt x="7020" y="11625"/>
                  <a:pt x="7125" y="11520"/>
                  <a:pt x="7254" y="11520"/>
                </a:cubicBezTo>
                <a:close/>
                <a:moveTo>
                  <a:pt x="11934" y="14640"/>
                </a:moveTo>
                <a:lnTo>
                  <a:pt x="16146" y="14640"/>
                </a:lnTo>
                <a:cubicBezTo>
                  <a:pt x="16275" y="14640"/>
                  <a:pt x="16380" y="14745"/>
                  <a:pt x="16380" y="14874"/>
                </a:cubicBezTo>
                <a:lnTo>
                  <a:pt x="16380" y="21426"/>
                </a:lnTo>
                <a:cubicBezTo>
                  <a:pt x="16380" y="21555"/>
                  <a:pt x="16275" y="21660"/>
                  <a:pt x="16146" y="21660"/>
                </a:cubicBezTo>
                <a:lnTo>
                  <a:pt x="11934" y="21660"/>
                </a:lnTo>
                <a:cubicBezTo>
                  <a:pt x="11805" y="21660"/>
                  <a:pt x="11700" y="21555"/>
                  <a:pt x="11700" y="21426"/>
                </a:cubicBezTo>
                <a:lnTo>
                  <a:pt x="11700" y="14874"/>
                </a:lnTo>
                <a:cubicBezTo>
                  <a:pt x="11700" y="14745"/>
                  <a:pt x="11805" y="14640"/>
                  <a:pt x="11934" y="14640"/>
                </a:cubicBezTo>
                <a:close/>
                <a:moveTo>
                  <a:pt x="257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21426"/>
                </a:lnTo>
                <a:cubicBezTo>
                  <a:pt x="7020" y="21555"/>
                  <a:pt x="6915" y="21660"/>
                  <a:pt x="6786" y="21660"/>
                </a:cubicBezTo>
                <a:lnTo>
                  <a:pt x="2574" y="21660"/>
                </a:lnTo>
                <a:cubicBezTo>
                  <a:pt x="2445" y="21660"/>
                  <a:pt x="2340" y="21555"/>
                  <a:pt x="2340" y="21426"/>
                </a:cubicBezTo>
                <a:lnTo>
                  <a:pt x="2340" y="16434"/>
                </a:lnTo>
                <a:cubicBezTo>
                  <a:pt x="2340" y="16305"/>
                  <a:pt x="2445" y="16200"/>
                  <a:pt x="2574" y="16200"/>
                </a:cubicBezTo>
                <a:close/>
                <a:moveTo>
                  <a:pt x="8892" y="9180"/>
                </a:moveTo>
                <a:lnTo>
                  <a:pt x="9828" y="9180"/>
                </a:lnTo>
                <a:lnTo>
                  <a:pt x="9828" y="11520"/>
                </a:lnTo>
                <a:lnTo>
                  <a:pt x="8892" y="11520"/>
                </a:lnTo>
                <a:close/>
                <a:moveTo>
                  <a:pt x="8580" y="6060"/>
                </a:moveTo>
                <a:lnTo>
                  <a:pt x="10140" y="6060"/>
                </a:lnTo>
                <a:lnTo>
                  <a:pt x="9750" y="8400"/>
                </a:lnTo>
                <a:lnTo>
                  <a:pt x="8970" y="8400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冠军领奖台·协同</a:t>
            </a:r>
          </a:p>
        </p:txBody>
      </p:sp>
      <p:sp>
        <p:nvSpPr>
          <p:cNvPr id="58" name="SHOW-01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0" y="4000"/>
                </a:moveTo>
                <a:lnTo>
                  <a:pt x="21200" y="4000"/>
                </a:lnTo>
                <a:cubicBezTo>
                  <a:pt x="21642" y="4000"/>
                  <a:pt x="22000" y="4358"/>
                  <a:pt x="22000" y="4800"/>
                </a:cubicBezTo>
                <a:lnTo>
                  <a:pt x="22000" y="16200"/>
                </a:lnTo>
                <a:cubicBezTo>
                  <a:pt x="22000" y="16642"/>
                  <a:pt x="21642" y="17000"/>
                  <a:pt x="21200" y="17000"/>
                </a:cubicBezTo>
                <a:lnTo>
                  <a:pt x="2800" y="17000"/>
                </a:lnTo>
                <a:cubicBezTo>
                  <a:pt x="2358" y="17000"/>
                  <a:pt x="2000" y="16642"/>
                  <a:pt x="2000" y="16200"/>
                </a:cubicBezTo>
                <a:lnTo>
                  <a:pt x="2000" y="4800"/>
                </a:lnTo>
                <a:cubicBezTo>
                  <a:pt x="2000" y="4358"/>
                  <a:pt x="2358" y="4000"/>
                  <a:pt x="2800" y="4000"/>
                </a:cubicBezTo>
                <a:close/>
                <a:moveTo>
                  <a:pt x="2200" y="14000"/>
                </a:moveTo>
                <a:lnTo>
                  <a:pt x="21800" y="14000"/>
                </a:lnTo>
                <a:cubicBezTo>
                  <a:pt x="21910" y="14000"/>
                  <a:pt x="22000" y="14090"/>
                  <a:pt x="22000" y="14200"/>
                </a:cubicBezTo>
                <a:lnTo>
                  <a:pt x="22000" y="14800"/>
                </a:lnTo>
                <a:cubicBezTo>
                  <a:pt x="22000" y="14910"/>
                  <a:pt x="21910" y="15000"/>
                  <a:pt x="21800" y="15000"/>
                </a:cubicBezTo>
                <a:lnTo>
                  <a:pt x="2200" y="15000"/>
                </a:lnTo>
                <a:cubicBezTo>
                  <a:pt x="2090" y="15000"/>
                  <a:pt x="2000" y="14910"/>
                  <a:pt x="2000" y="14800"/>
                </a:cubicBezTo>
                <a:lnTo>
                  <a:pt x="2000" y="14200"/>
                </a:lnTo>
                <a:cubicBezTo>
                  <a:pt x="2000" y="14090"/>
                  <a:pt x="2090" y="14000"/>
                  <a:pt x="2200" y="14000"/>
                </a:cubicBezTo>
                <a:close/>
                <a:moveTo>
                  <a:pt x="11300" y="17000"/>
                </a:moveTo>
                <a:lnTo>
                  <a:pt x="12700" y="17000"/>
                </a:lnTo>
                <a:cubicBezTo>
                  <a:pt x="12866" y="17000"/>
                  <a:pt x="13000" y="17134"/>
                  <a:pt x="13000" y="17300"/>
                </a:cubicBezTo>
                <a:lnTo>
                  <a:pt x="13000" y="20700"/>
                </a:lnTo>
                <a:cubicBezTo>
                  <a:pt x="13000" y="20866"/>
                  <a:pt x="12866" y="21000"/>
                  <a:pt x="12700" y="21000"/>
                </a:cubicBezTo>
                <a:lnTo>
                  <a:pt x="11300" y="21000"/>
                </a:lnTo>
                <a:cubicBezTo>
                  <a:pt x="11134" y="21000"/>
                  <a:pt x="11000" y="20866"/>
                  <a:pt x="11000" y="20700"/>
                </a:cubicBezTo>
                <a:lnTo>
                  <a:pt x="11000" y="17300"/>
                </a:lnTo>
                <a:cubicBezTo>
                  <a:pt x="11000" y="17134"/>
                  <a:pt x="11134" y="17000"/>
                  <a:pt x="11300" y="17000"/>
                </a:cubicBezTo>
                <a:close/>
                <a:moveTo>
                  <a:pt x="8300" y="21000"/>
                </a:moveTo>
                <a:lnTo>
                  <a:pt x="15700" y="21000"/>
                </a:lnTo>
                <a:cubicBezTo>
                  <a:pt x="15866" y="21000"/>
                  <a:pt x="16000" y="21134"/>
                  <a:pt x="16000" y="21300"/>
                </a:cubicBezTo>
                <a:lnTo>
                  <a:pt x="16000" y="21700"/>
                </a:lnTo>
                <a:cubicBezTo>
                  <a:pt x="16000" y="21866"/>
                  <a:pt x="15866" y="22000"/>
                  <a:pt x="15700" y="22000"/>
                </a:cubicBezTo>
                <a:lnTo>
                  <a:pt x="8300" y="22000"/>
                </a:lnTo>
                <a:cubicBezTo>
                  <a:pt x="8134" y="22000"/>
                  <a:pt x="8000" y="21866"/>
                  <a:pt x="8000" y="21700"/>
                </a:cubicBezTo>
                <a:lnTo>
                  <a:pt x="8000" y="21300"/>
                </a:lnTo>
                <a:cubicBezTo>
                  <a:pt x="8000" y="21134"/>
                  <a:pt x="8134" y="21000"/>
                  <a:pt x="8300" y="21000"/>
                </a:cubicBezTo>
                <a:close/>
                <a:moveTo>
                  <a:pt x="6300" y="11000"/>
                </a:moveTo>
                <a:lnTo>
                  <a:pt x="7700" y="11000"/>
                </a:lnTo>
                <a:cubicBezTo>
                  <a:pt x="7866" y="11000"/>
                  <a:pt x="8000" y="11134"/>
                  <a:pt x="8000" y="11300"/>
                </a:cubicBezTo>
                <a:lnTo>
                  <a:pt x="8000" y="14700"/>
                </a:lnTo>
                <a:cubicBezTo>
                  <a:pt x="8000" y="14866"/>
                  <a:pt x="7866" y="15000"/>
                  <a:pt x="7700" y="15000"/>
                </a:cubicBezTo>
                <a:lnTo>
                  <a:pt x="6300" y="15000"/>
                </a:lnTo>
                <a:cubicBezTo>
                  <a:pt x="6134" y="15000"/>
                  <a:pt x="6000" y="14866"/>
                  <a:pt x="6000" y="14700"/>
                </a:cubicBezTo>
                <a:lnTo>
                  <a:pt x="6000" y="11300"/>
                </a:lnTo>
                <a:cubicBezTo>
                  <a:pt x="6000" y="11134"/>
                  <a:pt x="6134" y="11000"/>
                  <a:pt x="6300" y="11000"/>
                </a:cubicBezTo>
                <a:close/>
                <a:moveTo>
                  <a:pt x="10300" y="9000"/>
                </a:moveTo>
                <a:lnTo>
                  <a:pt x="11700" y="9000"/>
                </a:lnTo>
                <a:cubicBezTo>
                  <a:pt x="11866" y="9000"/>
                  <a:pt x="12000" y="9134"/>
                  <a:pt x="12000" y="9300"/>
                </a:cubicBezTo>
                <a:lnTo>
                  <a:pt x="12000" y="14700"/>
                </a:lnTo>
                <a:cubicBezTo>
                  <a:pt x="12000" y="14866"/>
                  <a:pt x="11866" y="15000"/>
                  <a:pt x="11700" y="15000"/>
                </a:cubicBezTo>
                <a:lnTo>
                  <a:pt x="10300" y="15000"/>
                </a:lnTo>
                <a:cubicBezTo>
                  <a:pt x="10134" y="15000"/>
                  <a:pt x="10000" y="14866"/>
                  <a:pt x="10000" y="14700"/>
                </a:cubicBezTo>
                <a:lnTo>
                  <a:pt x="10000" y="9300"/>
                </a:lnTo>
                <a:cubicBezTo>
                  <a:pt x="10000" y="9134"/>
                  <a:pt x="10134" y="9000"/>
                  <a:pt x="10300" y="9000"/>
                </a:cubicBezTo>
                <a:close/>
                <a:moveTo>
                  <a:pt x="14300" y="7000"/>
                </a:moveTo>
                <a:lnTo>
                  <a:pt x="15700" y="7000"/>
                </a:lnTo>
                <a:cubicBezTo>
                  <a:pt x="15866" y="7000"/>
                  <a:pt x="16000" y="7134"/>
                  <a:pt x="16000" y="7300"/>
                </a:cubicBezTo>
                <a:lnTo>
                  <a:pt x="16000" y="14700"/>
                </a:lnTo>
                <a:cubicBezTo>
                  <a:pt x="16000" y="14866"/>
                  <a:pt x="15866" y="15000"/>
                  <a:pt x="15700" y="15000"/>
                </a:cubicBezTo>
                <a:lnTo>
                  <a:pt x="14300" y="15000"/>
                </a:lnTo>
                <a:cubicBezTo>
                  <a:pt x="14134" y="15000"/>
                  <a:pt x="14000" y="14866"/>
                  <a:pt x="14000" y="14700"/>
                </a:cubicBezTo>
                <a:lnTo>
                  <a:pt x="14000" y="7300"/>
                </a:lnTo>
                <a:cubicBezTo>
                  <a:pt x="14000" y="7134"/>
                  <a:pt x="14134" y="7000"/>
                  <a:pt x="14300" y="7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演示文稿</a:t>
            </a:r>
          </a:p>
        </p:txBody>
      </p:sp>
      <p:sp>
        <p:nvSpPr>
          <p:cNvPr id="61" name="SHOW-02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17916"/>
                </a:lnTo>
                <a:cubicBezTo>
                  <a:pt x="17160" y="18261"/>
                  <a:pt x="16881" y="18540"/>
                  <a:pt x="16536" y="18540"/>
                </a:cubicBezTo>
                <a:lnTo>
                  <a:pt x="2184" y="18540"/>
                </a:lnTo>
                <a:cubicBezTo>
                  <a:pt x="1839" y="18540"/>
                  <a:pt x="1560" y="18261"/>
                  <a:pt x="1560" y="1791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1716" y="16200"/>
                </a:moveTo>
                <a:lnTo>
                  <a:pt x="17004" y="16200"/>
                </a:lnTo>
                <a:cubicBezTo>
                  <a:pt x="17090" y="16200"/>
                  <a:pt x="17160" y="16270"/>
                  <a:pt x="17160" y="16356"/>
                </a:cubicBezTo>
                <a:lnTo>
                  <a:pt x="17160" y="16824"/>
                </a:lnTo>
                <a:cubicBezTo>
                  <a:pt x="17160" y="16910"/>
                  <a:pt x="17090" y="16980"/>
                  <a:pt x="17004" y="16980"/>
                </a:cubicBezTo>
                <a:lnTo>
                  <a:pt x="1716" y="16980"/>
                </a:lnTo>
                <a:cubicBezTo>
                  <a:pt x="1630" y="16980"/>
                  <a:pt x="1560" y="16910"/>
                  <a:pt x="1560" y="16824"/>
                </a:cubicBezTo>
                <a:lnTo>
                  <a:pt x="1560" y="16356"/>
                </a:lnTo>
                <a:cubicBezTo>
                  <a:pt x="1560" y="16270"/>
                  <a:pt x="1630" y="16200"/>
                  <a:pt x="1716" y="16200"/>
                </a:cubicBezTo>
                <a:close/>
                <a:moveTo>
                  <a:pt x="8814" y="18540"/>
                </a:moveTo>
                <a:lnTo>
                  <a:pt x="9906" y="18540"/>
                </a:lnTo>
                <a:cubicBezTo>
                  <a:pt x="10035" y="18540"/>
                  <a:pt x="10140" y="18645"/>
                  <a:pt x="10140" y="18774"/>
                </a:cubicBezTo>
                <a:lnTo>
                  <a:pt x="10140" y="21426"/>
                </a:lnTo>
                <a:cubicBezTo>
                  <a:pt x="10140" y="21555"/>
                  <a:pt x="10035" y="21660"/>
                  <a:pt x="990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18774"/>
                </a:lnTo>
                <a:cubicBezTo>
                  <a:pt x="8580" y="18645"/>
                  <a:pt x="8685" y="18540"/>
                  <a:pt x="8814" y="18540"/>
                </a:cubicBez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4914" y="13860"/>
                </a:moveTo>
                <a:lnTo>
                  <a:pt x="6006" y="13860"/>
                </a:lnTo>
                <a:cubicBezTo>
                  <a:pt x="6135" y="13860"/>
                  <a:pt x="6240" y="13965"/>
                  <a:pt x="6240" y="14094"/>
                </a:cubicBezTo>
                <a:lnTo>
                  <a:pt x="6240" y="16746"/>
                </a:lnTo>
                <a:cubicBezTo>
                  <a:pt x="6240" y="16875"/>
                  <a:pt x="6135" y="16980"/>
                  <a:pt x="6006" y="16980"/>
                </a:cubicBezTo>
                <a:lnTo>
                  <a:pt x="4914" y="16980"/>
                </a:lnTo>
                <a:cubicBezTo>
                  <a:pt x="4785" y="16980"/>
                  <a:pt x="4680" y="16875"/>
                  <a:pt x="4680" y="16746"/>
                </a:cubicBezTo>
                <a:lnTo>
                  <a:pt x="4680" y="14094"/>
                </a:lnTo>
                <a:cubicBezTo>
                  <a:pt x="4680" y="13965"/>
                  <a:pt x="4785" y="13860"/>
                  <a:pt x="4914" y="13860"/>
                </a:cubicBezTo>
                <a:close/>
                <a:moveTo>
                  <a:pt x="8034" y="12300"/>
                </a:moveTo>
                <a:lnTo>
                  <a:pt x="9126" y="12300"/>
                </a:lnTo>
                <a:cubicBezTo>
                  <a:pt x="9255" y="12300"/>
                  <a:pt x="9360" y="12405"/>
                  <a:pt x="9360" y="12534"/>
                </a:cubicBezTo>
                <a:lnTo>
                  <a:pt x="9360" y="16746"/>
                </a:lnTo>
                <a:cubicBezTo>
                  <a:pt x="9360" y="16875"/>
                  <a:pt x="9255" y="16980"/>
                  <a:pt x="9126" y="16980"/>
                </a:cubicBezTo>
                <a:lnTo>
                  <a:pt x="8034" y="16980"/>
                </a:lnTo>
                <a:cubicBezTo>
                  <a:pt x="7905" y="16980"/>
                  <a:pt x="7800" y="16875"/>
                  <a:pt x="7800" y="16746"/>
                </a:cubicBezTo>
                <a:lnTo>
                  <a:pt x="7800" y="12534"/>
                </a:lnTo>
                <a:cubicBezTo>
                  <a:pt x="7800" y="12405"/>
                  <a:pt x="7905" y="12300"/>
                  <a:pt x="8034" y="12300"/>
                </a:cubicBezTo>
                <a:close/>
                <a:moveTo>
                  <a:pt x="1115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6746"/>
                </a:lnTo>
                <a:cubicBezTo>
                  <a:pt x="12480" y="16875"/>
                  <a:pt x="12375" y="16980"/>
                  <a:pt x="12246" y="16980"/>
                </a:cubicBezTo>
                <a:lnTo>
                  <a:pt x="11154" y="16980"/>
                </a:lnTo>
                <a:cubicBezTo>
                  <a:pt x="11025" y="16980"/>
                  <a:pt x="10920" y="16875"/>
                  <a:pt x="10920" y="16746"/>
                </a:cubicBezTo>
                <a:lnTo>
                  <a:pt x="10920" y="10974"/>
                </a:lnTo>
                <a:cubicBezTo>
                  <a:pt x="10920" y="10845"/>
                  <a:pt x="11025" y="10740"/>
                  <a:pt x="11154" y="1074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演示文稿·重点</a:t>
            </a:r>
          </a:p>
        </p:txBody>
      </p:sp>
      <p:sp>
        <p:nvSpPr>
          <p:cNvPr id="64" name="SHOW-02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17916"/>
                </a:lnTo>
                <a:cubicBezTo>
                  <a:pt x="17160" y="18261"/>
                  <a:pt x="16881" y="18540"/>
                  <a:pt x="16536" y="18540"/>
                </a:cubicBezTo>
                <a:lnTo>
                  <a:pt x="2184" y="18540"/>
                </a:lnTo>
                <a:cubicBezTo>
                  <a:pt x="1839" y="18540"/>
                  <a:pt x="1560" y="18261"/>
                  <a:pt x="1560" y="1791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1716" y="16200"/>
                </a:moveTo>
                <a:lnTo>
                  <a:pt x="17004" y="16200"/>
                </a:lnTo>
                <a:cubicBezTo>
                  <a:pt x="17090" y="16200"/>
                  <a:pt x="17160" y="16270"/>
                  <a:pt x="17160" y="16356"/>
                </a:cubicBezTo>
                <a:lnTo>
                  <a:pt x="17160" y="16824"/>
                </a:lnTo>
                <a:cubicBezTo>
                  <a:pt x="17160" y="16910"/>
                  <a:pt x="17090" y="16980"/>
                  <a:pt x="17004" y="16980"/>
                </a:cubicBezTo>
                <a:lnTo>
                  <a:pt x="1716" y="16980"/>
                </a:lnTo>
                <a:cubicBezTo>
                  <a:pt x="1630" y="16980"/>
                  <a:pt x="1560" y="16910"/>
                  <a:pt x="1560" y="16824"/>
                </a:cubicBezTo>
                <a:lnTo>
                  <a:pt x="1560" y="16356"/>
                </a:lnTo>
                <a:cubicBezTo>
                  <a:pt x="1560" y="16270"/>
                  <a:pt x="1630" y="16200"/>
                  <a:pt x="1716" y="16200"/>
                </a:cubicBezTo>
                <a:close/>
                <a:moveTo>
                  <a:pt x="8814" y="18540"/>
                </a:moveTo>
                <a:lnTo>
                  <a:pt x="9906" y="18540"/>
                </a:lnTo>
                <a:cubicBezTo>
                  <a:pt x="10035" y="18540"/>
                  <a:pt x="10140" y="18645"/>
                  <a:pt x="10140" y="18774"/>
                </a:cubicBezTo>
                <a:lnTo>
                  <a:pt x="10140" y="21426"/>
                </a:lnTo>
                <a:cubicBezTo>
                  <a:pt x="10140" y="21555"/>
                  <a:pt x="10035" y="21660"/>
                  <a:pt x="990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18774"/>
                </a:lnTo>
                <a:cubicBezTo>
                  <a:pt x="8580" y="18645"/>
                  <a:pt x="8685" y="18540"/>
                  <a:pt x="8814" y="18540"/>
                </a:cubicBez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4914" y="13860"/>
                </a:moveTo>
                <a:lnTo>
                  <a:pt x="6006" y="13860"/>
                </a:lnTo>
                <a:cubicBezTo>
                  <a:pt x="6135" y="13860"/>
                  <a:pt x="6240" y="13965"/>
                  <a:pt x="6240" y="14094"/>
                </a:cubicBezTo>
                <a:lnTo>
                  <a:pt x="6240" y="16746"/>
                </a:lnTo>
                <a:cubicBezTo>
                  <a:pt x="6240" y="16875"/>
                  <a:pt x="6135" y="16980"/>
                  <a:pt x="6006" y="16980"/>
                </a:cubicBezTo>
                <a:lnTo>
                  <a:pt x="4914" y="16980"/>
                </a:lnTo>
                <a:cubicBezTo>
                  <a:pt x="4785" y="16980"/>
                  <a:pt x="4680" y="16875"/>
                  <a:pt x="4680" y="16746"/>
                </a:cubicBezTo>
                <a:lnTo>
                  <a:pt x="4680" y="14094"/>
                </a:lnTo>
                <a:cubicBezTo>
                  <a:pt x="4680" y="13965"/>
                  <a:pt x="4785" y="13860"/>
                  <a:pt x="4914" y="13860"/>
                </a:cubicBezTo>
                <a:close/>
                <a:moveTo>
                  <a:pt x="8034" y="12300"/>
                </a:moveTo>
                <a:lnTo>
                  <a:pt x="9126" y="12300"/>
                </a:lnTo>
                <a:cubicBezTo>
                  <a:pt x="9255" y="12300"/>
                  <a:pt x="9360" y="12405"/>
                  <a:pt x="9360" y="12534"/>
                </a:cubicBezTo>
                <a:lnTo>
                  <a:pt x="9360" y="16746"/>
                </a:lnTo>
                <a:cubicBezTo>
                  <a:pt x="9360" y="16875"/>
                  <a:pt x="9255" y="16980"/>
                  <a:pt x="9126" y="16980"/>
                </a:cubicBezTo>
                <a:lnTo>
                  <a:pt x="8034" y="16980"/>
                </a:lnTo>
                <a:cubicBezTo>
                  <a:pt x="7905" y="16980"/>
                  <a:pt x="7800" y="16875"/>
                  <a:pt x="7800" y="16746"/>
                </a:cubicBezTo>
                <a:lnTo>
                  <a:pt x="7800" y="12534"/>
                </a:lnTo>
                <a:cubicBezTo>
                  <a:pt x="7800" y="12405"/>
                  <a:pt x="7905" y="12300"/>
                  <a:pt x="8034" y="12300"/>
                </a:cubicBezTo>
                <a:close/>
                <a:moveTo>
                  <a:pt x="1115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6746"/>
                </a:lnTo>
                <a:cubicBezTo>
                  <a:pt x="12480" y="16875"/>
                  <a:pt x="12375" y="16980"/>
                  <a:pt x="12246" y="16980"/>
                </a:cubicBezTo>
                <a:lnTo>
                  <a:pt x="11154" y="16980"/>
                </a:lnTo>
                <a:cubicBezTo>
                  <a:pt x="11025" y="16980"/>
                  <a:pt x="10920" y="16875"/>
                  <a:pt x="10920" y="16746"/>
                </a:cubicBezTo>
                <a:lnTo>
                  <a:pt x="10920" y="10974"/>
                </a:lnTo>
                <a:cubicBezTo>
                  <a:pt x="10920" y="10845"/>
                  <a:pt x="11025" y="10740"/>
                  <a:pt x="11154" y="1074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演示文稿·已验证</a:t>
            </a:r>
          </a:p>
        </p:txBody>
      </p:sp>
      <p:sp>
        <p:nvSpPr>
          <p:cNvPr id="67" name="SHOW-02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17916"/>
                </a:lnTo>
                <a:cubicBezTo>
                  <a:pt x="17160" y="18261"/>
                  <a:pt x="16881" y="18540"/>
                  <a:pt x="16536" y="18540"/>
                </a:cubicBezTo>
                <a:lnTo>
                  <a:pt x="2184" y="18540"/>
                </a:lnTo>
                <a:cubicBezTo>
                  <a:pt x="1839" y="18540"/>
                  <a:pt x="1560" y="18261"/>
                  <a:pt x="1560" y="1791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1716" y="16200"/>
                </a:moveTo>
                <a:lnTo>
                  <a:pt x="17004" y="16200"/>
                </a:lnTo>
                <a:cubicBezTo>
                  <a:pt x="17090" y="16200"/>
                  <a:pt x="17160" y="16270"/>
                  <a:pt x="17160" y="16356"/>
                </a:cubicBezTo>
                <a:lnTo>
                  <a:pt x="17160" y="16824"/>
                </a:lnTo>
                <a:cubicBezTo>
                  <a:pt x="17160" y="16910"/>
                  <a:pt x="17090" y="16980"/>
                  <a:pt x="17004" y="16980"/>
                </a:cubicBezTo>
                <a:lnTo>
                  <a:pt x="1716" y="16980"/>
                </a:lnTo>
                <a:cubicBezTo>
                  <a:pt x="1630" y="16980"/>
                  <a:pt x="1560" y="16910"/>
                  <a:pt x="1560" y="16824"/>
                </a:cubicBezTo>
                <a:lnTo>
                  <a:pt x="1560" y="16356"/>
                </a:lnTo>
                <a:cubicBezTo>
                  <a:pt x="1560" y="16270"/>
                  <a:pt x="1630" y="16200"/>
                  <a:pt x="1716" y="16200"/>
                </a:cubicBezTo>
                <a:close/>
                <a:moveTo>
                  <a:pt x="8814" y="18540"/>
                </a:moveTo>
                <a:lnTo>
                  <a:pt x="9906" y="18540"/>
                </a:lnTo>
                <a:cubicBezTo>
                  <a:pt x="10035" y="18540"/>
                  <a:pt x="10140" y="18645"/>
                  <a:pt x="10140" y="18774"/>
                </a:cubicBezTo>
                <a:lnTo>
                  <a:pt x="10140" y="21426"/>
                </a:lnTo>
                <a:cubicBezTo>
                  <a:pt x="10140" y="21555"/>
                  <a:pt x="10035" y="21660"/>
                  <a:pt x="990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18774"/>
                </a:lnTo>
                <a:cubicBezTo>
                  <a:pt x="8580" y="18645"/>
                  <a:pt x="8685" y="18540"/>
                  <a:pt x="8814" y="18540"/>
                </a:cubicBez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4914" y="13860"/>
                </a:moveTo>
                <a:lnTo>
                  <a:pt x="6006" y="13860"/>
                </a:lnTo>
                <a:cubicBezTo>
                  <a:pt x="6135" y="13860"/>
                  <a:pt x="6240" y="13965"/>
                  <a:pt x="6240" y="14094"/>
                </a:cubicBezTo>
                <a:lnTo>
                  <a:pt x="6240" y="16746"/>
                </a:lnTo>
                <a:cubicBezTo>
                  <a:pt x="6240" y="16875"/>
                  <a:pt x="6135" y="16980"/>
                  <a:pt x="6006" y="16980"/>
                </a:cubicBezTo>
                <a:lnTo>
                  <a:pt x="4914" y="16980"/>
                </a:lnTo>
                <a:cubicBezTo>
                  <a:pt x="4785" y="16980"/>
                  <a:pt x="4680" y="16875"/>
                  <a:pt x="4680" y="16746"/>
                </a:cubicBezTo>
                <a:lnTo>
                  <a:pt x="4680" y="14094"/>
                </a:lnTo>
                <a:cubicBezTo>
                  <a:pt x="4680" y="13965"/>
                  <a:pt x="4785" y="13860"/>
                  <a:pt x="4914" y="13860"/>
                </a:cubicBezTo>
                <a:close/>
                <a:moveTo>
                  <a:pt x="8034" y="12300"/>
                </a:moveTo>
                <a:lnTo>
                  <a:pt x="9126" y="12300"/>
                </a:lnTo>
                <a:cubicBezTo>
                  <a:pt x="9255" y="12300"/>
                  <a:pt x="9360" y="12405"/>
                  <a:pt x="9360" y="12534"/>
                </a:cubicBezTo>
                <a:lnTo>
                  <a:pt x="9360" y="16746"/>
                </a:lnTo>
                <a:cubicBezTo>
                  <a:pt x="9360" y="16875"/>
                  <a:pt x="9255" y="16980"/>
                  <a:pt x="9126" y="16980"/>
                </a:cubicBezTo>
                <a:lnTo>
                  <a:pt x="8034" y="16980"/>
                </a:lnTo>
                <a:cubicBezTo>
                  <a:pt x="7905" y="16980"/>
                  <a:pt x="7800" y="16875"/>
                  <a:pt x="7800" y="16746"/>
                </a:cubicBezTo>
                <a:lnTo>
                  <a:pt x="7800" y="12534"/>
                </a:lnTo>
                <a:cubicBezTo>
                  <a:pt x="7800" y="12405"/>
                  <a:pt x="7905" y="12300"/>
                  <a:pt x="8034" y="12300"/>
                </a:cubicBezTo>
                <a:close/>
                <a:moveTo>
                  <a:pt x="1115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6746"/>
                </a:lnTo>
                <a:cubicBezTo>
                  <a:pt x="12480" y="16875"/>
                  <a:pt x="12375" y="16980"/>
                  <a:pt x="12246" y="16980"/>
                </a:cubicBezTo>
                <a:lnTo>
                  <a:pt x="11154" y="16980"/>
                </a:lnTo>
                <a:cubicBezTo>
                  <a:pt x="11025" y="16980"/>
                  <a:pt x="10920" y="16875"/>
                  <a:pt x="10920" y="16746"/>
                </a:cubicBezTo>
                <a:lnTo>
                  <a:pt x="10920" y="10974"/>
                </a:lnTo>
                <a:cubicBezTo>
                  <a:pt x="10920" y="10845"/>
                  <a:pt x="11025" y="10740"/>
                  <a:pt x="11154" y="1074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演示文稿·上升</a:t>
            </a:r>
          </a:p>
        </p:txBody>
      </p:sp>
      <p:sp>
        <p:nvSpPr>
          <p:cNvPr id="70" name="SHOW-02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17916"/>
                </a:lnTo>
                <a:cubicBezTo>
                  <a:pt x="17160" y="18261"/>
                  <a:pt x="16881" y="18540"/>
                  <a:pt x="16536" y="18540"/>
                </a:cubicBezTo>
                <a:lnTo>
                  <a:pt x="2184" y="18540"/>
                </a:lnTo>
                <a:cubicBezTo>
                  <a:pt x="1839" y="18540"/>
                  <a:pt x="1560" y="18261"/>
                  <a:pt x="1560" y="1791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1716" y="16200"/>
                </a:moveTo>
                <a:lnTo>
                  <a:pt x="17004" y="16200"/>
                </a:lnTo>
                <a:cubicBezTo>
                  <a:pt x="17090" y="16200"/>
                  <a:pt x="17160" y="16270"/>
                  <a:pt x="17160" y="16356"/>
                </a:cubicBezTo>
                <a:lnTo>
                  <a:pt x="17160" y="16824"/>
                </a:lnTo>
                <a:cubicBezTo>
                  <a:pt x="17160" y="16910"/>
                  <a:pt x="17090" y="16980"/>
                  <a:pt x="17004" y="16980"/>
                </a:cubicBezTo>
                <a:lnTo>
                  <a:pt x="1716" y="16980"/>
                </a:lnTo>
                <a:cubicBezTo>
                  <a:pt x="1630" y="16980"/>
                  <a:pt x="1560" y="16910"/>
                  <a:pt x="1560" y="16824"/>
                </a:cubicBezTo>
                <a:lnTo>
                  <a:pt x="1560" y="16356"/>
                </a:lnTo>
                <a:cubicBezTo>
                  <a:pt x="1560" y="16270"/>
                  <a:pt x="1630" y="16200"/>
                  <a:pt x="1716" y="16200"/>
                </a:cubicBezTo>
                <a:close/>
                <a:moveTo>
                  <a:pt x="8814" y="18540"/>
                </a:moveTo>
                <a:lnTo>
                  <a:pt x="9906" y="18540"/>
                </a:lnTo>
                <a:cubicBezTo>
                  <a:pt x="10035" y="18540"/>
                  <a:pt x="10140" y="18645"/>
                  <a:pt x="10140" y="18774"/>
                </a:cubicBezTo>
                <a:lnTo>
                  <a:pt x="10140" y="21426"/>
                </a:lnTo>
                <a:cubicBezTo>
                  <a:pt x="10140" y="21555"/>
                  <a:pt x="10035" y="21660"/>
                  <a:pt x="990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18774"/>
                </a:lnTo>
                <a:cubicBezTo>
                  <a:pt x="8580" y="18645"/>
                  <a:pt x="8685" y="18540"/>
                  <a:pt x="8814" y="18540"/>
                </a:cubicBez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4914" y="13860"/>
                </a:moveTo>
                <a:lnTo>
                  <a:pt x="6006" y="13860"/>
                </a:lnTo>
                <a:cubicBezTo>
                  <a:pt x="6135" y="13860"/>
                  <a:pt x="6240" y="13965"/>
                  <a:pt x="6240" y="14094"/>
                </a:cubicBezTo>
                <a:lnTo>
                  <a:pt x="6240" y="16746"/>
                </a:lnTo>
                <a:cubicBezTo>
                  <a:pt x="6240" y="16875"/>
                  <a:pt x="6135" y="16980"/>
                  <a:pt x="6006" y="16980"/>
                </a:cubicBezTo>
                <a:lnTo>
                  <a:pt x="4914" y="16980"/>
                </a:lnTo>
                <a:cubicBezTo>
                  <a:pt x="4785" y="16980"/>
                  <a:pt x="4680" y="16875"/>
                  <a:pt x="4680" y="16746"/>
                </a:cubicBezTo>
                <a:lnTo>
                  <a:pt x="4680" y="14094"/>
                </a:lnTo>
                <a:cubicBezTo>
                  <a:pt x="4680" y="13965"/>
                  <a:pt x="4785" y="13860"/>
                  <a:pt x="4914" y="13860"/>
                </a:cubicBezTo>
                <a:close/>
                <a:moveTo>
                  <a:pt x="8034" y="12300"/>
                </a:moveTo>
                <a:lnTo>
                  <a:pt x="9126" y="12300"/>
                </a:lnTo>
                <a:cubicBezTo>
                  <a:pt x="9255" y="12300"/>
                  <a:pt x="9360" y="12405"/>
                  <a:pt x="9360" y="12534"/>
                </a:cubicBezTo>
                <a:lnTo>
                  <a:pt x="9360" y="16746"/>
                </a:lnTo>
                <a:cubicBezTo>
                  <a:pt x="9360" y="16875"/>
                  <a:pt x="9255" y="16980"/>
                  <a:pt x="9126" y="16980"/>
                </a:cubicBezTo>
                <a:lnTo>
                  <a:pt x="8034" y="16980"/>
                </a:lnTo>
                <a:cubicBezTo>
                  <a:pt x="7905" y="16980"/>
                  <a:pt x="7800" y="16875"/>
                  <a:pt x="7800" y="16746"/>
                </a:cubicBezTo>
                <a:lnTo>
                  <a:pt x="7800" y="12534"/>
                </a:lnTo>
                <a:cubicBezTo>
                  <a:pt x="7800" y="12405"/>
                  <a:pt x="7905" y="12300"/>
                  <a:pt x="8034" y="12300"/>
                </a:cubicBezTo>
                <a:close/>
                <a:moveTo>
                  <a:pt x="1115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6746"/>
                </a:lnTo>
                <a:cubicBezTo>
                  <a:pt x="12480" y="16875"/>
                  <a:pt x="12375" y="16980"/>
                  <a:pt x="12246" y="16980"/>
                </a:cubicBezTo>
                <a:lnTo>
                  <a:pt x="11154" y="16980"/>
                </a:lnTo>
                <a:cubicBezTo>
                  <a:pt x="11025" y="16980"/>
                  <a:pt x="10920" y="16875"/>
                  <a:pt x="10920" y="16746"/>
                </a:cubicBezTo>
                <a:lnTo>
                  <a:pt x="10920" y="10974"/>
                </a:lnTo>
                <a:cubicBezTo>
                  <a:pt x="10920" y="10845"/>
                  <a:pt x="11025" y="10740"/>
                  <a:pt x="11154" y="1074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演示文稿·关怀</a:t>
            </a:r>
          </a:p>
        </p:txBody>
      </p:sp>
      <p:sp>
        <p:nvSpPr>
          <p:cNvPr id="73" name="SHOW-02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17916"/>
                </a:lnTo>
                <a:cubicBezTo>
                  <a:pt x="17160" y="18261"/>
                  <a:pt x="16881" y="18540"/>
                  <a:pt x="16536" y="18540"/>
                </a:cubicBezTo>
                <a:lnTo>
                  <a:pt x="2184" y="18540"/>
                </a:lnTo>
                <a:cubicBezTo>
                  <a:pt x="1839" y="18540"/>
                  <a:pt x="1560" y="18261"/>
                  <a:pt x="1560" y="1791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1716" y="16200"/>
                </a:moveTo>
                <a:lnTo>
                  <a:pt x="17004" y="16200"/>
                </a:lnTo>
                <a:cubicBezTo>
                  <a:pt x="17090" y="16200"/>
                  <a:pt x="17160" y="16270"/>
                  <a:pt x="17160" y="16356"/>
                </a:cubicBezTo>
                <a:lnTo>
                  <a:pt x="17160" y="16824"/>
                </a:lnTo>
                <a:cubicBezTo>
                  <a:pt x="17160" y="16910"/>
                  <a:pt x="17090" y="16980"/>
                  <a:pt x="17004" y="16980"/>
                </a:cubicBezTo>
                <a:lnTo>
                  <a:pt x="1716" y="16980"/>
                </a:lnTo>
                <a:cubicBezTo>
                  <a:pt x="1630" y="16980"/>
                  <a:pt x="1560" y="16910"/>
                  <a:pt x="1560" y="16824"/>
                </a:cubicBezTo>
                <a:lnTo>
                  <a:pt x="1560" y="16356"/>
                </a:lnTo>
                <a:cubicBezTo>
                  <a:pt x="1560" y="16270"/>
                  <a:pt x="1630" y="16200"/>
                  <a:pt x="1716" y="16200"/>
                </a:cubicBezTo>
                <a:close/>
                <a:moveTo>
                  <a:pt x="8814" y="18540"/>
                </a:moveTo>
                <a:lnTo>
                  <a:pt x="9906" y="18540"/>
                </a:lnTo>
                <a:cubicBezTo>
                  <a:pt x="10035" y="18540"/>
                  <a:pt x="10140" y="18645"/>
                  <a:pt x="10140" y="18774"/>
                </a:cubicBezTo>
                <a:lnTo>
                  <a:pt x="10140" y="21426"/>
                </a:lnTo>
                <a:cubicBezTo>
                  <a:pt x="10140" y="21555"/>
                  <a:pt x="10035" y="21660"/>
                  <a:pt x="9906" y="21660"/>
                </a:cubicBezTo>
                <a:lnTo>
                  <a:pt x="8814" y="21660"/>
                </a:lnTo>
                <a:cubicBezTo>
                  <a:pt x="8685" y="21660"/>
                  <a:pt x="8580" y="21555"/>
                  <a:pt x="8580" y="21426"/>
                </a:cubicBezTo>
                <a:lnTo>
                  <a:pt x="8580" y="18774"/>
                </a:lnTo>
                <a:cubicBezTo>
                  <a:pt x="8580" y="18645"/>
                  <a:pt x="8685" y="18540"/>
                  <a:pt x="8814" y="18540"/>
                </a:cubicBezTo>
                <a:close/>
                <a:moveTo>
                  <a:pt x="6474" y="21660"/>
                </a:moveTo>
                <a:lnTo>
                  <a:pt x="12246" y="21660"/>
                </a:lnTo>
                <a:cubicBezTo>
                  <a:pt x="12375" y="21660"/>
                  <a:pt x="12480" y="21765"/>
                  <a:pt x="12480" y="2189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21894"/>
                </a:lnTo>
                <a:cubicBezTo>
                  <a:pt x="6240" y="21765"/>
                  <a:pt x="6345" y="21660"/>
                  <a:pt x="6474" y="21660"/>
                </a:cubicBezTo>
                <a:close/>
                <a:moveTo>
                  <a:pt x="4914" y="13860"/>
                </a:moveTo>
                <a:lnTo>
                  <a:pt x="6006" y="13860"/>
                </a:lnTo>
                <a:cubicBezTo>
                  <a:pt x="6135" y="13860"/>
                  <a:pt x="6240" y="13965"/>
                  <a:pt x="6240" y="14094"/>
                </a:cubicBezTo>
                <a:lnTo>
                  <a:pt x="6240" y="16746"/>
                </a:lnTo>
                <a:cubicBezTo>
                  <a:pt x="6240" y="16875"/>
                  <a:pt x="6135" y="16980"/>
                  <a:pt x="6006" y="16980"/>
                </a:cubicBezTo>
                <a:lnTo>
                  <a:pt x="4914" y="16980"/>
                </a:lnTo>
                <a:cubicBezTo>
                  <a:pt x="4785" y="16980"/>
                  <a:pt x="4680" y="16875"/>
                  <a:pt x="4680" y="16746"/>
                </a:cubicBezTo>
                <a:lnTo>
                  <a:pt x="4680" y="14094"/>
                </a:lnTo>
                <a:cubicBezTo>
                  <a:pt x="4680" y="13965"/>
                  <a:pt x="4785" y="13860"/>
                  <a:pt x="4914" y="13860"/>
                </a:cubicBezTo>
                <a:close/>
                <a:moveTo>
                  <a:pt x="8034" y="12300"/>
                </a:moveTo>
                <a:lnTo>
                  <a:pt x="9126" y="12300"/>
                </a:lnTo>
                <a:cubicBezTo>
                  <a:pt x="9255" y="12300"/>
                  <a:pt x="9360" y="12405"/>
                  <a:pt x="9360" y="12534"/>
                </a:cubicBezTo>
                <a:lnTo>
                  <a:pt x="9360" y="16746"/>
                </a:lnTo>
                <a:cubicBezTo>
                  <a:pt x="9360" y="16875"/>
                  <a:pt x="9255" y="16980"/>
                  <a:pt x="9126" y="16980"/>
                </a:cubicBezTo>
                <a:lnTo>
                  <a:pt x="8034" y="16980"/>
                </a:lnTo>
                <a:cubicBezTo>
                  <a:pt x="7905" y="16980"/>
                  <a:pt x="7800" y="16875"/>
                  <a:pt x="7800" y="16746"/>
                </a:cubicBezTo>
                <a:lnTo>
                  <a:pt x="7800" y="12534"/>
                </a:lnTo>
                <a:cubicBezTo>
                  <a:pt x="7800" y="12405"/>
                  <a:pt x="7905" y="12300"/>
                  <a:pt x="8034" y="12300"/>
                </a:cubicBezTo>
                <a:close/>
                <a:moveTo>
                  <a:pt x="1115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6746"/>
                </a:lnTo>
                <a:cubicBezTo>
                  <a:pt x="12480" y="16875"/>
                  <a:pt x="12375" y="16980"/>
                  <a:pt x="12246" y="16980"/>
                </a:cubicBezTo>
                <a:lnTo>
                  <a:pt x="11154" y="16980"/>
                </a:lnTo>
                <a:cubicBezTo>
                  <a:pt x="11025" y="16980"/>
                  <a:pt x="10920" y="16875"/>
                  <a:pt x="10920" y="16746"/>
                </a:cubicBezTo>
                <a:lnTo>
                  <a:pt x="10920" y="10974"/>
                </a:lnTo>
                <a:cubicBezTo>
                  <a:pt x="10920" y="10845"/>
                  <a:pt x="11025" y="10740"/>
                  <a:pt x="11154" y="1074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演示文稿·协同</a:t>
            </a:r>
          </a:p>
        </p:txBody>
      </p:sp>
      <p:sp>
        <p:nvSpPr>
          <p:cNvPr id="76" name="SHOW-02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703" y="19973"/>
                </a:moveTo>
                <a:lnTo>
                  <a:pt x="17244" y="10193"/>
                </a:lnTo>
                <a:lnTo>
                  <a:pt x="18444" y="11855"/>
                </a:lnTo>
                <a:lnTo>
                  <a:pt x="21000" y="6000"/>
                </a:lnTo>
                <a:lnTo>
                  <a:pt x="14638" y="6585"/>
                </a:lnTo>
                <a:lnTo>
                  <a:pt x="15839" y="8247"/>
                </a:lnTo>
                <a:lnTo>
                  <a:pt x="2297" y="18027"/>
                </a:lnTo>
                <a:close/>
                <a:moveTo>
                  <a:pt x="20000" y="3400"/>
                </a:moveTo>
                <a:lnTo>
                  <a:pt x="20470" y="5353"/>
                </a:lnTo>
                <a:lnTo>
                  <a:pt x="22473" y="5197"/>
                </a:lnTo>
                <a:lnTo>
                  <a:pt x="20761" y="6247"/>
                </a:lnTo>
                <a:lnTo>
                  <a:pt x="21528" y="8103"/>
                </a:lnTo>
                <a:lnTo>
                  <a:pt x="20000" y="6800"/>
                </a:lnTo>
                <a:lnTo>
                  <a:pt x="18472" y="8103"/>
                </a:lnTo>
                <a:lnTo>
                  <a:pt x="19239" y="6247"/>
                </a:lnTo>
                <a:lnTo>
                  <a:pt x="17527" y="5197"/>
                </a:lnTo>
                <a:lnTo>
                  <a:pt x="19530" y="5353"/>
                </a:lnTo>
                <a:close/>
                <a:moveTo>
                  <a:pt x="2300" y="21000"/>
                </a:moveTo>
                <a:lnTo>
                  <a:pt x="21700" y="21000"/>
                </a:lnTo>
                <a:cubicBezTo>
                  <a:pt x="21866" y="21000"/>
                  <a:pt x="22000" y="21134"/>
                  <a:pt x="22000" y="21300"/>
                </a:cubicBezTo>
                <a:lnTo>
                  <a:pt x="22000" y="21700"/>
                </a:lnTo>
                <a:cubicBezTo>
                  <a:pt x="22000" y="21866"/>
                  <a:pt x="21866" y="22000"/>
                  <a:pt x="21700" y="22000"/>
                </a:cubicBezTo>
                <a:lnTo>
                  <a:pt x="2300" y="22000"/>
                </a:lnTo>
                <a:cubicBezTo>
                  <a:pt x="2134" y="22000"/>
                  <a:pt x="2000" y="21866"/>
                  <a:pt x="2000" y="21700"/>
                </a:cubicBezTo>
                <a:lnTo>
                  <a:pt x="2000" y="21300"/>
                </a:lnTo>
                <a:cubicBezTo>
                  <a:pt x="2000" y="21134"/>
                  <a:pt x="2134" y="21000"/>
                  <a:pt x="2300" y="21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成果里程</a:t>
            </a:r>
          </a:p>
        </p:txBody>
      </p:sp>
      <p:sp>
        <p:nvSpPr>
          <p:cNvPr id="79" name="SHOW-02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5600" y="7932"/>
                </a:moveTo>
                <a:lnTo>
                  <a:pt x="15967" y="9455"/>
                </a:lnTo>
                <a:lnTo>
                  <a:pt x="17529" y="9333"/>
                </a:lnTo>
                <a:lnTo>
                  <a:pt x="16193" y="10153"/>
                </a:lnTo>
                <a:lnTo>
                  <a:pt x="16792" y="11601"/>
                </a:lnTo>
                <a:lnTo>
                  <a:pt x="15600" y="10584"/>
                </a:lnTo>
                <a:lnTo>
                  <a:pt x="14408" y="11601"/>
                </a:lnTo>
                <a:lnTo>
                  <a:pt x="15007" y="10153"/>
                </a:lnTo>
                <a:lnTo>
                  <a:pt x="13671" y="9333"/>
                </a:lnTo>
                <a:lnTo>
                  <a:pt x="15233" y="9455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成果里程·重点</a:t>
            </a:r>
          </a:p>
        </p:txBody>
      </p:sp>
      <p:sp>
        <p:nvSpPr>
          <p:cNvPr id="82" name="SHOW-02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5600" y="7932"/>
                </a:moveTo>
                <a:lnTo>
                  <a:pt x="15967" y="9455"/>
                </a:lnTo>
                <a:lnTo>
                  <a:pt x="17529" y="9333"/>
                </a:lnTo>
                <a:lnTo>
                  <a:pt x="16193" y="10153"/>
                </a:lnTo>
                <a:lnTo>
                  <a:pt x="16792" y="11601"/>
                </a:lnTo>
                <a:lnTo>
                  <a:pt x="15600" y="10584"/>
                </a:lnTo>
                <a:lnTo>
                  <a:pt x="14408" y="11601"/>
                </a:lnTo>
                <a:lnTo>
                  <a:pt x="15007" y="10153"/>
                </a:lnTo>
                <a:lnTo>
                  <a:pt x="13671" y="9333"/>
                </a:lnTo>
                <a:lnTo>
                  <a:pt x="15233" y="9455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成果里程·已验证</a:t>
            </a:r>
          </a:p>
        </p:txBody>
      </p:sp>
      <p:sp>
        <p:nvSpPr>
          <p:cNvPr id="85" name="SHOW-02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5600" y="7932"/>
                </a:moveTo>
                <a:lnTo>
                  <a:pt x="15967" y="9455"/>
                </a:lnTo>
                <a:lnTo>
                  <a:pt x="17529" y="9333"/>
                </a:lnTo>
                <a:lnTo>
                  <a:pt x="16193" y="10153"/>
                </a:lnTo>
                <a:lnTo>
                  <a:pt x="16792" y="11601"/>
                </a:lnTo>
                <a:lnTo>
                  <a:pt x="15600" y="10584"/>
                </a:lnTo>
                <a:lnTo>
                  <a:pt x="14408" y="11601"/>
                </a:lnTo>
                <a:lnTo>
                  <a:pt x="15007" y="10153"/>
                </a:lnTo>
                <a:lnTo>
                  <a:pt x="13671" y="9333"/>
                </a:lnTo>
                <a:lnTo>
                  <a:pt x="15233" y="9455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成果里程·上升</a:t>
            </a:r>
          </a:p>
        </p:txBody>
      </p:sp>
      <p:sp>
        <p:nvSpPr>
          <p:cNvPr id="88" name="SHOW-02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5600" y="7932"/>
                </a:moveTo>
                <a:lnTo>
                  <a:pt x="15967" y="9455"/>
                </a:lnTo>
                <a:lnTo>
                  <a:pt x="17529" y="9333"/>
                </a:lnTo>
                <a:lnTo>
                  <a:pt x="16193" y="10153"/>
                </a:lnTo>
                <a:lnTo>
                  <a:pt x="16792" y="11601"/>
                </a:lnTo>
                <a:lnTo>
                  <a:pt x="15600" y="10584"/>
                </a:lnTo>
                <a:lnTo>
                  <a:pt x="14408" y="11601"/>
                </a:lnTo>
                <a:lnTo>
                  <a:pt x="15007" y="10153"/>
                </a:lnTo>
                <a:lnTo>
                  <a:pt x="13671" y="9333"/>
                </a:lnTo>
                <a:lnTo>
                  <a:pt x="15233" y="9455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成果里程·关怀</a:t>
            </a:r>
          </a:p>
        </p:txBody>
      </p:sp>
      <p:sp>
        <p:nvSpPr>
          <p:cNvPr id="91" name="SHOW-03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88" y="20859"/>
                </a:moveTo>
                <a:lnTo>
                  <a:pt x="13450" y="13231"/>
                </a:lnTo>
                <a:lnTo>
                  <a:pt x="14386" y="14527"/>
                </a:lnTo>
                <a:lnTo>
                  <a:pt x="16380" y="9960"/>
                </a:lnTo>
                <a:lnTo>
                  <a:pt x="11418" y="10417"/>
                </a:lnTo>
                <a:lnTo>
                  <a:pt x="12354" y="11713"/>
                </a:lnTo>
                <a:lnTo>
                  <a:pt x="1792" y="19341"/>
                </a:lnTo>
                <a:close/>
                <a:moveTo>
                  <a:pt x="15600" y="7932"/>
                </a:moveTo>
                <a:lnTo>
                  <a:pt x="15967" y="9455"/>
                </a:lnTo>
                <a:lnTo>
                  <a:pt x="17529" y="9333"/>
                </a:lnTo>
                <a:lnTo>
                  <a:pt x="16193" y="10153"/>
                </a:lnTo>
                <a:lnTo>
                  <a:pt x="16792" y="11601"/>
                </a:lnTo>
                <a:lnTo>
                  <a:pt x="15600" y="10584"/>
                </a:lnTo>
                <a:lnTo>
                  <a:pt x="14408" y="11601"/>
                </a:lnTo>
                <a:lnTo>
                  <a:pt x="15007" y="10153"/>
                </a:lnTo>
                <a:lnTo>
                  <a:pt x="13671" y="9333"/>
                </a:lnTo>
                <a:lnTo>
                  <a:pt x="15233" y="9455"/>
                </a:lnTo>
                <a:close/>
                <a:moveTo>
                  <a:pt x="1794" y="21660"/>
                </a:moveTo>
                <a:lnTo>
                  <a:pt x="16926" y="21660"/>
                </a:lnTo>
                <a:cubicBezTo>
                  <a:pt x="17055" y="21660"/>
                  <a:pt x="17160" y="21765"/>
                  <a:pt x="17160" y="21894"/>
                </a:cubicBezTo>
                <a:lnTo>
                  <a:pt x="17160" y="22206"/>
                </a:lnTo>
                <a:cubicBezTo>
                  <a:pt x="17160" y="22335"/>
                  <a:pt x="17055" y="22440"/>
                  <a:pt x="16926" y="22440"/>
                </a:cubicBezTo>
                <a:lnTo>
                  <a:pt x="1794" y="22440"/>
                </a:lnTo>
                <a:cubicBezTo>
                  <a:pt x="1665" y="22440"/>
                  <a:pt x="1560" y="22335"/>
                  <a:pt x="1560" y="22206"/>
                </a:cubicBezTo>
                <a:lnTo>
                  <a:pt x="1560" y="21894"/>
                </a:lnTo>
                <a:cubicBezTo>
                  <a:pt x="1560" y="21765"/>
                  <a:pt x="1665" y="21660"/>
                  <a:pt x="1794" y="2166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成果里程·协同</a:t>
            </a:r>
          </a:p>
        </p:txBody>
      </p:sp>
      <p:sp>
        <p:nvSpPr>
          <p:cNvPr id="94" name="SHOW-03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400" y="6000"/>
                </a:moveTo>
                <a:lnTo>
                  <a:pt x="10600" y="6000"/>
                </a:lnTo>
                <a:cubicBezTo>
                  <a:pt x="10821" y="6000"/>
                  <a:pt x="11000" y="6179"/>
                  <a:pt x="11000" y="6400"/>
                </a:cubicBezTo>
                <a:lnTo>
                  <a:pt x="11000" y="17600"/>
                </a:lnTo>
                <a:cubicBezTo>
                  <a:pt x="11000" y="17821"/>
                  <a:pt x="10821" y="18000"/>
                  <a:pt x="10600" y="18000"/>
                </a:cubicBezTo>
                <a:lnTo>
                  <a:pt x="3400" y="18000"/>
                </a:lnTo>
                <a:cubicBezTo>
                  <a:pt x="3179" y="18000"/>
                  <a:pt x="3000" y="17821"/>
                  <a:pt x="3000" y="17600"/>
                </a:cubicBezTo>
                <a:lnTo>
                  <a:pt x="3000" y="6400"/>
                </a:lnTo>
                <a:cubicBezTo>
                  <a:pt x="3000" y="6179"/>
                  <a:pt x="3179" y="6000"/>
                  <a:pt x="3400" y="6000"/>
                </a:cubicBezTo>
                <a:close/>
                <a:moveTo>
                  <a:pt x="13400" y="6000"/>
                </a:moveTo>
                <a:lnTo>
                  <a:pt x="20600" y="6000"/>
                </a:lnTo>
                <a:cubicBezTo>
                  <a:pt x="20821" y="6000"/>
                  <a:pt x="21000" y="6179"/>
                  <a:pt x="21000" y="6400"/>
                </a:cubicBezTo>
                <a:lnTo>
                  <a:pt x="21000" y="17600"/>
                </a:lnTo>
                <a:cubicBezTo>
                  <a:pt x="21000" y="17821"/>
                  <a:pt x="20821" y="18000"/>
                  <a:pt x="20600" y="18000"/>
                </a:cubicBezTo>
                <a:lnTo>
                  <a:pt x="13400" y="18000"/>
                </a:lnTo>
                <a:cubicBezTo>
                  <a:pt x="13179" y="18000"/>
                  <a:pt x="13000" y="17821"/>
                  <a:pt x="13000" y="17600"/>
                </a:cubicBezTo>
                <a:lnTo>
                  <a:pt x="13000" y="6400"/>
                </a:lnTo>
                <a:cubicBezTo>
                  <a:pt x="13000" y="6179"/>
                  <a:pt x="13179" y="6000"/>
                  <a:pt x="13400" y="6000"/>
                </a:cubicBezTo>
                <a:close/>
                <a:moveTo>
                  <a:pt x="11000" y="12500"/>
                </a:moveTo>
                <a:lnTo>
                  <a:pt x="11000" y="12500"/>
                </a:lnTo>
                <a:lnTo>
                  <a:pt x="11000" y="13200"/>
                </a:lnTo>
                <a:lnTo>
                  <a:pt x="13000" y="12000"/>
                </a:lnTo>
                <a:lnTo>
                  <a:pt x="11000" y="10800"/>
                </a:lnTo>
                <a:lnTo>
                  <a:pt x="11000" y="11500"/>
                </a:lnTo>
                <a:lnTo>
                  <a:pt x="11000" y="11500"/>
                </a:lnTo>
                <a:close/>
                <a:moveTo>
                  <a:pt x="5300" y="14000"/>
                </a:moveTo>
                <a:lnTo>
                  <a:pt x="8700" y="14000"/>
                </a:lnTo>
                <a:cubicBezTo>
                  <a:pt x="8866" y="14000"/>
                  <a:pt x="9000" y="14134"/>
                  <a:pt x="9000" y="14300"/>
                </a:cubicBezTo>
                <a:lnTo>
                  <a:pt x="9000" y="14700"/>
                </a:lnTo>
                <a:cubicBezTo>
                  <a:pt x="9000" y="14866"/>
                  <a:pt x="8866" y="15000"/>
                  <a:pt x="8700" y="15000"/>
                </a:cubicBezTo>
                <a:lnTo>
                  <a:pt x="5300" y="15000"/>
                </a:lnTo>
                <a:cubicBezTo>
                  <a:pt x="5134" y="15000"/>
                  <a:pt x="5000" y="14866"/>
                  <a:pt x="5000" y="14700"/>
                </a:cubicBezTo>
                <a:lnTo>
                  <a:pt x="5000" y="14300"/>
                </a:lnTo>
                <a:cubicBezTo>
                  <a:pt x="5000" y="14134"/>
                  <a:pt x="5134" y="14000"/>
                  <a:pt x="5300" y="14000"/>
                </a:cubicBezTo>
                <a:close/>
                <a:moveTo>
                  <a:pt x="15300" y="9000"/>
                </a:moveTo>
                <a:lnTo>
                  <a:pt x="18700" y="9000"/>
                </a:lnTo>
                <a:cubicBezTo>
                  <a:pt x="18866" y="9000"/>
                  <a:pt x="19000" y="9134"/>
                  <a:pt x="19000" y="9300"/>
                </a:cubicBezTo>
                <a:lnTo>
                  <a:pt x="19000" y="9700"/>
                </a:lnTo>
                <a:cubicBezTo>
                  <a:pt x="19000" y="9866"/>
                  <a:pt x="18866" y="10000"/>
                  <a:pt x="18700" y="10000"/>
                </a:cubicBezTo>
                <a:lnTo>
                  <a:pt x="15300" y="10000"/>
                </a:lnTo>
                <a:cubicBezTo>
                  <a:pt x="15134" y="10000"/>
                  <a:pt x="15000" y="9866"/>
                  <a:pt x="15000" y="9700"/>
                </a:cubicBezTo>
                <a:lnTo>
                  <a:pt x="15000" y="9300"/>
                </a:lnTo>
                <a:cubicBezTo>
                  <a:pt x="15000" y="9134"/>
                  <a:pt x="15134" y="9000"/>
                  <a:pt x="15300" y="9000"/>
                </a:cubicBezTo>
                <a:close/>
                <a:moveTo>
                  <a:pt x="15300" y="11000"/>
                </a:moveTo>
                <a:lnTo>
                  <a:pt x="18700" y="11000"/>
                </a:lnTo>
                <a:cubicBezTo>
                  <a:pt x="18866" y="11000"/>
                  <a:pt x="19000" y="11134"/>
                  <a:pt x="19000" y="11300"/>
                </a:cubicBezTo>
                <a:lnTo>
                  <a:pt x="19000" y="11700"/>
                </a:lnTo>
                <a:cubicBezTo>
                  <a:pt x="19000" y="11866"/>
                  <a:pt x="18866" y="12000"/>
                  <a:pt x="18700" y="12000"/>
                </a:cubicBezTo>
                <a:lnTo>
                  <a:pt x="15300" y="12000"/>
                </a:lnTo>
                <a:cubicBezTo>
                  <a:pt x="15134" y="12000"/>
                  <a:pt x="15000" y="11866"/>
                  <a:pt x="15000" y="11700"/>
                </a:cubicBezTo>
                <a:lnTo>
                  <a:pt x="15000" y="11300"/>
                </a:lnTo>
                <a:cubicBezTo>
                  <a:pt x="15000" y="11134"/>
                  <a:pt x="15134" y="11000"/>
                  <a:pt x="15300" y="11000"/>
                </a:cubicBezTo>
                <a:close/>
                <a:moveTo>
                  <a:pt x="15300" y="13000"/>
                </a:moveTo>
                <a:lnTo>
                  <a:pt x="18700" y="13000"/>
                </a:lnTo>
                <a:cubicBezTo>
                  <a:pt x="18866" y="13000"/>
                  <a:pt x="19000" y="13134"/>
                  <a:pt x="19000" y="13300"/>
                </a:cubicBezTo>
                <a:lnTo>
                  <a:pt x="19000" y="13700"/>
                </a:lnTo>
                <a:cubicBezTo>
                  <a:pt x="19000" y="13866"/>
                  <a:pt x="18866" y="14000"/>
                  <a:pt x="18700" y="14000"/>
                </a:cubicBezTo>
                <a:lnTo>
                  <a:pt x="15300" y="14000"/>
                </a:lnTo>
                <a:cubicBezTo>
                  <a:pt x="15134" y="14000"/>
                  <a:pt x="15000" y="13866"/>
                  <a:pt x="15000" y="13700"/>
                </a:cubicBezTo>
                <a:lnTo>
                  <a:pt x="15000" y="13300"/>
                </a:lnTo>
                <a:cubicBezTo>
                  <a:pt x="15000" y="13134"/>
                  <a:pt x="15134" y="13000"/>
                  <a:pt x="15300" y="13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前后对比</a:t>
            </a:r>
          </a:p>
        </p:txBody>
      </p:sp>
      <p:sp>
        <p:nvSpPr>
          <p:cNvPr id="97" name="SHOW-03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960"/>
                </a:moveTo>
                <a:lnTo>
                  <a:pt x="8268" y="9960"/>
                </a:lnTo>
                <a:cubicBezTo>
                  <a:pt x="8440" y="9960"/>
                  <a:pt x="8580" y="10100"/>
                  <a:pt x="8580" y="10272"/>
                </a:cubicBezTo>
                <a:lnTo>
                  <a:pt x="8580" y="19008"/>
                </a:lnTo>
                <a:cubicBezTo>
                  <a:pt x="8580" y="19180"/>
                  <a:pt x="8440" y="19320"/>
                  <a:pt x="8268" y="19320"/>
                </a:cubicBezTo>
                <a:lnTo>
                  <a:pt x="2652" y="19320"/>
                </a:lnTo>
                <a:cubicBezTo>
                  <a:pt x="2480" y="19320"/>
                  <a:pt x="2340" y="19180"/>
                  <a:pt x="2340" y="19008"/>
                </a:cubicBezTo>
                <a:lnTo>
                  <a:pt x="2340" y="10272"/>
                </a:lnTo>
                <a:cubicBezTo>
                  <a:pt x="2340" y="10100"/>
                  <a:pt x="2480" y="9960"/>
                  <a:pt x="2652" y="9960"/>
                </a:cubicBezTo>
                <a:close/>
                <a:moveTo>
                  <a:pt x="10452" y="9960"/>
                </a:moveTo>
                <a:lnTo>
                  <a:pt x="16068" y="9960"/>
                </a:lnTo>
                <a:cubicBezTo>
                  <a:pt x="16240" y="9960"/>
                  <a:pt x="16380" y="10100"/>
                  <a:pt x="16380" y="10272"/>
                </a:cubicBezTo>
                <a:lnTo>
                  <a:pt x="16380" y="19008"/>
                </a:lnTo>
                <a:cubicBezTo>
                  <a:pt x="16380" y="19180"/>
                  <a:pt x="16240" y="19320"/>
                  <a:pt x="16068" y="19320"/>
                </a:cubicBezTo>
                <a:lnTo>
                  <a:pt x="10452" y="19320"/>
                </a:lnTo>
                <a:cubicBezTo>
                  <a:pt x="10280" y="19320"/>
                  <a:pt x="10140" y="19180"/>
                  <a:pt x="10140" y="19008"/>
                </a:cubicBezTo>
                <a:lnTo>
                  <a:pt x="10140" y="10272"/>
                </a:lnTo>
                <a:cubicBezTo>
                  <a:pt x="10140" y="10100"/>
                  <a:pt x="10280" y="9960"/>
                  <a:pt x="10452" y="9960"/>
                </a:cubicBezTo>
                <a:close/>
                <a:moveTo>
                  <a:pt x="8580" y="15030"/>
                </a:moveTo>
                <a:lnTo>
                  <a:pt x="8580" y="15030"/>
                </a:lnTo>
                <a:lnTo>
                  <a:pt x="8580" y="15576"/>
                </a:lnTo>
                <a:lnTo>
                  <a:pt x="10140" y="14640"/>
                </a:lnTo>
                <a:lnTo>
                  <a:pt x="8580" y="13704"/>
                </a:lnTo>
                <a:lnTo>
                  <a:pt x="8580" y="14250"/>
                </a:lnTo>
                <a:lnTo>
                  <a:pt x="8580" y="14250"/>
                </a:lnTo>
                <a:close/>
                <a:moveTo>
                  <a:pt x="413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16746"/>
                </a:lnTo>
                <a:cubicBezTo>
                  <a:pt x="7020" y="16875"/>
                  <a:pt x="6915" y="16980"/>
                  <a:pt x="6786" y="16980"/>
                </a:cubicBezTo>
                <a:lnTo>
                  <a:pt x="4134" y="16980"/>
                </a:lnTo>
                <a:cubicBezTo>
                  <a:pt x="4005" y="16980"/>
                  <a:pt x="3900" y="16875"/>
                  <a:pt x="3900" y="16746"/>
                </a:cubicBezTo>
                <a:lnTo>
                  <a:pt x="3900" y="16434"/>
                </a:lnTo>
                <a:cubicBezTo>
                  <a:pt x="3900" y="16305"/>
                  <a:pt x="4005" y="16200"/>
                  <a:pt x="4134" y="16200"/>
                </a:cubicBezTo>
                <a:close/>
                <a:moveTo>
                  <a:pt x="11934" y="12300"/>
                </a:moveTo>
                <a:lnTo>
                  <a:pt x="14586" y="12300"/>
                </a:lnTo>
                <a:cubicBezTo>
                  <a:pt x="14715" y="12300"/>
                  <a:pt x="14820" y="12405"/>
                  <a:pt x="14820" y="12534"/>
                </a:cubicBezTo>
                <a:lnTo>
                  <a:pt x="14820" y="12846"/>
                </a:lnTo>
                <a:cubicBezTo>
                  <a:pt x="14820" y="12975"/>
                  <a:pt x="14715" y="13080"/>
                  <a:pt x="14586" y="13080"/>
                </a:cubicBezTo>
                <a:lnTo>
                  <a:pt x="11934" y="13080"/>
                </a:lnTo>
                <a:cubicBezTo>
                  <a:pt x="11805" y="13080"/>
                  <a:pt x="11700" y="12975"/>
                  <a:pt x="11700" y="12846"/>
                </a:cubicBezTo>
                <a:lnTo>
                  <a:pt x="11700" y="12534"/>
                </a:lnTo>
                <a:cubicBezTo>
                  <a:pt x="11700" y="12405"/>
                  <a:pt x="11805" y="12300"/>
                  <a:pt x="11934" y="12300"/>
                </a:cubicBezTo>
                <a:close/>
                <a:moveTo>
                  <a:pt x="11934" y="13860"/>
                </a:moveTo>
                <a:lnTo>
                  <a:pt x="14586" y="13860"/>
                </a:lnTo>
                <a:cubicBezTo>
                  <a:pt x="14715" y="13860"/>
                  <a:pt x="14820" y="13965"/>
                  <a:pt x="14820" y="14094"/>
                </a:cubicBezTo>
                <a:lnTo>
                  <a:pt x="14820" y="14406"/>
                </a:lnTo>
                <a:cubicBezTo>
                  <a:pt x="14820" y="14535"/>
                  <a:pt x="14715" y="14640"/>
                  <a:pt x="14586" y="14640"/>
                </a:cubicBezTo>
                <a:lnTo>
                  <a:pt x="11934" y="14640"/>
                </a:lnTo>
                <a:cubicBezTo>
                  <a:pt x="11805" y="14640"/>
                  <a:pt x="11700" y="14535"/>
                  <a:pt x="11700" y="14406"/>
                </a:cubicBezTo>
                <a:lnTo>
                  <a:pt x="11700" y="14094"/>
                </a:lnTo>
                <a:cubicBezTo>
                  <a:pt x="11700" y="13965"/>
                  <a:pt x="11805" y="13860"/>
                  <a:pt x="11934" y="13860"/>
                </a:cubicBezTo>
                <a:close/>
                <a:moveTo>
                  <a:pt x="11934" y="15420"/>
                </a:moveTo>
                <a:lnTo>
                  <a:pt x="14586" y="15420"/>
                </a:lnTo>
                <a:cubicBezTo>
                  <a:pt x="14715" y="15420"/>
                  <a:pt x="14820" y="15525"/>
                  <a:pt x="14820" y="15654"/>
                </a:cubicBezTo>
                <a:lnTo>
                  <a:pt x="14820" y="15966"/>
                </a:lnTo>
                <a:cubicBezTo>
                  <a:pt x="14820" y="16095"/>
                  <a:pt x="14715" y="16200"/>
                  <a:pt x="14586" y="16200"/>
                </a:cubicBezTo>
                <a:lnTo>
                  <a:pt x="11934" y="16200"/>
                </a:lnTo>
                <a:cubicBezTo>
                  <a:pt x="11805" y="16200"/>
                  <a:pt x="11700" y="16095"/>
                  <a:pt x="11700" y="15966"/>
                </a:cubicBezTo>
                <a:lnTo>
                  <a:pt x="11700" y="15654"/>
                </a:lnTo>
                <a:cubicBezTo>
                  <a:pt x="11700" y="15525"/>
                  <a:pt x="11805" y="15420"/>
                  <a:pt x="11934" y="1542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前后对比·重点</a:t>
            </a:r>
          </a:p>
        </p:txBody>
      </p:sp>
      <p:sp>
        <p:nvSpPr>
          <p:cNvPr id="100" name="SHOW-03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960"/>
                </a:moveTo>
                <a:lnTo>
                  <a:pt x="8268" y="9960"/>
                </a:lnTo>
                <a:cubicBezTo>
                  <a:pt x="8440" y="9960"/>
                  <a:pt x="8580" y="10100"/>
                  <a:pt x="8580" y="10272"/>
                </a:cubicBezTo>
                <a:lnTo>
                  <a:pt x="8580" y="19008"/>
                </a:lnTo>
                <a:cubicBezTo>
                  <a:pt x="8580" y="19180"/>
                  <a:pt x="8440" y="19320"/>
                  <a:pt x="8268" y="19320"/>
                </a:cubicBezTo>
                <a:lnTo>
                  <a:pt x="2652" y="19320"/>
                </a:lnTo>
                <a:cubicBezTo>
                  <a:pt x="2480" y="19320"/>
                  <a:pt x="2340" y="19180"/>
                  <a:pt x="2340" y="19008"/>
                </a:cubicBezTo>
                <a:lnTo>
                  <a:pt x="2340" y="10272"/>
                </a:lnTo>
                <a:cubicBezTo>
                  <a:pt x="2340" y="10100"/>
                  <a:pt x="2480" y="9960"/>
                  <a:pt x="2652" y="9960"/>
                </a:cubicBezTo>
                <a:close/>
                <a:moveTo>
                  <a:pt x="10452" y="9960"/>
                </a:moveTo>
                <a:lnTo>
                  <a:pt x="16068" y="9960"/>
                </a:lnTo>
                <a:cubicBezTo>
                  <a:pt x="16240" y="9960"/>
                  <a:pt x="16380" y="10100"/>
                  <a:pt x="16380" y="10272"/>
                </a:cubicBezTo>
                <a:lnTo>
                  <a:pt x="16380" y="19008"/>
                </a:lnTo>
                <a:cubicBezTo>
                  <a:pt x="16380" y="19180"/>
                  <a:pt x="16240" y="19320"/>
                  <a:pt x="16068" y="19320"/>
                </a:cubicBezTo>
                <a:lnTo>
                  <a:pt x="10452" y="19320"/>
                </a:lnTo>
                <a:cubicBezTo>
                  <a:pt x="10280" y="19320"/>
                  <a:pt x="10140" y="19180"/>
                  <a:pt x="10140" y="19008"/>
                </a:cubicBezTo>
                <a:lnTo>
                  <a:pt x="10140" y="10272"/>
                </a:lnTo>
                <a:cubicBezTo>
                  <a:pt x="10140" y="10100"/>
                  <a:pt x="10280" y="9960"/>
                  <a:pt x="10452" y="9960"/>
                </a:cubicBezTo>
                <a:close/>
                <a:moveTo>
                  <a:pt x="8580" y="15030"/>
                </a:moveTo>
                <a:lnTo>
                  <a:pt x="8580" y="15030"/>
                </a:lnTo>
                <a:lnTo>
                  <a:pt x="8580" y="15576"/>
                </a:lnTo>
                <a:lnTo>
                  <a:pt x="10140" y="14640"/>
                </a:lnTo>
                <a:lnTo>
                  <a:pt x="8580" y="13704"/>
                </a:lnTo>
                <a:lnTo>
                  <a:pt x="8580" y="14250"/>
                </a:lnTo>
                <a:lnTo>
                  <a:pt x="8580" y="14250"/>
                </a:lnTo>
                <a:close/>
                <a:moveTo>
                  <a:pt x="413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16746"/>
                </a:lnTo>
                <a:cubicBezTo>
                  <a:pt x="7020" y="16875"/>
                  <a:pt x="6915" y="16980"/>
                  <a:pt x="6786" y="16980"/>
                </a:cubicBezTo>
                <a:lnTo>
                  <a:pt x="4134" y="16980"/>
                </a:lnTo>
                <a:cubicBezTo>
                  <a:pt x="4005" y="16980"/>
                  <a:pt x="3900" y="16875"/>
                  <a:pt x="3900" y="16746"/>
                </a:cubicBezTo>
                <a:lnTo>
                  <a:pt x="3900" y="16434"/>
                </a:lnTo>
                <a:cubicBezTo>
                  <a:pt x="3900" y="16305"/>
                  <a:pt x="4005" y="16200"/>
                  <a:pt x="4134" y="16200"/>
                </a:cubicBezTo>
                <a:close/>
                <a:moveTo>
                  <a:pt x="11934" y="12300"/>
                </a:moveTo>
                <a:lnTo>
                  <a:pt x="14586" y="12300"/>
                </a:lnTo>
                <a:cubicBezTo>
                  <a:pt x="14715" y="12300"/>
                  <a:pt x="14820" y="12405"/>
                  <a:pt x="14820" y="12534"/>
                </a:cubicBezTo>
                <a:lnTo>
                  <a:pt x="14820" y="12846"/>
                </a:lnTo>
                <a:cubicBezTo>
                  <a:pt x="14820" y="12975"/>
                  <a:pt x="14715" y="13080"/>
                  <a:pt x="14586" y="13080"/>
                </a:cubicBezTo>
                <a:lnTo>
                  <a:pt x="11934" y="13080"/>
                </a:lnTo>
                <a:cubicBezTo>
                  <a:pt x="11805" y="13080"/>
                  <a:pt x="11700" y="12975"/>
                  <a:pt x="11700" y="12846"/>
                </a:cubicBezTo>
                <a:lnTo>
                  <a:pt x="11700" y="12534"/>
                </a:lnTo>
                <a:cubicBezTo>
                  <a:pt x="11700" y="12405"/>
                  <a:pt x="11805" y="12300"/>
                  <a:pt x="11934" y="12300"/>
                </a:cubicBezTo>
                <a:close/>
                <a:moveTo>
                  <a:pt x="11934" y="13860"/>
                </a:moveTo>
                <a:lnTo>
                  <a:pt x="14586" y="13860"/>
                </a:lnTo>
                <a:cubicBezTo>
                  <a:pt x="14715" y="13860"/>
                  <a:pt x="14820" y="13965"/>
                  <a:pt x="14820" y="14094"/>
                </a:cubicBezTo>
                <a:lnTo>
                  <a:pt x="14820" y="14406"/>
                </a:lnTo>
                <a:cubicBezTo>
                  <a:pt x="14820" y="14535"/>
                  <a:pt x="14715" y="14640"/>
                  <a:pt x="14586" y="14640"/>
                </a:cubicBezTo>
                <a:lnTo>
                  <a:pt x="11934" y="14640"/>
                </a:lnTo>
                <a:cubicBezTo>
                  <a:pt x="11805" y="14640"/>
                  <a:pt x="11700" y="14535"/>
                  <a:pt x="11700" y="14406"/>
                </a:cubicBezTo>
                <a:lnTo>
                  <a:pt x="11700" y="14094"/>
                </a:lnTo>
                <a:cubicBezTo>
                  <a:pt x="11700" y="13965"/>
                  <a:pt x="11805" y="13860"/>
                  <a:pt x="11934" y="13860"/>
                </a:cubicBezTo>
                <a:close/>
                <a:moveTo>
                  <a:pt x="11934" y="15420"/>
                </a:moveTo>
                <a:lnTo>
                  <a:pt x="14586" y="15420"/>
                </a:lnTo>
                <a:cubicBezTo>
                  <a:pt x="14715" y="15420"/>
                  <a:pt x="14820" y="15525"/>
                  <a:pt x="14820" y="15654"/>
                </a:cubicBezTo>
                <a:lnTo>
                  <a:pt x="14820" y="15966"/>
                </a:lnTo>
                <a:cubicBezTo>
                  <a:pt x="14820" y="16095"/>
                  <a:pt x="14715" y="16200"/>
                  <a:pt x="14586" y="16200"/>
                </a:cubicBezTo>
                <a:lnTo>
                  <a:pt x="11934" y="16200"/>
                </a:lnTo>
                <a:cubicBezTo>
                  <a:pt x="11805" y="16200"/>
                  <a:pt x="11700" y="16095"/>
                  <a:pt x="11700" y="15966"/>
                </a:cubicBezTo>
                <a:lnTo>
                  <a:pt x="11700" y="15654"/>
                </a:lnTo>
                <a:cubicBezTo>
                  <a:pt x="11700" y="15525"/>
                  <a:pt x="11805" y="15420"/>
                  <a:pt x="11934" y="154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SHOW-033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前后对比·已验证</a:t>
            </a:r>
          </a:p>
        </p:txBody>
      </p:sp>
      <p:sp>
        <p:nvSpPr>
          <p:cNvPr id="103" name="SHOW-03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960"/>
                </a:moveTo>
                <a:lnTo>
                  <a:pt x="8268" y="9960"/>
                </a:lnTo>
                <a:cubicBezTo>
                  <a:pt x="8440" y="9960"/>
                  <a:pt x="8580" y="10100"/>
                  <a:pt x="8580" y="10272"/>
                </a:cubicBezTo>
                <a:lnTo>
                  <a:pt x="8580" y="19008"/>
                </a:lnTo>
                <a:cubicBezTo>
                  <a:pt x="8580" y="19180"/>
                  <a:pt x="8440" y="19320"/>
                  <a:pt x="8268" y="19320"/>
                </a:cubicBezTo>
                <a:lnTo>
                  <a:pt x="2652" y="19320"/>
                </a:lnTo>
                <a:cubicBezTo>
                  <a:pt x="2480" y="19320"/>
                  <a:pt x="2340" y="19180"/>
                  <a:pt x="2340" y="19008"/>
                </a:cubicBezTo>
                <a:lnTo>
                  <a:pt x="2340" y="10272"/>
                </a:lnTo>
                <a:cubicBezTo>
                  <a:pt x="2340" y="10100"/>
                  <a:pt x="2480" y="9960"/>
                  <a:pt x="2652" y="9960"/>
                </a:cubicBezTo>
                <a:close/>
                <a:moveTo>
                  <a:pt x="10452" y="9960"/>
                </a:moveTo>
                <a:lnTo>
                  <a:pt x="16068" y="9960"/>
                </a:lnTo>
                <a:cubicBezTo>
                  <a:pt x="16240" y="9960"/>
                  <a:pt x="16380" y="10100"/>
                  <a:pt x="16380" y="10272"/>
                </a:cubicBezTo>
                <a:lnTo>
                  <a:pt x="16380" y="19008"/>
                </a:lnTo>
                <a:cubicBezTo>
                  <a:pt x="16380" y="19180"/>
                  <a:pt x="16240" y="19320"/>
                  <a:pt x="16068" y="19320"/>
                </a:cubicBezTo>
                <a:lnTo>
                  <a:pt x="10452" y="19320"/>
                </a:lnTo>
                <a:cubicBezTo>
                  <a:pt x="10280" y="19320"/>
                  <a:pt x="10140" y="19180"/>
                  <a:pt x="10140" y="19008"/>
                </a:cubicBezTo>
                <a:lnTo>
                  <a:pt x="10140" y="10272"/>
                </a:lnTo>
                <a:cubicBezTo>
                  <a:pt x="10140" y="10100"/>
                  <a:pt x="10280" y="9960"/>
                  <a:pt x="10452" y="9960"/>
                </a:cubicBezTo>
                <a:close/>
                <a:moveTo>
                  <a:pt x="8580" y="15030"/>
                </a:moveTo>
                <a:lnTo>
                  <a:pt x="8580" y="15030"/>
                </a:lnTo>
                <a:lnTo>
                  <a:pt x="8580" y="15576"/>
                </a:lnTo>
                <a:lnTo>
                  <a:pt x="10140" y="14640"/>
                </a:lnTo>
                <a:lnTo>
                  <a:pt x="8580" y="13704"/>
                </a:lnTo>
                <a:lnTo>
                  <a:pt x="8580" y="14250"/>
                </a:lnTo>
                <a:lnTo>
                  <a:pt x="8580" y="14250"/>
                </a:lnTo>
                <a:close/>
                <a:moveTo>
                  <a:pt x="413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16746"/>
                </a:lnTo>
                <a:cubicBezTo>
                  <a:pt x="7020" y="16875"/>
                  <a:pt x="6915" y="16980"/>
                  <a:pt x="6786" y="16980"/>
                </a:cubicBezTo>
                <a:lnTo>
                  <a:pt x="4134" y="16980"/>
                </a:lnTo>
                <a:cubicBezTo>
                  <a:pt x="4005" y="16980"/>
                  <a:pt x="3900" y="16875"/>
                  <a:pt x="3900" y="16746"/>
                </a:cubicBezTo>
                <a:lnTo>
                  <a:pt x="3900" y="16434"/>
                </a:lnTo>
                <a:cubicBezTo>
                  <a:pt x="3900" y="16305"/>
                  <a:pt x="4005" y="16200"/>
                  <a:pt x="4134" y="16200"/>
                </a:cubicBezTo>
                <a:close/>
                <a:moveTo>
                  <a:pt x="11934" y="12300"/>
                </a:moveTo>
                <a:lnTo>
                  <a:pt x="14586" y="12300"/>
                </a:lnTo>
                <a:cubicBezTo>
                  <a:pt x="14715" y="12300"/>
                  <a:pt x="14820" y="12405"/>
                  <a:pt x="14820" y="12534"/>
                </a:cubicBezTo>
                <a:lnTo>
                  <a:pt x="14820" y="12846"/>
                </a:lnTo>
                <a:cubicBezTo>
                  <a:pt x="14820" y="12975"/>
                  <a:pt x="14715" y="13080"/>
                  <a:pt x="14586" y="13080"/>
                </a:cubicBezTo>
                <a:lnTo>
                  <a:pt x="11934" y="13080"/>
                </a:lnTo>
                <a:cubicBezTo>
                  <a:pt x="11805" y="13080"/>
                  <a:pt x="11700" y="12975"/>
                  <a:pt x="11700" y="12846"/>
                </a:cubicBezTo>
                <a:lnTo>
                  <a:pt x="11700" y="12534"/>
                </a:lnTo>
                <a:cubicBezTo>
                  <a:pt x="11700" y="12405"/>
                  <a:pt x="11805" y="12300"/>
                  <a:pt x="11934" y="12300"/>
                </a:cubicBezTo>
                <a:close/>
                <a:moveTo>
                  <a:pt x="11934" y="13860"/>
                </a:moveTo>
                <a:lnTo>
                  <a:pt x="14586" y="13860"/>
                </a:lnTo>
                <a:cubicBezTo>
                  <a:pt x="14715" y="13860"/>
                  <a:pt x="14820" y="13965"/>
                  <a:pt x="14820" y="14094"/>
                </a:cubicBezTo>
                <a:lnTo>
                  <a:pt x="14820" y="14406"/>
                </a:lnTo>
                <a:cubicBezTo>
                  <a:pt x="14820" y="14535"/>
                  <a:pt x="14715" y="14640"/>
                  <a:pt x="14586" y="14640"/>
                </a:cubicBezTo>
                <a:lnTo>
                  <a:pt x="11934" y="14640"/>
                </a:lnTo>
                <a:cubicBezTo>
                  <a:pt x="11805" y="14640"/>
                  <a:pt x="11700" y="14535"/>
                  <a:pt x="11700" y="14406"/>
                </a:cubicBezTo>
                <a:lnTo>
                  <a:pt x="11700" y="14094"/>
                </a:lnTo>
                <a:cubicBezTo>
                  <a:pt x="11700" y="13965"/>
                  <a:pt x="11805" y="13860"/>
                  <a:pt x="11934" y="13860"/>
                </a:cubicBezTo>
                <a:close/>
                <a:moveTo>
                  <a:pt x="11934" y="15420"/>
                </a:moveTo>
                <a:lnTo>
                  <a:pt x="14586" y="15420"/>
                </a:lnTo>
                <a:cubicBezTo>
                  <a:pt x="14715" y="15420"/>
                  <a:pt x="14820" y="15525"/>
                  <a:pt x="14820" y="15654"/>
                </a:cubicBezTo>
                <a:lnTo>
                  <a:pt x="14820" y="15966"/>
                </a:lnTo>
                <a:cubicBezTo>
                  <a:pt x="14820" y="16095"/>
                  <a:pt x="14715" y="16200"/>
                  <a:pt x="14586" y="16200"/>
                </a:cubicBezTo>
                <a:lnTo>
                  <a:pt x="11934" y="16200"/>
                </a:lnTo>
                <a:cubicBezTo>
                  <a:pt x="11805" y="16200"/>
                  <a:pt x="11700" y="16095"/>
                  <a:pt x="11700" y="15966"/>
                </a:cubicBezTo>
                <a:lnTo>
                  <a:pt x="11700" y="15654"/>
                </a:lnTo>
                <a:cubicBezTo>
                  <a:pt x="11700" y="15525"/>
                  <a:pt x="11805" y="15420"/>
                  <a:pt x="11934" y="1542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前后对比·上升</a:t>
            </a:r>
          </a:p>
        </p:txBody>
      </p:sp>
      <p:sp>
        <p:nvSpPr>
          <p:cNvPr id="106" name="SHOW-03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960"/>
                </a:moveTo>
                <a:lnTo>
                  <a:pt x="8268" y="9960"/>
                </a:lnTo>
                <a:cubicBezTo>
                  <a:pt x="8440" y="9960"/>
                  <a:pt x="8580" y="10100"/>
                  <a:pt x="8580" y="10272"/>
                </a:cubicBezTo>
                <a:lnTo>
                  <a:pt x="8580" y="19008"/>
                </a:lnTo>
                <a:cubicBezTo>
                  <a:pt x="8580" y="19180"/>
                  <a:pt x="8440" y="19320"/>
                  <a:pt x="8268" y="19320"/>
                </a:cubicBezTo>
                <a:lnTo>
                  <a:pt x="2652" y="19320"/>
                </a:lnTo>
                <a:cubicBezTo>
                  <a:pt x="2480" y="19320"/>
                  <a:pt x="2340" y="19180"/>
                  <a:pt x="2340" y="19008"/>
                </a:cubicBezTo>
                <a:lnTo>
                  <a:pt x="2340" y="10272"/>
                </a:lnTo>
                <a:cubicBezTo>
                  <a:pt x="2340" y="10100"/>
                  <a:pt x="2480" y="9960"/>
                  <a:pt x="2652" y="9960"/>
                </a:cubicBezTo>
                <a:close/>
                <a:moveTo>
                  <a:pt x="10452" y="9960"/>
                </a:moveTo>
                <a:lnTo>
                  <a:pt x="16068" y="9960"/>
                </a:lnTo>
                <a:cubicBezTo>
                  <a:pt x="16240" y="9960"/>
                  <a:pt x="16380" y="10100"/>
                  <a:pt x="16380" y="10272"/>
                </a:cubicBezTo>
                <a:lnTo>
                  <a:pt x="16380" y="19008"/>
                </a:lnTo>
                <a:cubicBezTo>
                  <a:pt x="16380" y="19180"/>
                  <a:pt x="16240" y="19320"/>
                  <a:pt x="16068" y="19320"/>
                </a:cubicBezTo>
                <a:lnTo>
                  <a:pt x="10452" y="19320"/>
                </a:lnTo>
                <a:cubicBezTo>
                  <a:pt x="10280" y="19320"/>
                  <a:pt x="10140" y="19180"/>
                  <a:pt x="10140" y="19008"/>
                </a:cubicBezTo>
                <a:lnTo>
                  <a:pt x="10140" y="10272"/>
                </a:lnTo>
                <a:cubicBezTo>
                  <a:pt x="10140" y="10100"/>
                  <a:pt x="10280" y="9960"/>
                  <a:pt x="10452" y="9960"/>
                </a:cubicBezTo>
                <a:close/>
                <a:moveTo>
                  <a:pt x="8580" y="15030"/>
                </a:moveTo>
                <a:lnTo>
                  <a:pt x="8580" y="15030"/>
                </a:lnTo>
                <a:lnTo>
                  <a:pt x="8580" y="15576"/>
                </a:lnTo>
                <a:lnTo>
                  <a:pt x="10140" y="14640"/>
                </a:lnTo>
                <a:lnTo>
                  <a:pt x="8580" y="13704"/>
                </a:lnTo>
                <a:lnTo>
                  <a:pt x="8580" y="14250"/>
                </a:lnTo>
                <a:lnTo>
                  <a:pt x="8580" y="14250"/>
                </a:lnTo>
                <a:close/>
                <a:moveTo>
                  <a:pt x="413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16746"/>
                </a:lnTo>
                <a:cubicBezTo>
                  <a:pt x="7020" y="16875"/>
                  <a:pt x="6915" y="16980"/>
                  <a:pt x="6786" y="16980"/>
                </a:cubicBezTo>
                <a:lnTo>
                  <a:pt x="4134" y="16980"/>
                </a:lnTo>
                <a:cubicBezTo>
                  <a:pt x="4005" y="16980"/>
                  <a:pt x="3900" y="16875"/>
                  <a:pt x="3900" y="16746"/>
                </a:cubicBezTo>
                <a:lnTo>
                  <a:pt x="3900" y="16434"/>
                </a:lnTo>
                <a:cubicBezTo>
                  <a:pt x="3900" y="16305"/>
                  <a:pt x="4005" y="16200"/>
                  <a:pt x="4134" y="16200"/>
                </a:cubicBezTo>
                <a:close/>
                <a:moveTo>
                  <a:pt x="11934" y="12300"/>
                </a:moveTo>
                <a:lnTo>
                  <a:pt x="14586" y="12300"/>
                </a:lnTo>
                <a:cubicBezTo>
                  <a:pt x="14715" y="12300"/>
                  <a:pt x="14820" y="12405"/>
                  <a:pt x="14820" y="12534"/>
                </a:cubicBezTo>
                <a:lnTo>
                  <a:pt x="14820" y="12846"/>
                </a:lnTo>
                <a:cubicBezTo>
                  <a:pt x="14820" y="12975"/>
                  <a:pt x="14715" y="13080"/>
                  <a:pt x="14586" y="13080"/>
                </a:cubicBezTo>
                <a:lnTo>
                  <a:pt x="11934" y="13080"/>
                </a:lnTo>
                <a:cubicBezTo>
                  <a:pt x="11805" y="13080"/>
                  <a:pt x="11700" y="12975"/>
                  <a:pt x="11700" y="12846"/>
                </a:cubicBezTo>
                <a:lnTo>
                  <a:pt x="11700" y="12534"/>
                </a:lnTo>
                <a:cubicBezTo>
                  <a:pt x="11700" y="12405"/>
                  <a:pt x="11805" y="12300"/>
                  <a:pt x="11934" y="12300"/>
                </a:cubicBezTo>
                <a:close/>
                <a:moveTo>
                  <a:pt x="11934" y="13860"/>
                </a:moveTo>
                <a:lnTo>
                  <a:pt x="14586" y="13860"/>
                </a:lnTo>
                <a:cubicBezTo>
                  <a:pt x="14715" y="13860"/>
                  <a:pt x="14820" y="13965"/>
                  <a:pt x="14820" y="14094"/>
                </a:cubicBezTo>
                <a:lnTo>
                  <a:pt x="14820" y="14406"/>
                </a:lnTo>
                <a:cubicBezTo>
                  <a:pt x="14820" y="14535"/>
                  <a:pt x="14715" y="14640"/>
                  <a:pt x="14586" y="14640"/>
                </a:cubicBezTo>
                <a:lnTo>
                  <a:pt x="11934" y="14640"/>
                </a:lnTo>
                <a:cubicBezTo>
                  <a:pt x="11805" y="14640"/>
                  <a:pt x="11700" y="14535"/>
                  <a:pt x="11700" y="14406"/>
                </a:cubicBezTo>
                <a:lnTo>
                  <a:pt x="11700" y="14094"/>
                </a:lnTo>
                <a:cubicBezTo>
                  <a:pt x="11700" y="13965"/>
                  <a:pt x="11805" y="13860"/>
                  <a:pt x="11934" y="13860"/>
                </a:cubicBezTo>
                <a:close/>
                <a:moveTo>
                  <a:pt x="11934" y="15420"/>
                </a:moveTo>
                <a:lnTo>
                  <a:pt x="14586" y="15420"/>
                </a:lnTo>
                <a:cubicBezTo>
                  <a:pt x="14715" y="15420"/>
                  <a:pt x="14820" y="15525"/>
                  <a:pt x="14820" y="15654"/>
                </a:cubicBezTo>
                <a:lnTo>
                  <a:pt x="14820" y="15966"/>
                </a:lnTo>
                <a:cubicBezTo>
                  <a:pt x="14820" y="16095"/>
                  <a:pt x="14715" y="16200"/>
                  <a:pt x="14586" y="16200"/>
                </a:cubicBezTo>
                <a:lnTo>
                  <a:pt x="11934" y="16200"/>
                </a:lnTo>
                <a:cubicBezTo>
                  <a:pt x="11805" y="16200"/>
                  <a:pt x="11700" y="16095"/>
                  <a:pt x="11700" y="15966"/>
                </a:cubicBezTo>
                <a:lnTo>
                  <a:pt x="11700" y="15654"/>
                </a:lnTo>
                <a:cubicBezTo>
                  <a:pt x="11700" y="15525"/>
                  <a:pt x="11805" y="15420"/>
                  <a:pt x="11934" y="1542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SHOW-035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前后对比·关怀</a:t>
            </a:r>
          </a:p>
        </p:txBody>
      </p:sp>
      <p:sp>
        <p:nvSpPr>
          <p:cNvPr id="109" name="SHOW-03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652" y="9960"/>
                </a:moveTo>
                <a:lnTo>
                  <a:pt x="8268" y="9960"/>
                </a:lnTo>
                <a:cubicBezTo>
                  <a:pt x="8440" y="9960"/>
                  <a:pt x="8580" y="10100"/>
                  <a:pt x="8580" y="10272"/>
                </a:cubicBezTo>
                <a:lnTo>
                  <a:pt x="8580" y="19008"/>
                </a:lnTo>
                <a:cubicBezTo>
                  <a:pt x="8580" y="19180"/>
                  <a:pt x="8440" y="19320"/>
                  <a:pt x="8268" y="19320"/>
                </a:cubicBezTo>
                <a:lnTo>
                  <a:pt x="2652" y="19320"/>
                </a:lnTo>
                <a:cubicBezTo>
                  <a:pt x="2480" y="19320"/>
                  <a:pt x="2340" y="19180"/>
                  <a:pt x="2340" y="19008"/>
                </a:cubicBezTo>
                <a:lnTo>
                  <a:pt x="2340" y="10272"/>
                </a:lnTo>
                <a:cubicBezTo>
                  <a:pt x="2340" y="10100"/>
                  <a:pt x="2480" y="9960"/>
                  <a:pt x="2652" y="9960"/>
                </a:cubicBezTo>
                <a:close/>
                <a:moveTo>
                  <a:pt x="10452" y="9960"/>
                </a:moveTo>
                <a:lnTo>
                  <a:pt x="16068" y="9960"/>
                </a:lnTo>
                <a:cubicBezTo>
                  <a:pt x="16240" y="9960"/>
                  <a:pt x="16380" y="10100"/>
                  <a:pt x="16380" y="10272"/>
                </a:cubicBezTo>
                <a:lnTo>
                  <a:pt x="16380" y="19008"/>
                </a:lnTo>
                <a:cubicBezTo>
                  <a:pt x="16380" y="19180"/>
                  <a:pt x="16240" y="19320"/>
                  <a:pt x="16068" y="19320"/>
                </a:cubicBezTo>
                <a:lnTo>
                  <a:pt x="10452" y="19320"/>
                </a:lnTo>
                <a:cubicBezTo>
                  <a:pt x="10280" y="19320"/>
                  <a:pt x="10140" y="19180"/>
                  <a:pt x="10140" y="19008"/>
                </a:cubicBezTo>
                <a:lnTo>
                  <a:pt x="10140" y="10272"/>
                </a:lnTo>
                <a:cubicBezTo>
                  <a:pt x="10140" y="10100"/>
                  <a:pt x="10280" y="9960"/>
                  <a:pt x="10452" y="9960"/>
                </a:cubicBezTo>
                <a:close/>
                <a:moveTo>
                  <a:pt x="8580" y="15030"/>
                </a:moveTo>
                <a:lnTo>
                  <a:pt x="8580" y="15030"/>
                </a:lnTo>
                <a:lnTo>
                  <a:pt x="8580" y="15576"/>
                </a:lnTo>
                <a:lnTo>
                  <a:pt x="10140" y="14640"/>
                </a:lnTo>
                <a:lnTo>
                  <a:pt x="8580" y="13704"/>
                </a:lnTo>
                <a:lnTo>
                  <a:pt x="8580" y="14250"/>
                </a:lnTo>
                <a:lnTo>
                  <a:pt x="8580" y="14250"/>
                </a:lnTo>
                <a:close/>
                <a:moveTo>
                  <a:pt x="413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16746"/>
                </a:lnTo>
                <a:cubicBezTo>
                  <a:pt x="7020" y="16875"/>
                  <a:pt x="6915" y="16980"/>
                  <a:pt x="6786" y="16980"/>
                </a:cubicBezTo>
                <a:lnTo>
                  <a:pt x="4134" y="16980"/>
                </a:lnTo>
                <a:cubicBezTo>
                  <a:pt x="4005" y="16980"/>
                  <a:pt x="3900" y="16875"/>
                  <a:pt x="3900" y="16746"/>
                </a:cubicBezTo>
                <a:lnTo>
                  <a:pt x="3900" y="16434"/>
                </a:lnTo>
                <a:cubicBezTo>
                  <a:pt x="3900" y="16305"/>
                  <a:pt x="4005" y="16200"/>
                  <a:pt x="4134" y="16200"/>
                </a:cubicBezTo>
                <a:close/>
                <a:moveTo>
                  <a:pt x="11934" y="12300"/>
                </a:moveTo>
                <a:lnTo>
                  <a:pt x="14586" y="12300"/>
                </a:lnTo>
                <a:cubicBezTo>
                  <a:pt x="14715" y="12300"/>
                  <a:pt x="14820" y="12405"/>
                  <a:pt x="14820" y="12534"/>
                </a:cubicBezTo>
                <a:lnTo>
                  <a:pt x="14820" y="12846"/>
                </a:lnTo>
                <a:cubicBezTo>
                  <a:pt x="14820" y="12975"/>
                  <a:pt x="14715" y="13080"/>
                  <a:pt x="14586" y="13080"/>
                </a:cubicBezTo>
                <a:lnTo>
                  <a:pt x="11934" y="13080"/>
                </a:lnTo>
                <a:cubicBezTo>
                  <a:pt x="11805" y="13080"/>
                  <a:pt x="11700" y="12975"/>
                  <a:pt x="11700" y="12846"/>
                </a:cubicBezTo>
                <a:lnTo>
                  <a:pt x="11700" y="12534"/>
                </a:lnTo>
                <a:cubicBezTo>
                  <a:pt x="11700" y="12405"/>
                  <a:pt x="11805" y="12300"/>
                  <a:pt x="11934" y="12300"/>
                </a:cubicBezTo>
                <a:close/>
                <a:moveTo>
                  <a:pt x="11934" y="13860"/>
                </a:moveTo>
                <a:lnTo>
                  <a:pt x="14586" y="13860"/>
                </a:lnTo>
                <a:cubicBezTo>
                  <a:pt x="14715" y="13860"/>
                  <a:pt x="14820" y="13965"/>
                  <a:pt x="14820" y="14094"/>
                </a:cubicBezTo>
                <a:lnTo>
                  <a:pt x="14820" y="14406"/>
                </a:lnTo>
                <a:cubicBezTo>
                  <a:pt x="14820" y="14535"/>
                  <a:pt x="14715" y="14640"/>
                  <a:pt x="14586" y="14640"/>
                </a:cubicBezTo>
                <a:lnTo>
                  <a:pt x="11934" y="14640"/>
                </a:lnTo>
                <a:cubicBezTo>
                  <a:pt x="11805" y="14640"/>
                  <a:pt x="11700" y="14535"/>
                  <a:pt x="11700" y="14406"/>
                </a:cubicBezTo>
                <a:lnTo>
                  <a:pt x="11700" y="14094"/>
                </a:lnTo>
                <a:cubicBezTo>
                  <a:pt x="11700" y="13965"/>
                  <a:pt x="11805" y="13860"/>
                  <a:pt x="11934" y="13860"/>
                </a:cubicBezTo>
                <a:close/>
                <a:moveTo>
                  <a:pt x="11934" y="15420"/>
                </a:moveTo>
                <a:lnTo>
                  <a:pt x="14586" y="15420"/>
                </a:lnTo>
                <a:cubicBezTo>
                  <a:pt x="14715" y="15420"/>
                  <a:pt x="14820" y="15525"/>
                  <a:pt x="14820" y="15654"/>
                </a:cubicBezTo>
                <a:lnTo>
                  <a:pt x="14820" y="15966"/>
                </a:lnTo>
                <a:cubicBezTo>
                  <a:pt x="14820" y="16095"/>
                  <a:pt x="14715" y="16200"/>
                  <a:pt x="14586" y="16200"/>
                </a:cubicBezTo>
                <a:lnTo>
                  <a:pt x="11934" y="16200"/>
                </a:lnTo>
                <a:cubicBezTo>
                  <a:pt x="11805" y="16200"/>
                  <a:pt x="11700" y="16095"/>
                  <a:pt x="11700" y="15966"/>
                </a:cubicBezTo>
                <a:lnTo>
                  <a:pt x="11700" y="15654"/>
                </a:lnTo>
                <a:cubicBezTo>
                  <a:pt x="11700" y="15525"/>
                  <a:pt x="11805" y="15420"/>
                  <a:pt x="11934" y="1542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SHOW-036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前后对比·协同</a:t>
            </a:r>
          </a:p>
        </p:txBody>
      </p:sp>
      <p:sp>
        <p:nvSpPr>
          <p:cNvPr id="112" name="SHOW-03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0" y="4000"/>
                </a:moveTo>
                <a:lnTo>
                  <a:pt x="21200" y="4000"/>
                </a:lnTo>
                <a:cubicBezTo>
                  <a:pt x="21642" y="4000"/>
                  <a:pt x="22000" y="4358"/>
                  <a:pt x="22000" y="4800"/>
                </a:cubicBezTo>
                <a:lnTo>
                  <a:pt x="22000" y="19200"/>
                </a:lnTo>
                <a:cubicBezTo>
                  <a:pt x="22000" y="19642"/>
                  <a:pt x="21642" y="20000"/>
                  <a:pt x="21200" y="20000"/>
                </a:cubicBezTo>
                <a:lnTo>
                  <a:pt x="2800" y="20000"/>
                </a:lnTo>
                <a:cubicBezTo>
                  <a:pt x="2358" y="20000"/>
                  <a:pt x="2000" y="19642"/>
                  <a:pt x="2000" y="19200"/>
                </a:cubicBezTo>
                <a:lnTo>
                  <a:pt x="2000" y="4800"/>
                </a:lnTo>
                <a:cubicBezTo>
                  <a:pt x="2000" y="4358"/>
                  <a:pt x="2358" y="4000"/>
                  <a:pt x="2800" y="4000"/>
                </a:cubicBezTo>
                <a:close/>
                <a:moveTo>
                  <a:pt x="4400" y="7000"/>
                </a:moveTo>
                <a:lnTo>
                  <a:pt x="10600" y="7000"/>
                </a:lnTo>
                <a:cubicBezTo>
                  <a:pt x="10821" y="7000"/>
                  <a:pt x="11000" y="7179"/>
                  <a:pt x="11000" y="7400"/>
                </a:cubicBezTo>
                <a:lnTo>
                  <a:pt x="11000" y="11600"/>
                </a:lnTo>
                <a:cubicBezTo>
                  <a:pt x="11000" y="11821"/>
                  <a:pt x="10821" y="12000"/>
                  <a:pt x="10600" y="12000"/>
                </a:cubicBezTo>
                <a:lnTo>
                  <a:pt x="4400" y="12000"/>
                </a:lnTo>
                <a:cubicBezTo>
                  <a:pt x="4179" y="12000"/>
                  <a:pt x="4000" y="11821"/>
                  <a:pt x="4000" y="11600"/>
                </a:cubicBezTo>
                <a:lnTo>
                  <a:pt x="4000" y="7400"/>
                </a:lnTo>
                <a:cubicBezTo>
                  <a:pt x="4000" y="7179"/>
                  <a:pt x="4179" y="7000"/>
                  <a:pt x="4400" y="7000"/>
                </a:cubicBezTo>
                <a:close/>
                <a:moveTo>
                  <a:pt x="13400" y="7000"/>
                </a:moveTo>
                <a:lnTo>
                  <a:pt x="19600" y="7000"/>
                </a:lnTo>
                <a:cubicBezTo>
                  <a:pt x="19821" y="7000"/>
                  <a:pt x="20000" y="7179"/>
                  <a:pt x="20000" y="7400"/>
                </a:cubicBezTo>
                <a:lnTo>
                  <a:pt x="20000" y="11600"/>
                </a:lnTo>
                <a:cubicBezTo>
                  <a:pt x="20000" y="11821"/>
                  <a:pt x="19821" y="12000"/>
                  <a:pt x="19600" y="12000"/>
                </a:cubicBezTo>
                <a:lnTo>
                  <a:pt x="13400" y="12000"/>
                </a:lnTo>
                <a:cubicBezTo>
                  <a:pt x="13179" y="12000"/>
                  <a:pt x="13000" y="11821"/>
                  <a:pt x="13000" y="11600"/>
                </a:cubicBezTo>
                <a:lnTo>
                  <a:pt x="13000" y="7400"/>
                </a:lnTo>
                <a:cubicBezTo>
                  <a:pt x="13000" y="7179"/>
                  <a:pt x="13179" y="7000"/>
                  <a:pt x="13400" y="7000"/>
                </a:cubicBezTo>
                <a:close/>
                <a:moveTo>
                  <a:pt x="4400" y="14000"/>
                </a:moveTo>
                <a:lnTo>
                  <a:pt x="10600" y="14000"/>
                </a:lnTo>
                <a:cubicBezTo>
                  <a:pt x="10821" y="14000"/>
                  <a:pt x="11000" y="14179"/>
                  <a:pt x="11000" y="14400"/>
                </a:cubicBezTo>
                <a:lnTo>
                  <a:pt x="11000" y="18600"/>
                </a:lnTo>
                <a:cubicBezTo>
                  <a:pt x="11000" y="18821"/>
                  <a:pt x="10821" y="19000"/>
                  <a:pt x="10600" y="19000"/>
                </a:cubicBezTo>
                <a:lnTo>
                  <a:pt x="4400" y="19000"/>
                </a:lnTo>
                <a:cubicBezTo>
                  <a:pt x="4179" y="19000"/>
                  <a:pt x="4000" y="18821"/>
                  <a:pt x="4000" y="18600"/>
                </a:cubicBezTo>
                <a:lnTo>
                  <a:pt x="4000" y="14400"/>
                </a:lnTo>
                <a:cubicBezTo>
                  <a:pt x="4000" y="14179"/>
                  <a:pt x="4179" y="14000"/>
                  <a:pt x="4400" y="14000"/>
                </a:cubicBezTo>
                <a:close/>
                <a:moveTo>
                  <a:pt x="13400" y="14000"/>
                </a:moveTo>
                <a:lnTo>
                  <a:pt x="19600" y="14000"/>
                </a:lnTo>
                <a:cubicBezTo>
                  <a:pt x="19821" y="14000"/>
                  <a:pt x="20000" y="14179"/>
                  <a:pt x="20000" y="14400"/>
                </a:cubicBezTo>
                <a:lnTo>
                  <a:pt x="20000" y="18600"/>
                </a:lnTo>
                <a:cubicBezTo>
                  <a:pt x="20000" y="18821"/>
                  <a:pt x="19821" y="19000"/>
                  <a:pt x="19600" y="19000"/>
                </a:cubicBezTo>
                <a:lnTo>
                  <a:pt x="13400" y="19000"/>
                </a:lnTo>
                <a:cubicBezTo>
                  <a:pt x="13179" y="19000"/>
                  <a:pt x="13000" y="18821"/>
                  <a:pt x="13000" y="18600"/>
                </a:cubicBezTo>
                <a:lnTo>
                  <a:pt x="13000" y="14400"/>
                </a:lnTo>
                <a:cubicBezTo>
                  <a:pt x="13000" y="14179"/>
                  <a:pt x="13179" y="14000"/>
                  <a:pt x="13400" y="14000"/>
                </a:cubicBezTo>
                <a:close/>
                <a:moveTo>
                  <a:pt x="8000" y="9500"/>
                </a:moveTo>
                <a:cubicBezTo>
                  <a:pt x="8000" y="10052"/>
                  <a:pt x="7552" y="10500"/>
                  <a:pt x="7000" y="10500"/>
                </a:cubicBezTo>
                <a:cubicBezTo>
                  <a:pt x="6448" y="10500"/>
                  <a:pt x="6000" y="10052"/>
                  <a:pt x="6000" y="9500"/>
                </a:cubicBezTo>
                <a:cubicBezTo>
                  <a:pt x="6000" y="8948"/>
                  <a:pt x="6448" y="8500"/>
                  <a:pt x="7000" y="8500"/>
                </a:cubicBezTo>
                <a:cubicBezTo>
                  <a:pt x="7552" y="8500"/>
                  <a:pt x="8000" y="8948"/>
                  <a:pt x="8000" y="9500"/>
                </a:cubicBezTo>
                <a:close/>
                <a:moveTo>
                  <a:pt x="17000" y="9500"/>
                </a:moveTo>
                <a:cubicBezTo>
                  <a:pt x="17000" y="10052"/>
                  <a:pt x="16552" y="10500"/>
                  <a:pt x="16000" y="10500"/>
                </a:cubicBezTo>
                <a:cubicBezTo>
                  <a:pt x="15448" y="10500"/>
                  <a:pt x="15000" y="10052"/>
                  <a:pt x="15000" y="9500"/>
                </a:cubicBezTo>
                <a:cubicBezTo>
                  <a:pt x="15000" y="8948"/>
                  <a:pt x="15448" y="8500"/>
                  <a:pt x="16000" y="8500"/>
                </a:cubicBezTo>
                <a:cubicBezTo>
                  <a:pt x="16552" y="8500"/>
                  <a:pt x="17000" y="8948"/>
                  <a:pt x="17000" y="9500"/>
                </a:cubicBezTo>
                <a:close/>
                <a:moveTo>
                  <a:pt x="8000" y="16500"/>
                </a:moveTo>
                <a:cubicBezTo>
                  <a:pt x="8000" y="17052"/>
                  <a:pt x="7552" y="17500"/>
                  <a:pt x="7000" y="17500"/>
                </a:cubicBezTo>
                <a:cubicBezTo>
                  <a:pt x="6448" y="17500"/>
                  <a:pt x="6000" y="17052"/>
                  <a:pt x="6000" y="16500"/>
                </a:cubicBezTo>
                <a:cubicBezTo>
                  <a:pt x="6000" y="15948"/>
                  <a:pt x="6448" y="15500"/>
                  <a:pt x="7000" y="15500"/>
                </a:cubicBezTo>
                <a:cubicBezTo>
                  <a:pt x="7552" y="15500"/>
                  <a:pt x="8000" y="15948"/>
                  <a:pt x="8000" y="16500"/>
                </a:cubicBezTo>
                <a:close/>
                <a:moveTo>
                  <a:pt x="17000" y="16500"/>
                </a:moveTo>
                <a:cubicBezTo>
                  <a:pt x="17000" y="17052"/>
                  <a:pt x="16552" y="17500"/>
                  <a:pt x="16000" y="17500"/>
                </a:cubicBezTo>
                <a:cubicBezTo>
                  <a:pt x="15448" y="17500"/>
                  <a:pt x="15000" y="17052"/>
                  <a:pt x="15000" y="16500"/>
                </a:cubicBezTo>
                <a:cubicBezTo>
                  <a:pt x="15000" y="15948"/>
                  <a:pt x="15448" y="15500"/>
                  <a:pt x="16000" y="15500"/>
                </a:cubicBezTo>
                <a:cubicBezTo>
                  <a:pt x="16552" y="15500"/>
                  <a:pt x="17000" y="15948"/>
                  <a:pt x="17000" y="165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KPI汇总</a:t>
            </a:r>
          </a:p>
        </p:txBody>
      </p:sp>
      <p:sp>
        <p:nvSpPr>
          <p:cNvPr id="115" name="SHOW-03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3432" y="10740"/>
                </a:moveTo>
                <a:lnTo>
                  <a:pt x="8268" y="10740"/>
                </a:lnTo>
                <a:cubicBezTo>
                  <a:pt x="8440" y="10740"/>
                  <a:pt x="8580" y="10880"/>
                  <a:pt x="8580" y="11052"/>
                </a:cubicBezTo>
                <a:lnTo>
                  <a:pt x="8580" y="14328"/>
                </a:lnTo>
                <a:cubicBezTo>
                  <a:pt x="8580" y="14500"/>
                  <a:pt x="8440" y="14640"/>
                  <a:pt x="8268" y="14640"/>
                </a:cubicBezTo>
                <a:lnTo>
                  <a:pt x="3432" y="14640"/>
                </a:lnTo>
                <a:cubicBezTo>
                  <a:pt x="3260" y="14640"/>
                  <a:pt x="3120" y="14500"/>
                  <a:pt x="3120" y="14328"/>
                </a:cubicBezTo>
                <a:lnTo>
                  <a:pt x="3120" y="11052"/>
                </a:lnTo>
                <a:cubicBezTo>
                  <a:pt x="3120" y="10880"/>
                  <a:pt x="3260" y="10740"/>
                  <a:pt x="3432" y="10740"/>
                </a:cubicBezTo>
                <a:close/>
                <a:moveTo>
                  <a:pt x="10452" y="10740"/>
                </a:moveTo>
                <a:lnTo>
                  <a:pt x="15288" y="10740"/>
                </a:lnTo>
                <a:cubicBezTo>
                  <a:pt x="15460" y="10740"/>
                  <a:pt x="15600" y="10880"/>
                  <a:pt x="15600" y="11052"/>
                </a:cubicBezTo>
                <a:lnTo>
                  <a:pt x="15600" y="14328"/>
                </a:lnTo>
                <a:cubicBezTo>
                  <a:pt x="15600" y="14500"/>
                  <a:pt x="15460" y="14640"/>
                  <a:pt x="15288" y="14640"/>
                </a:cubicBezTo>
                <a:lnTo>
                  <a:pt x="10452" y="14640"/>
                </a:lnTo>
                <a:cubicBezTo>
                  <a:pt x="10280" y="14640"/>
                  <a:pt x="10140" y="14500"/>
                  <a:pt x="10140" y="14328"/>
                </a:cubicBezTo>
                <a:lnTo>
                  <a:pt x="10140" y="11052"/>
                </a:lnTo>
                <a:cubicBezTo>
                  <a:pt x="10140" y="10880"/>
                  <a:pt x="10280" y="10740"/>
                  <a:pt x="10452" y="10740"/>
                </a:cubicBezTo>
                <a:close/>
                <a:moveTo>
                  <a:pt x="3432" y="16200"/>
                </a:moveTo>
                <a:lnTo>
                  <a:pt x="8268" y="16200"/>
                </a:lnTo>
                <a:cubicBezTo>
                  <a:pt x="8440" y="16200"/>
                  <a:pt x="8580" y="16340"/>
                  <a:pt x="8580" y="16512"/>
                </a:cubicBezTo>
                <a:lnTo>
                  <a:pt x="8580" y="19788"/>
                </a:lnTo>
                <a:cubicBezTo>
                  <a:pt x="8580" y="19960"/>
                  <a:pt x="8440" y="20100"/>
                  <a:pt x="8268" y="20100"/>
                </a:cubicBezTo>
                <a:lnTo>
                  <a:pt x="3432" y="20100"/>
                </a:lnTo>
                <a:cubicBezTo>
                  <a:pt x="3260" y="20100"/>
                  <a:pt x="3120" y="19960"/>
                  <a:pt x="3120" y="19788"/>
                </a:cubicBezTo>
                <a:lnTo>
                  <a:pt x="3120" y="16512"/>
                </a:lnTo>
                <a:cubicBezTo>
                  <a:pt x="3120" y="16340"/>
                  <a:pt x="3260" y="16200"/>
                  <a:pt x="3432" y="16200"/>
                </a:cubicBezTo>
                <a:close/>
                <a:moveTo>
                  <a:pt x="10452" y="16200"/>
                </a:moveTo>
                <a:lnTo>
                  <a:pt x="15288" y="16200"/>
                </a:lnTo>
                <a:cubicBezTo>
                  <a:pt x="15460" y="16200"/>
                  <a:pt x="15600" y="16340"/>
                  <a:pt x="15600" y="16512"/>
                </a:cubicBezTo>
                <a:lnTo>
                  <a:pt x="15600" y="19788"/>
                </a:lnTo>
                <a:cubicBezTo>
                  <a:pt x="15600" y="19960"/>
                  <a:pt x="15460" y="20100"/>
                  <a:pt x="15288" y="20100"/>
                </a:cubicBezTo>
                <a:lnTo>
                  <a:pt x="10452" y="20100"/>
                </a:lnTo>
                <a:cubicBezTo>
                  <a:pt x="10280" y="20100"/>
                  <a:pt x="10140" y="19960"/>
                  <a:pt x="10140" y="19788"/>
                </a:cubicBezTo>
                <a:lnTo>
                  <a:pt x="10140" y="16512"/>
                </a:lnTo>
                <a:cubicBezTo>
                  <a:pt x="10140" y="16340"/>
                  <a:pt x="10280" y="16200"/>
                  <a:pt x="10452" y="16200"/>
                </a:cubicBezTo>
                <a:close/>
                <a:moveTo>
                  <a:pt x="6240" y="12690"/>
                </a:moveTo>
                <a:cubicBezTo>
                  <a:pt x="6240" y="13121"/>
                  <a:pt x="5891" y="13470"/>
                  <a:pt x="5460" y="13470"/>
                </a:cubicBezTo>
                <a:cubicBezTo>
                  <a:pt x="5029" y="13470"/>
                  <a:pt x="4680" y="13121"/>
                  <a:pt x="4680" y="12690"/>
                </a:cubicBezTo>
                <a:cubicBezTo>
                  <a:pt x="4680" y="12259"/>
                  <a:pt x="5029" y="11910"/>
                  <a:pt x="5460" y="11910"/>
                </a:cubicBezTo>
                <a:cubicBezTo>
                  <a:pt x="5891" y="11910"/>
                  <a:pt x="6240" y="12259"/>
                  <a:pt x="6240" y="12690"/>
                </a:cubicBezTo>
                <a:close/>
                <a:moveTo>
                  <a:pt x="13260" y="12690"/>
                </a:moveTo>
                <a:cubicBezTo>
                  <a:pt x="13260" y="13121"/>
                  <a:pt x="12911" y="13470"/>
                  <a:pt x="12480" y="13470"/>
                </a:cubicBezTo>
                <a:cubicBezTo>
                  <a:pt x="12049" y="13470"/>
                  <a:pt x="11700" y="13121"/>
                  <a:pt x="11700" y="12690"/>
                </a:cubicBezTo>
                <a:cubicBezTo>
                  <a:pt x="11700" y="12259"/>
                  <a:pt x="12049" y="11910"/>
                  <a:pt x="12480" y="11910"/>
                </a:cubicBezTo>
                <a:cubicBezTo>
                  <a:pt x="12911" y="11910"/>
                  <a:pt x="13260" y="12259"/>
                  <a:pt x="13260" y="12690"/>
                </a:cubicBezTo>
                <a:close/>
                <a:moveTo>
                  <a:pt x="6240" y="18150"/>
                </a:moveTo>
                <a:cubicBezTo>
                  <a:pt x="6240" y="18581"/>
                  <a:pt x="5891" y="18930"/>
                  <a:pt x="5460" y="18930"/>
                </a:cubicBezTo>
                <a:cubicBezTo>
                  <a:pt x="5029" y="18930"/>
                  <a:pt x="4680" y="18581"/>
                  <a:pt x="4680" y="18150"/>
                </a:cubicBezTo>
                <a:cubicBezTo>
                  <a:pt x="4680" y="17719"/>
                  <a:pt x="5029" y="17370"/>
                  <a:pt x="5460" y="17370"/>
                </a:cubicBezTo>
                <a:cubicBezTo>
                  <a:pt x="5891" y="17370"/>
                  <a:pt x="6240" y="17719"/>
                  <a:pt x="6240" y="18150"/>
                </a:cubicBezTo>
                <a:close/>
                <a:moveTo>
                  <a:pt x="13260" y="18150"/>
                </a:moveTo>
                <a:cubicBezTo>
                  <a:pt x="13260" y="18581"/>
                  <a:pt x="12911" y="18930"/>
                  <a:pt x="12480" y="18930"/>
                </a:cubicBezTo>
                <a:cubicBezTo>
                  <a:pt x="12049" y="18930"/>
                  <a:pt x="11700" y="18581"/>
                  <a:pt x="11700" y="18150"/>
                </a:cubicBezTo>
                <a:cubicBezTo>
                  <a:pt x="11700" y="17719"/>
                  <a:pt x="12049" y="17370"/>
                  <a:pt x="12480" y="17370"/>
                </a:cubicBezTo>
                <a:cubicBezTo>
                  <a:pt x="12911" y="17370"/>
                  <a:pt x="13260" y="17719"/>
                  <a:pt x="13260" y="1815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KPI汇总·重点</a:t>
            </a:r>
          </a:p>
        </p:txBody>
      </p:sp>
      <p:sp>
        <p:nvSpPr>
          <p:cNvPr id="118" name="SHOW-03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3432" y="10740"/>
                </a:moveTo>
                <a:lnTo>
                  <a:pt x="8268" y="10740"/>
                </a:lnTo>
                <a:cubicBezTo>
                  <a:pt x="8440" y="10740"/>
                  <a:pt x="8580" y="10880"/>
                  <a:pt x="8580" y="11052"/>
                </a:cubicBezTo>
                <a:lnTo>
                  <a:pt x="8580" y="14328"/>
                </a:lnTo>
                <a:cubicBezTo>
                  <a:pt x="8580" y="14500"/>
                  <a:pt x="8440" y="14640"/>
                  <a:pt x="8268" y="14640"/>
                </a:cubicBezTo>
                <a:lnTo>
                  <a:pt x="3432" y="14640"/>
                </a:lnTo>
                <a:cubicBezTo>
                  <a:pt x="3260" y="14640"/>
                  <a:pt x="3120" y="14500"/>
                  <a:pt x="3120" y="14328"/>
                </a:cubicBezTo>
                <a:lnTo>
                  <a:pt x="3120" y="11052"/>
                </a:lnTo>
                <a:cubicBezTo>
                  <a:pt x="3120" y="10880"/>
                  <a:pt x="3260" y="10740"/>
                  <a:pt x="3432" y="10740"/>
                </a:cubicBezTo>
                <a:close/>
                <a:moveTo>
                  <a:pt x="10452" y="10740"/>
                </a:moveTo>
                <a:lnTo>
                  <a:pt x="15288" y="10740"/>
                </a:lnTo>
                <a:cubicBezTo>
                  <a:pt x="15460" y="10740"/>
                  <a:pt x="15600" y="10880"/>
                  <a:pt x="15600" y="11052"/>
                </a:cubicBezTo>
                <a:lnTo>
                  <a:pt x="15600" y="14328"/>
                </a:lnTo>
                <a:cubicBezTo>
                  <a:pt x="15600" y="14500"/>
                  <a:pt x="15460" y="14640"/>
                  <a:pt x="15288" y="14640"/>
                </a:cubicBezTo>
                <a:lnTo>
                  <a:pt x="10452" y="14640"/>
                </a:lnTo>
                <a:cubicBezTo>
                  <a:pt x="10280" y="14640"/>
                  <a:pt x="10140" y="14500"/>
                  <a:pt x="10140" y="14328"/>
                </a:cubicBezTo>
                <a:lnTo>
                  <a:pt x="10140" y="11052"/>
                </a:lnTo>
                <a:cubicBezTo>
                  <a:pt x="10140" y="10880"/>
                  <a:pt x="10280" y="10740"/>
                  <a:pt x="10452" y="10740"/>
                </a:cubicBezTo>
                <a:close/>
                <a:moveTo>
                  <a:pt x="3432" y="16200"/>
                </a:moveTo>
                <a:lnTo>
                  <a:pt x="8268" y="16200"/>
                </a:lnTo>
                <a:cubicBezTo>
                  <a:pt x="8440" y="16200"/>
                  <a:pt x="8580" y="16340"/>
                  <a:pt x="8580" y="16512"/>
                </a:cubicBezTo>
                <a:lnTo>
                  <a:pt x="8580" y="19788"/>
                </a:lnTo>
                <a:cubicBezTo>
                  <a:pt x="8580" y="19960"/>
                  <a:pt x="8440" y="20100"/>
                  <a:pt x="8268" y="20100"/>
                </a:cubicBezTo>
                <a:lnTo>
                  <a:pt x="3432" y="20100"/>
                </a:lnTo>
                <a:cubicBezTo>
                  <a:pt x="3260" y="20100"/>
                  <a:pt x="3120" y="19960"/>
                  <a:pt x="3120" y="19788"/>
                </a:cubicBezTo>
                <a:lnTo>
                  <a:pt x="3120" y="16512"/>
                </a:lnTo>
                <a:cubicBezTo>
                  <a:pt x="3120" y="16340"/>
                  <a:pt x="3260" y="16200"/>
                  <a:pt x="3432" y="16200"/>
                </a:cubicBezTo>
                <a:close/>
                <a:moveTo>
                  <a:pt x="10452" y="16200"/>
                </a:moveTo>
                <a:lnTo>
                  <a:pt x="15288" y="16200"/>
                </a:lnTo>
                <a:cubicBezTo>
                  <a:pt x="15460" y="16200"/>
                  <a:pt x="15600" y="16340"/>
                  <a:pt x="15600" y="16512"/>
                </a:cubicBezTo>
                <a:lnTo>
                  <a:pt x="15600" y="19788"/>
                </a:lnTo>
                <a:cubicBezTo>
                  <a:pt x="15600" y="19960"/>
                  <a:pt x="15460" y="20100"/>
                  <a:pt x="15288" y="20100"/>
                </a:cubicBezTo>
                <a:lnTo>
                  <a:pt x="10452" y="20100"/>
                </a:lnTo>
                <a:cubicBezTo>
                  <a:pt x="10280" y="20100"/>
                  <a:pt x="10140" y="19960"/>
                  <a:pt x="10140" y="19788"/>
                </a:cubicBezTo>
                <a:lnTo>
                  <a:pt x="10140" y="16512"/>
                </a:lnTo>
                <a:cubicBezTo>
                  <a:pt x="10140" y="16340"/>
                  <a:pt x="10280" y="16200"/>
                  <a:pt x="10452" y="16200"/>
                </a:cubicBezTo>
                <a:close/>
                <a:moveTo>
                  <a:pt x="6240" y="12690"/>
                </a:moveTo>
                <a:cubicBezTo>
                  <a:pt x="6240" y="13121"/>
                  <a:pt x="5891" y="13470"/>
                  <a:pt x="5460" y="13470"/>
                </a:cubicBezTo>
                <a:cubicBezTo>
                  <a:pt x="5029" y="13470"/>
                  <a:pt x="4680" y="13121"/>
                  <a:pt x="4680" y="12690"/>
                </a:cubicBezTo>
                <a:cubicBezTo>
                  <a:pt x="4680" y="12259"/>
                  <a:pt x="5029" y="11910"/>
                  <a:pt x="5460" y="11910"/>
                </a:cubicBezTo>
                <a:cubicBezTo>
                  <a:pt x="5891" y="11910"/>
                  <a:pt x="6240" y="12259"/>
                  <a:pt x="6240" y="12690"/>
                </a:cubicBezTo>
                <a:close/>
                <a:moveTo>
                  <a:pt x="13260" y="12690"/>
                </a:moveTo>
                <a:cubicBezTo>
                  <a:pt x="13260" y="13121"/>
                  <a:pt x="12911" y="13470"/>
                  <a:pt x="12480" y="13470"/>
                </a:cubicBezTo>
                <a:cubicBezTo>
                  <a:pt x="12049" y="13470"/>
                  <a:pt x="11700" y="13121"/>
                  <a:pt x="11700" y="12690"/>
                </a:cubicBezTo>
                <a:cubicBezTo>
                  <a:pt x="11700" y="12259"/>
                  <a:pt x="12049" y="11910"/>
                  <a:pt x="12480" y="11910"/>
                </a:cubicBezTo>
                <a:cubicBezTo>
                  <a:pt x="12911" y="11910"/>
                  <a:pt x="13260" y="12259"/>
                  <a:pt x="13260" y="12690"/>
                </a:cubicBezTo>
                <a:close/>
                <a:moveTo>
                  <a:pt x="6240" y="18150"/>
                </a:moveTo>
                <a:cubicBezTo>
                  <a:pt x="6240" y="18581"/>
                  <a:pt x="5891" y="18930"/>
                  <a:pt x="5460" y="18930"/>
                </a:cubicBezTo>
                <a:cubicBezTo>
                  <a:pt x="5029" y="18930"/>
                  <a:pt x="4680" y="18581"/>
                  <a:pt x="4680" y="18150"/>
                </a:cubicBezTo>
                <a:cubicBezTo>
                  <a:pt x="4680" y="17719"/>
                  <a:pt x="5029" y="17370"/>
                  <a:pt x="5460" y="17370"/>
                </a:cubicBezTo>
                <a:cubicBezTo>
                  <a:pt x="5891" y="17370"/>
                  <a:pt x="6240" y="17719"/>
                  <a:pt x="6240" y="18150"/>
                </a:cubicBezTo>
                <a:close/>
                <a:moveTo>
                  <a:pt x="13260" y="18150"/>
                </a:moveTo>
                <a:cubicBezTo>
                  <a:pt x="13260" y="18581"/>
                  <a:pt x="12911" y="18930"/>
                  <a:pt x="12480" y="18930"/>
                </a:cubicBezTo>
                <a:cubicBezTo>
                  <a:pt x="12049" y="18930"/>
                  <a:pt x="11700" y="18581"/>
                  <a:pt x="11700" y="18150"/>
                </a:cubicBezTo>
                <a:cubicBezTo>
                  <a:pt x="11700" y="17719"/>
                  <a:pt x="12049" y="17370"/>
                  <a:pt x="12480" y="17370"/>
                </a:cubicBezTo>
                <a:cubicBezTo>
                  <a:pt x="12911" y="17370"/>
                  <a:pt x="13260" y="17719"/>
                  <a:pt x="13260" y="1815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SHOW-039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KPI汇总·已验证</a:t>
            </a:r>
          </a:p>
        </p:txBody>
      </p:sp>
      <p:sp>
        <p:nvSpPr>
          <p:cNvPr id="121" name="SHOW-04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3432" y="10740"/>
                </a:moveTo>
                <a:lnTo>
                  <a:pt x="8268" y="10740"/>
                </a:lnTo>
                <a:cubicBezTo>
                  <a:pt x="8440" y="10740"/>
                  <a:pt x="8580" y="10880"/>
                  <a:pt x="8580" y="11052"/>
                </a:cubicBezTo>
                <a:lnTo>
                  <a:pt x="8580" y="14328"/>
                </a:lnTo>
                <a:cubicBezTo>
                  <a:pt x="8580" y="14500"/>
                  <a:pt x="8440" y="14640"/>
                  <a:pt x="8268" y="14640"/>
                </a:cubicBezTo>
                <a:lnTo>
                  <a:pt x="3432" y="14640"/>
                </a:lnTo>
                <a:cubicBezTo>
                  <a:pt x="3260" y="14640"/>
                  <a:pt x="3120" y="14500"/>
                  <a:pt x="3120" y="14328"/>
                </a:cubicBezTo>
                <a:lnTo>
                  <a:pt x="3120" y="11052"/>
                </a:lnTo>
                <a:cubicBezTo>
                  <a:pt x="3120" y="10880"/>
                  <a:pt x="3260" y="10740"/>
                  <a:pt x="3432" y="10740"/>
                </a:cubicBezTo>
                <a:close/>
                <a:moveTo>
                  <a:pt x="10452" y="10740"/>
                </a:moveTo>
                <a:lnTo>
                  <a:pt x="15288" y="10740"/>
                </a:lnTo>
                <a:cubicBezTo>
                  <a:pt x="15460" y="10740"/>
                  <a:pt x="15600" y="10880"/>
                  <a:pt x="15600" y="11052"/>
                </a:cubicBezTo>
                <a:lnTo>
                  <a:pt x="15600" y="14328"/>
                </a:lnTo>
                <a:cubicBezTo>
                  <a:pt x="15600" y="14500"/>
                  <a:pt x="15460" y="14640"/>
                  <a:pt x="15288" y="14640"/>
                </a:cubicBezTo>
                <a:lnTo>
                  <a:pt x="10452" y="14640"/>
                </a:lnTo>
                <a:cubicBezTo>
                  <a:pt x="10280" y="14640"/>
                  <a:pt x="10140" y="14500"/>
                  <a:pt x="10140" y="14328"/>
                </a:cubicBezTo>
                <a:lnTo>
                  <a:pt x="10140" y="11052"/>
                </a:lnTo>
                <a:cubicBezTo>
                  <a:pt x="10140" y="10880"/>
                  <a:pt x="10280" y="10740"/>
                  <a:pt x="10452" y="10740"/>
                </a:cubicBezTo>
                <a:close/>
                <a:moveTo>
                  <a:pt x="3432" y="16200"/>
                </a:moveTo>
                <a:lnTo>
                  <a:pt x="8268" y="16200"/>
                </a:lnTo>
                <a:cubicBezTo>
                  <a:pt x="8440" y="16200"/>
                  <a:pt x="8580" y="16340"/>
                  <a:pt x="8580" y="16512"/>
                </a:cubicBezTo>
                <a:lnTo>
                  <a:pt x="8580" y="19788"/>
                </a:lnTo>
                <a:cubicBezTo>
                  <a:pt x="8580" y="19960"/>
                  <a:pt x="8440" y="20100"/>
                  <a:pt x="8268" y="20100"/>
                </a:cubicBezTo>
                <a:lnTo>
                  <a:pt x="3432" y="20100"/>
                </a:lnTo>
                <a:cubicBezTo>
                  <a:pt x="3260" y="20100"/>
                  <a:pt x="3120" y="19960"/>
                  <a:pt x="3120" y="19788"/>
                </a:cubicBezTo>
                <a:lnTo>
                  <a:pt x="3120" y="16512"/>
                </a:lnTo>
                <a:cubicBezTo>
                  <a:pt x="3120" y="16340"/>
                  <a:pt x="3260" y="16200"/>
                  <a:pt x="3432" y="16200"/>
                </a:cubicBezTo>
                <a:close/>
                <a:moveTo>
                  <a:pt x="10452" y="16200"/>
                </a:moveTo>
                <a:lnTo>
                  <a:pt x="15288" y="16200"/>
                </a:lnTo>
                <a:cubicBezTo>
                  <a:pt x="15460" y="16200"/>
                  <a:pt x="15600" y="16340"/>
                  <a:pt x="15600" y="16512"/>
                </a:cubicBezTo>
                <a:lnTo>
                  <a:pt x="15600" y="19788"/>
                </a:lnTo>
                <a:cubicBezTo>
                  <a:pt x="15600" y="19960"/>
                  <a:pt x="15460" y="20100"/>
                  <a:pt x="15288" y="20100"/>
                </a:cubicBezTo>
                <a:lnTo>
                  <a:pt x="10452" y="20100"/>
                </a:lnTo>
                <a:cubicBezTo>
                  <a:pt x="10280" y="20100"/>
                  <a:pt x="10140" y="19960"/>
                  <a:pt x="10140" y="19788"/>
                </a:cubicBezTo>
                <a:lnTo>
                  <a:pt x="10140" y="16512"/>
                </a:lnTo>
                <a:cubicBezTo>
                  <a:pt x="10140" y="16340"/>
                  <a:pt x="10280" y="16200"/>
                  <a:pt x="10452" y="16200"/>
                </a:cubicBezTo>
                <a:close/>
                <a:moveTo>
                  <a:pt x="6240" y="12690"/>
                </a:moveTo>
                <a:cubicBezTo>
                  <a:pt x="6240" y="13121"/>
                  <a:pt x="5891" y="13470"/>
                  <a:pt x="5460" y="13470"/>
                </a:cubicBezTo>
                <a:cubicBezTo>
                  <a:pt x="5029" y="13470"/>
                  <a:pt x="4680" y="13121"/>
                  <a:pt x="4680" y="12690"/>
                </a:cubicBezTo>
                <a:cubicBezTo>
                  <a:pt x="4680" y="12259"/>
                  <a:pt x="5029" y="11910"/>
                  <a:pt x="5460" y="11910"/>
                </a:cubicBezTo>
                <a:cubicBezTo>
                  <a:pt x="5891" y="11910"/>
                  <a:pt x="6240" y="12259"/>
                  <a:pt x="6240" y="12690"/>
                </a:cubicBezTo>
                <a:close/>
                <a:moveTo>
                  <a:pt x="13260" y="12690"/>
                </a:moveTo>
                <a:cubicBezTo>
                  <a:pt x="13260" y="13121"/>
                  <a:pt x="12911" y="13470"/>
                  <a:pt x="12480" y="13470"/>
                </a:cubicBezTo>
                <a:cubicBezTo>
                  <a:pt x="12049" y="13470"/>
                  <a:pt x="11700" y="13121"/>
                  <a:pt x="11700" y="12690"/>
                </a:cubicBezTo>
                <a:cubicBezTo>
                  <a:pt x="11700" y="12259"/>
                  <a:pt x="12049" y="11910"/>
                  <a:pt x="12480" y="11910"/>
                </a:cubicBezTo>
                <a:cubicBezTo>
                  <a:pt x="12911" y="11910"/>
                  <a:pt x="13260" y="12259"/>
                  <a:pt x="13260" y="12690"/>
                </a:cubicBezTo>
                <a:close/>
                <a:moveTo>
                  <a:pt x="6240" y="18150"/>
                </a:moveTo>
                <a:cubicBezTo>
                  <a:pt x="6240" y="18581"/>
                  <a:pt x="5891" y="18930"/>
                  <a:pt x="5460" y="18930"/>
                </a:cubicBezTo>
                <a:cubicBezTo>
                  <a:pt x="5029" y="18930"/>
                  <a:pt x="4680" y="18581"/>
                  <a:pt x="4680" y="18150"/>
                </a:cubicBezTo>
                <a:cubicBezTo>
                  <a:pt x="4680" y="17719"/>
                  <a:pt x="5029" y="17370"/>
                  <a:pt x="5460" y="17370"/>
                </a:cubicBezTo>
                <a:cubicBezTo>
                  <a:pt x="5891" y="17370"/>
                  <a:pt x="6240" y="17719"/>
                  <a:pt x="6240" y="18150"/>
                </a:cubicBezTo>
                <a:close/>
                <a:moveTo>
                  <a:pt x="13260" y="18150"/>
                </a:moveTo>
                <a:cubicBezTo>
                  <a:pt x="13260" y="18581"/>
                  <a:pt x="12911" y="18930"/>
                  <a:pt x="12480" y="18930"/>
                </a:cubicBezTo>
                <a:cubicBezTo>
                  <a:pt x="12049" y="18930"/>
                  <a:pt x="11700" y="18581"/>
                  <a:pt x="11700" y="18150"/>
                </a:cubicBezTo>
                <a:cubicBezTo>
                  <a:pt x="11700" y="17719"/>
                  <a:pt x="12049" y="17370"/>
                  <a:pt x="12480" y="17370"/>
                </a:cubicBezTo>
                <a:cubicBezTo>
                  <a:pt x="12911" y="17370"/>
                  <a:pt x="13260" y="17719"/>
                  <a:pt x="13260" y="1815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SHOW-040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KPI汇总·上升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12_成果汇报展示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SHOW · 第 2/3 页 · 共 83 个</a:t>
            </a:r>
          </a:p>
        </p:txBody>
      </p:sp>
      <p:sp>
        <p:nvSpPr>
          <p:cNvPr id="4" name="SHOW-04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3432" y="10740"/>
                </a:moveTo>
                <a:lnTo>
                  <a:pt x="8268" y="10740"/>
                </a:lnTo>
                <a:cubicBezTo>
                  <a:pt x="8440" y="10740"/>
                  <a:pt x="8580" y="10880"/>
                  <a:pt x="8580" y="11052"/>
                </a:cubicBezTo>
                <a:lnTo>
                  <a:pt x="8580" y="14328"/>
                </a:lnTo>
                <a:cubicBezTo>
                  <a:pt x="8580" y="14500"/>
                  <a:pt x="8440" y="14640"/>
                  <a:pt x="8268" y="14640"/>
                </a:cubicBezTo>
                <a:lnTo>
                  <a:pt x="3432" y="14640"/>
                </a:lnTo>
                <a:cubicBezTo>
                  <a:pt x="3260" y="14640"/>
                  <a:pt x="3120" y="14500"/>
                  <a:pt x="3120" y="14328"/>
                </a:cubicBezTo>
                <a:lnTo>
                  <a:pt x="3120" y="11052"/>
                </a:lnTo>
                <a:cubicBezTo>
                  <a:pt x="3120" y="10880"/>
                  <a:pt x="3260" y="10740"/>
                  <a:pt x="3432" y="10740"/>
                </a:cubicBezTo>
                <a:close/>
                <a:moveTo>
                  <a:pt x="10452" y="10740"/>
                </a:moveTo>
                <a:lnTo>
                  <a:pt x="15288" y="10740"/>
                </a:lnTo>
                <a:cubicBezTo>
                  <a:pt x="15460" y="10740"/>
                  <a:pt x="15600" y="10880"/>
                  <a:pt x="15600" y="11052"/>
                </a:cubicBezTo>
                <a:lnTo>
                  <a:pt x="15600" y="14328"/>
                </a:lnTo>
                <a:cubicBezTo>
                  <a:pt x="15600" y="14500"/>
                  <a:pt x="15460" y="14640"/>
                  <a:pt x="15288" y="14640"/>
                </a:cubicBezTo>
                <a:lnTo>
                  <a:pt x="10452" y="14640"/>
                </a:lnTo>
                <a:cubicBezTo>
                  <a:pt x="10280" y="14640"/>
                  <a:pt x="10140" y="14500"/>
                  <a:pt x="10140" y="14328"/>
                </a:cubicBezTo>
                <a:lnTo>
                  <a:pt x="10140" y="11052"/>
                </a:lnTo>
                <a:cubicBezTo>
                  <a:pt x="10140" y="10880"/>
                  <a:pt x="10280" y="10740"/>
                  <a:pt x="10452" y="10740"/>
                </a:cubicBezTo>
                <a:close/>
                <a:moveTo>
                  <a:pt x="3432" y="16200"/>
                </a:moveTo>
                <a:lnTo>
                  <a:pt x="8268" y="16200"/>
                </a:lnTo>
                <a:cubicBezTo>
                  <a:pt x="8440" y="16200"/>
                  <a:pt x="8580" y="16340"/>
                  <a:pt x="8580" y="16512"/>
                </a:cubicBezTo>
                <a:lnTo>
                  <a:pt x="8580" y="19788"/>
                </a:lnTo>
                <a:cubicBezTo>
                  <a:pt x="8580" y="19960"/>
                  <a:pt x="8440" y="20100"/>
                  <a:pt x="8268" y="20100"/>
                </a:cubicBezTo>
                <a:lnTo>
                  <a:pt x="3432" y="20100"/>
                </a:lnTo>
                <a:cubicBezTo>
                  <a:pt x="3260" y="20100"/>
                  <a:pt x="3120" y="19960"/>
                  <a:pt x="3120" y="19788"/>
                </a:cubicBezTo>
                <a:lnTo>
                  <a:pt x="3120" y="16512"/>
                </a:lnTo>
                <a:cubicBezTo>
                  <a:pt x="3120" y="16340"/>
                  <a:pt x="3260" y="16200"/>
                  <a:pt x="3432" y="16200"/>
                </a:cubicBezTo>
                <a:close/>
                <a:moveTo>
                  <a:pt x="10452" y="16200"/>
                </a:moveTo>
                <a:lnTo>
                  <a:pt x="15288" y="16200"/>
                </a:lnTo>
                <a:cubicBezTo>
                  <a:pt x="15460" y="16200"/>
                  <a:pt x="15600" y="16340"/>
                  <a:pt x="15600" y="16512"/>
                </a:cubicBezTo>
                <a:lnTo>
                  <a:pt x="15600" y="19788"/>
                </a:lnTo>
                <a:cubicBezTo>
                  <a:pt x="15600" y="19960"/>
                  <a:pt x="15460" y="20100"/>
                  <a:pt x="15288" y="20100"/>
                </a:cubicBezTo>
                <a:lnTo>
                  <a:pt x="10452" y="20100"/>
                </a:lnTo>
                <a:cubicBezTo>
                  <a:pt x="10280" y="20100"/>
                  <a:pt x="10140" y="19960"/>
                  <a:pt x="10140" y="19788"/>
                </a:cubicBezTo>
                <a:lnTo>
                  <a:pt x="10140" y="16512"/>
                </a:lnTo>
                <a:cubicBezTo>
                  <a:pt x="10140" y="16340"/>
                  <a:pt x="10280" y="16200"/>
                  <a:pt x="10452" y="16200"/>
                </a:cubicBezTo>
                <a:close/>
                <a:moveTo>
                  <a:pt x="6240" y="12690"/>
                </a:moveTo>
                <a:cubicBezTo>
                  <a:pt x="6240" y="13121"/>
                  <a:pt x="5891" y="13470"/>
                  <a:pt x="5460" y="13470"/>
                </a:cubicBezTo>
                <a:cubicBezTo>
                  <a:pt x="5029" y="13470"/>
                  <a:pt x="4680" y="13121"/>
                  <a:pt x="4680" y="12690"/>
                </a:cubicBezTo>
                <a:cubicBezTo>
                  <a:pt x="4680" y="12259"/>
                  <a:pt x="5029" y="11910"/>
                  <a:pt x="5460" y="11910"/>
                </a:cubicBezTo>
                <a:cubicBezTo>
                  <a:pt x="5891" y="11910"/>
                  <a:pt x="6240" y="12259"/>
                  <a:pt x="6240" y="12690"/>
                </a:cubicBezTo>
                <a:close/>
                <a:moveTo>
                  <a:pt x="13260" y="12690"/>
                </a:moveTo>
                <a:cubicBezTo>
                  <a:pt x="13260" y="13121"/>
                  <a:pt x="12911" y="13470"/>
                  <a:pt x="12480" y="13470"/>
                </a:cubicBezTo>
                <a:cubicBezTo>
                  <a:pt x="12049" y="13470"/>
                  <a:pt x="11700" y="13121"/>
                  <a:pt x="11700" y="12690"/>
                </a:cubicBezTo>
                <a:cubicBezTo>
                  <a:pt x="11700" y="12259"/>
                  <a:pt x="12049" y="11910"/>
                  <a:pt x="12480" y="11910"/>
                </a:cubicBezTo>
                <a:cubicBezTo>
                  <a:pt x="12911" y="11910"/>
                  <a:pt x="13260" y="12259"/>
                  <a:pt x="13260" y="12690"/>
                </a:cubicBezTo>
                <a:close/>
                <a:moveTo>
                  <a:pt x="6240" y="18150"/>
                </a:moveTo>
                <a:cubicBezTo>
                  <a:pt x="6240" y="18581"/>
                  <a:pt x="5891" y="18930"/>
                  <a:pt x="5460" y="18930"/>
                </a:cubicBezTo>
                <a:cubicBezTo>
                  <a:pt x="5029" y="18930"/>
                  <a:pt x="4680" y="18581"/>
                  <a:pt x="4680" y="18150"/>
                </a:cubicBezTo>
                <a:cubicBezTo>
                  <a:pt x="4680" y="17719"/>
                  <a:pt x="5029" y="17370"/>
                  <a:pt x="5460" y="17370"/>
                </a:cubicBezTo>
                <a:cubicBezTo>
                  <a:pt x="5891" y="17370"/>
                  <a:pt x="6240" y="17719"/>
                  <a:pt x="6240" y="18150"/>
                </a:cubicBezTo>
                <a:close/>
                <a:moveTo>
                  <a:pt x="13260" y="18150"/>
                </a:moveTo>
                <a:cubicBezTo>
                  <a:pt x="13260" y="18581"/>
                  <a:pt x="12911" y="18930"/>
                  <a:pt x="12480" y="18930"/>
                </a:cubicBezTo>
                <a:cubicBezTo>
                  <a:pt x="12049" y="18930"/>
                  <a:pt x="11700" y="18581"/>
                  <a:pt x="11700" y="18150"/>
                </a:cubicBezTo>
                <a:cubicBezTo>
                  <a:pt x="11700" y="17719"/>
                  <a:pt x="12049" y="17370"/>
                  <a:pt x="12480" y="17370"/>
                </a:cubicBezTo>
                <a:cubicBezTo>
                  <a:pt x="12911" y="17370"/>
                  <a:pt x="13260" y="17719"/>
                  <a:pt x="13260" y="1815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KPI汇总·关怀</a:t>
            </a:r>
          </a:p>
        </p:txBody>
      </p:sp>
      <p:sp>
        <p:nvSpPr>
          <p:cNvPr id="7" name="SHOW-04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20256"/>
                </a:lnTo>
                <a:cubicBezTo>
                  <a:pt x="17160" y="20601"/>
                  <a:pt x="16881" y="20880"/>
                  <a:pt x="16536" y="20880"/>
                </a:cubicBezTo>
                <a:lnTo>
                  <a:pt x="2184" y="20880"/>
                </a:lnTo>
                <a:cubicBezTo>
                  <a:pt x="1839" y="20880"/>
                  <a:pt x="1560" y="20601"/>
                  <a:pt x="1560" y="2025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3432" y="10740"/>
                </a:moveTo>
                <a:lnTo>
                  <a:pt x="8268" y="10740"/>
                </a:lnTo>
                <a:cubicBezTo>
                  <a:pt x="8440" y="10740"/>
                  <a:pt x="8580" y="10880"/>
                  <a:pt x="8580" y="11052"/>
                </a:cubicBezTo>
                <a:lnTo>
                  <a:pt x="8580" y="14328"/>
                </a:lnTo>
                <a:cubicBezTo>
                  <a:pt x="8580" y="14500"/>
                  <a:pt x="8440" y="14640"/>
                  <a:pt x="8268" y="14640"/>
                </a:cubicBezTo>
                <a:lnTo>
                  <a:pt x="3432" y="14640"/>
                </a:lnTo>
                <a:cubicBezTo>
                  <a:pt x="3260" y="14640"/>
                  <a:pt x="3120" y="14500"/>
                  <a:pt x="3120" y="14328"/>
                </a:cubicBezTo>
                <a:lnTo>
                  <a:pt x="3120" y="11052"/>
                </a:lnTo>
                <a:cubicBezTo>
                  <a:pt x="3120" y="10880"/>
                  <a:pt x="3260" y="10740"/>
                  <a:pt x="3432" y="10740"/>
                </a:cubicBezTo>
                <a:close/>
                <a:moveTo>
                  <a:pt x="10452" y="10740"/>
                </a:moveTo>
                <a:lnTo>
                  <a:pt x="15288" y="10740"/>
                </a:lnTo>
                <a:cubicBezTo>
                  <a:pt x="15460" y="10740"/>
                  <a:pt x="15600" y="10880"/>
                  <a:pt x="15600" y="11052"/>
                </a:cubicBezTo>
                <a:lnTo>
                  <a:pt x="15600" y="14328"/>
                </a:lnTo>
                <a:cubicBezTo>
                  <a:pt x="15600" y="14500"/>
                  <a:pt x="15460" y="14640"/>
                  <a:pt x="15288" y="14640"/>
                </a:cubicBezTo>
                <a:lnTo>
                  <a:pt x="10452" y="14640"/>
                </a:lnTo>
                <a:cubicBezTo>
                  <a:pt x="10280" y="14640"/>
                  <a:pt x="10140" y="14500"/>
                  <a:pt x="10140" y="14328"/>
                </a:cubicBezTo>
                <a:lnTo>
                  <a:pt x="10140" y="11052"/>
                </a:lnTo>
                <a:cubicBezTo>
                  <a:pt x="10140" y="10880"/>
                  <a:pt x="10280" y="10740"/>
                  <a:pt x="10452" y="10740"/>
                </a:cubicBezTo>
                <a:close/>
                <a:moveTo>
                  <a:pt x="3432" y="16200"/>
                </a:moveTo>
                <a:lnTo>
                  <a:pt x="8268" y="16200"/>
                </a:lnTo>
                <a:cubicBezTo>
                  <a:pt x="8440" y="16200"/>
                  <a:pt x="8580" y="16340"/>
                  <a:pt x="8580" y="16512"/>
                </a:cubicBezTo>
                <a:lnTo>
                  <a:pt x="8580" y="19788"/>
                </a:lnTo>
                <a:cubicBezTo>
                  <a:pt x="8580" y="19960"/>
                  <a:pt x="8440" y="20100"/>
                  <a:pt x="8268" y="20100"/>
                </a:cubicBezTo>
                <a:lnTo>
                  <a:pt x="3432" y="20100"/>
                </a:lnTo>
                <a:cubicBezTo>
                  <a:pt x="3260" y="20100"/>
                  <a:pt x="3120" y="19960"/>
                  <a:pt x="3120" y="19788"/>
                </a:cubicBezTo>
                <a:lnTo>
                  <a:pt x="3120" y="16512"/>
                </a:lnTo>
                <a:cubicBezTo>
                  <a:pt x="3120" y="16340"/>
                  <a:pt x="3260" y="16200"/>
                  <a:pt x="3432" y="16200"/>
                </a:cubicBezTo>
                <a:close/>
                <a:moveTo>
                  <a:pt x="10452" y="16200"/>
                </a:moveTo>
                <a:lnTo>
                  <a:pt x="15288" y="16200"/>
                </a:lnTo>
                <a:cubicBezTo>
                  <a:pt x="15460" y="16200"/>
                  <a:pt x="15600" y="16340"/>
                  <a:pt x="15600" y="16512"/>
                </a:cubicBezTo>
                <a:lnTo>
                  <a:pt x="15600" y="19788"/>
                </a:lnTo>
                <a:cubicBezTo>
                  <a:pt x="15600" y="19960"/>
                  <a:pt x="15460" y="20100"/>
                  <a:pt x="15288" y="20100"/>
                </a:cubicBezTo>
                <a:lnTo>
                  <a:pt x="10452" y="20100"/>
                </a:lnTo>
                <a:cubicBezTo>
                  <a:pt x="10280" y="20100"/>
                  <a:pt x="10140" y="19960"/>
                  <a:pt x="10140" y="19788"/>
                </a:cubicBezTo>
                <a:lnTo>
                  <a:pt x="10140" y="16512"/>
                </a:lnTo>
                <a:cubicBezTo>
                  <a:pt x="10140" y="16340"/>
                  <a:pt x="10280" y="16200"/>
                  <a:pt x="10452" y="16200"/>
                </a:cubicBezTo>
                <a:close/>
                <a:moveTo>
                  <a:pt x="6240" y="12690"/>
                </a:moveTo>
                <a:cubicBezTo>
                  <a:pt x="6240" y="13121"/>
                  <a:pt x="5891" y="13470"/>
                  <a:pt x="5460" y="13470"/>
                </a:cubicBezTo>
                <a:cubicBezTo>
                  <a:pt x="5029" y="13470"/>
                  <a:pt x="4680" y="13121"/>
                  <a:pt x="4680" y="12690"/>
                </a:cubicBezTo>
                <a:cubicBezTo>
                  <a:pt x="4680" y="12259"/>
                  <a:pt x="5029" y="11910"/>
                  <a:pt x="5460" y="11910"/>
                </a:cubicBezTo>
                <a:cubicBezTo>
                  <a:pt x="5891" y="11910"/>
                  <a:pt x="6240" y="12259"/>
                  <a:pt x="6240" y="12690"/>
                </a:cubicBezTo>
                <a:close/>
                <a:moveTo>
                  <a:pt x="13260" y="12690"/>
                </a:moveTo>
                <a:cubicBezTo>
                  <a:pt x="13260" y="13121"/>
                  <a:pt x="12911" y="13470"/>
                  <a:pt x="12480" y="13470"/>
                </a:cubicBezTo>
                <a:cubicBezTo>
                  <a:pt x="12049" y="13470"/>
                  <a:pt x="11700" y="13121"/>
                  <a:pt x="11700" y="12690"/>
                </a:cubicBezTo>
                <a:cubicBezTo>
                  <a:pt x="11700" y="12259"/>
                  <a:pt x="12049" y="11910"/>
                  <a:pt x="12480" y="11910"/>
                </a:cubicBezTo>
                <a:cubicBezTo>
                  <a:pt x="12911" y="11910"/>
                  <a:pt x="13260" y="12259"/>
                  <a:pt x="13260" y="12690"/>
                </a:cubicBezTo>
                <a:close/>
                <a:moveTo>
                  <a:pt x="6240" y="18150"/>
                </a:moveTo>
                <a:cubicBezTo>
                  <a:pt x="6240" y="18581"/>
                  <a:pt x="5891" y="18930"/>
                  <a:pt x="5460" y="18930"/>
                </a:cubicBezTo>
                <a:cubicBezTo>
                  <a:pt x="5029" y="18930"/>
                  <a:pt x="4680" y="18581"/>
                  <a:pt x="4680" y="18150"/>
                </a:cubicBezTo>
                <a:cubicBezTo>
                  <a:pt x="4680" y="17719"/>
                  <a:pt x="5029" y="17370"/>
                  <a:pt x="5460" y="17370"/>
                </a:cubicBezTo>
                <a:cubicBezTo>
                  <a:pt x="5891" y="17370"/>
                  <a:pt x="6240" y="17719"/>
                  <a:pt x="6240" y="18150"/>
                </a:cubicBezTo>
                <a:close/>
                <a:moveTo>
                  <a:pt x="13260" y="18150"/>
                </a:moveTo>
                <a:cubicBezTo>
                  <a:pt x="13260" y="18581"/>
                  <a:pt x="12911" y="18930"/>
                  <a:pt x="12480" y="18930"/>
                </a:cubicBezTo>
                <a:cubicBezTo>
                  <a:pt x="12049" y="18930"/>
                  <a:pt x="11700" y="18581"/>
                  <a:pt x="11700" y="18150"/>
                </a:cubicBezTo>
                <a:cubicBezTo>
                  <a:pt x="11700" y="17719"/>
                  <a:pt x="12049" y="17370"/>
                  <a:pt x="12480" y="17370"/>
                </a:cubicBezTo>
                <a:cubicBezTo>
                  <a:pt x="12911" y="17370"/>
                  <a:pt x="13260" y="17719"/>
                  <a:pt x="13260" y="1815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KPI汇总·协同</a:t>
            </a:r>
          </a:p>
        </p:txBody>
      </p:sp>
      <p:sp>
        <p:nvSpPr>
          <p:cNvPr id="10" name="SHOW-04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2000"/>
                </a:moveTo>
                <a:lnTo>
                  <a:pt x="15000" y="2000"/>
                </a:lnTo>
                <a:lnTo>
                  <a:pt x="19000" y="6000"/>
                </a:lnTo>
                <a:lnTo>
                  <a:pt x="19000" y="22000"/>
                </a:lnTo>
                <a:lnTo>
                  <a:pt x="4000" y="22000"/>
                </a:lnTo>
                <a:close/>
                <a:moveTo>
                  <a:pt x="15000" y="2000"/>
                </a:moveTo>
                <a:lnTo>
                  <a:pt x="15000" y="6000"/>
                </a:lnTo>
                <a:lnTo>
                  <a:pt x="19000" y="6000"/>
                </a:lnTo>
                <a:lnTo>
                  <a:pt x="15000" y="2000"/>
                </a:lnTo>
                <a:close/>
                <a:moveTo>
                  <a:pt x="7300" y="7000"/>
                </a:moveTo>
                <a:lnTo>
                  <a:pt x="15700" y="7000"/>
                </a:lnTo>
                <a:cubicBezTo>
                  <a:pt x="15866" y="7000"/>
                  <a:pt x="16000" y="7134"/>
                  <a:pt x="16000" y="7300"/>
                </a:cubicBezTo>
                <a:lnTo>
                  <a:pt x="16000" y="7700"/>
                </a:lnTo>
                <a:cubicBezTo>
                  <a:pt x="16000" y="7866"/>
                  <a:pt x="15866" y="8000"/>
                  <a:pt x="15700" y="8000"/>
                </a:cubicBezTo>
                <a:lnTo>
                  <a:pt x="7300" y="8000"/>
                </a:lnTo>
                <a:cubicBezTo>
                  <a:pt x="7134" y="8000"/>
                  <a:pt x="7000" y="7866"/>
                  <a:pt x="7000" y="7700"/>
                </a:cubicBezTo>
                <a:lnTo>
                  <a:pt x="7000" y="7300"/>
                </a:lnTo>
                <a:cubicBezTo>
                  <a:pt x="7000" y="7134"/>
                  <a:pt x="7134" y="7000"/>
                  <a:pt x="7300" y="7000"/>
                </a:cubicBezTo>
                <a:close/>
                <a:moveTo>
                  <a:pt x="7300" y="9000"/>
                </a:moveTo>
                <a:lnTo>
                  <a:pt x="15700" y="9000"/>
                </a:lnTo>
                <a:cubicBezTo>
                  <a:pt x="15866" y="9000"/>
                  <a:pt x="16000" y="9134"/>
                  <a:pt x="16000" y="9300"/>
                </a:cubicBezTo>
                <a:lnTo>
                  <a:pt x="16000" y="9700"/>
                </a:lnTo>
                <a:cubicBezTo>
                  <a:pt x="16000" y="9866"/>
                  <a:pt x="15866" y="10000"/>
                  <a:pt x="15700" y="10000"/>
                </a:cubicBezTo>
                <a:lnTo>
                  <a:pt x="7300" y="10000"/>
                </a:lnTo>
                <a:cubicBezTo>
                  <a:pt x="7134" y="10000"/>
                  <a:pt x="7000" y="9866"/>
                  <a:pt x="7000" y="9700"/>
                </a:cubicBezTo>
                <a:lnTo>
                  <a:pt x="7000" y="9300"/>
                </a:lnTo>
                <a:cubicBezTo>
                  <a:pt x="7000" y="9134"/>
                  <a:pt x="7134" y="9000"/>
                  <a:pt x="7300" y="9000"/>
                </a:cubicBezTo>
                <a:close/>
                <a:moveTo>
                  <a:pt x="7300" y="14000"/>
                </a:moveTo>
                <a:lnTo>
                  <a:pt x="8700" y="14000"/>
                </a:lnTo>
                <a:cubicBezTo>
                  <a:pt x="8866" y="14000"/>
                  <a:pt x="9000" y="14134"/>
                  <a:pt x="9000" y="14300"/>
                </a:cubicBezTo>
                <a:lnTo>
                  <a:pt x="9000" y="17700"/>
                </a:lnTo>
                <a:cubicBezTo>
                  <a:pt x="9000" y="17866"/>
                  <a:pt x="8866" y="18000"/>
                  <a:pt x="8700" y="18000"/>
                </a:cubicBezTo>
                <a:lnTo>
                  <a:pt x="7300" y="18000"/>
                </a:lnTo>
                <a:cubicBezTo>
                  <a:pt x="7134" y="18000"/>
                  <a:pt x="7000" y="17866"/>
                  <a:pt x="7000" y="17700"/>
                </a:cubicBezTo>
                <a:lnTo>
                  <a:pt x="7000" y="14300"/>
                </a:lnTo>
                <a:cubicBezTo>
                  <a:pt x="7000" y="14134"/>
                  <a:pt x="7134" y="14000"/>
                  <a:pt x="7300" y="14000"/>
                </a:cubicBezTo>
                <a:close/>
                <a:moveTo>
                  <a:pt x="10300" y="13000"/>
                </a:moveTo>
                <a:lnTo>
                  <a:pt x="11700" y="13000"/>
                </a:lnTo>
                <a:cubicBezTo>
                  <a:pt x="11866" y="13000"/>
                  <a:pt x="12000" y="13134"/>
                  <a:pt x="12000" y="13300"/>
                </a:cubicBezTo>
                <a:lnTo>
                  <a:pt x="12000" y="17700"/>
                </a:lnTo>
                <a:cubicBezTo>
                  <a:pt x="12000" y="17866"/>
                  <a:pt x="11866" y="18000"/>
                  <a:pt x="11700" y="18000"/>
                </a:cubicBezTo>
                <a:lnTo>
                  <a:pt x="10300" y="18000"/>
                </a:lnTo>
                <a:cubicBezTo>
                  <a:pt x="10134" y="18000"/>
                  <a:pt x="10000" y="17866"/>
                  <a:pt x="10000" y="17700"/>
                </a:cubicBezTo>
                <a:lnTo>
                  <a:pt x="10000" y="13300"/>
                </a:lnTo>
                <a:cubicBezTo>
                  <a:pt x="10000" y="13134"/>
                  <a:pt x="10134" y="13000"/>
                  <a:pt x="10300" y="13000"/>
                </a:cubicBezTo>
                <a:close/>
                <a:moveTo>
                  <a:pt x="13300" y="11000"/>
                </a:moveTo>
                <a:lnTo>
                  <a:pt x="14700" y="11000"/>
                </a:lnTo>
                <a:cubicBezTo>
                  <a:pt x="14866" y="11000"/>
                  <a:pt x="15000" y="11134"/>
                  <a:pt x="15000" y="11300"/>
                </a:cubicBezTo>
                <a:lnTo>
                  <a:pt x="15000" y="17700"/>
                </a:lnTo>
                <a:cubicBezTo>
                  <a:pt x="15000" y="17866"/>
                  <a:pt x="14866" y="18000"/>
                  <a:pt x="14700" y="18000"/>
                </a:cubicBezTo>
                <a:lnTo>
                  <a:pt x="13300" y="18000"/>
                </a:lnTo>
                <a:cubicBezTo>
                  <a:pt x="13134" y="18000"/>
                  <a:pt x="13000" y="17866"/>
                  <a:pt x="13000" y="17700"/>
                </a:cubicBezTo>
                <a:lnTo>
                  <a:pt x="13000" y="11300"/>
                </a:lnTo>
                <a:cubicBezTo>
                  <a:pt x="13000" y="11134"/>
                  <a:pt x="13134" y="11000"/>
                  <a:pt x="13300" y="11000"/>
                </a:cubicBezTo>
                <a:close/>
                <a:moveTo>
                  <a:pt x="7200" y="18000"/>
                </a:moveTo>
                <a:lnTo>
                  <a:pt x="15800" y="18000"/>
                </a:lnTo>
                <a:cubicBezTo>
                  <a:pt x="15910" y="18000"/>
                  <a:pt x="16000" y="18090"/>
                  <a:pt x="16000" y="18200"/>
                </a:cubicBezTo>
                <a:lnTo>
                  <a:pt x="16000" y="18400"/>
                </a:lnTo>
                <a:cubicBezTo>
                  <a:pt x="16000" y="18510"/>
                  <a:pt x="15910" y="18600"/>
                  <a:pt x="15800" y="18600"/>
                </a:cubicBezTo>
                <a:lnTo>
                  <a:pt x="7200" y="18600"/>
                </a:lnTo>
                <a:cubicBezTo>
                  <a:pt x="7090" y="18600"/>
                  <a:pt x="7000" y="18510"/>
                  <a:pt x="7000" y="18400"/>
                </a:cubicBezTo>
                <a:lnTo>
                  <a:pt x="7000" y="18200"/>
                </a:lnTo>
                <a:cubicBezTo>
                  <a:pt x="7000" y="18090"/>
                  <a:pt x="7090" y="18000"/>
                  <a:pt x="72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汇报报告</a:t>
            </a:r>
          </a:p>
        </p:txBody>
      </p:sp>
      <p:sp>
        <p:nvSpPr>
          <p:cNvPr id="13" name="SHOW-044"/>
          <p:cNvSpPr/>
          <p:nvPr/>
        </p:nvSpPr>
        <p:spPr>
          <a:xfrm>
            <a:off x="452628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5694" y="12300"/>
                </a:moveTo>
                <a:lnTo>
                  <a:pt x="12246" y="12300"/>
                </a:lnTo>
                <a:cubicBezTo>
                  <a:pt x="12375" y="12300"/>
                  <a:pt x="12480" y="12405"/>
                  <a:pt x="12480" y="12534"/>
                </a:cubicBezTo>
                <a:lnTo>
                  <a:pt x="12480" y="12846"/>
                </a:lnTo>
                <a:cubicBezTo>
                  <a:pt x="12480" y="12975"/>
                  <a:pt x="12375" y="13080"/>
                  <a:pt x="1224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19086"/>
                </a:lnTo>
                <a:cubicBezTo>
                  <a:pt x="7020" y="19215"/>
                  <a:pt x="6915" y="19320"/>
                  <a:pt x="6786" y="19320"/>
                </a:cubicBezTo>
                <a:lnTo>
                  <a:pt x="5694" y="19320"/>
                </a:lnTo>
                <a:cubicBezTo>
                  <a:pt x="5565" y="19320"/>
                  <a:pt x="5460" y="19215"/>
                  <a:pt x="5460" y="19086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8034" y="15420"/>
                </a:moveTo>
                <a:lnTo>
                  <a:pt x="9126" y="15420"/>
                </a:lnTo>
                <a:cubicBezTo>
                  <a:pt x="9255" y="15420"/>
                  <a:pt x="9360" y="15525"/>
                  <a:pt x="9360" y="15654"/>
                </a:cubicBezTo>
                <a:lnTo>
                  <a:pt x="9360" y="19086"/>
                </a:lnTo>
                <a:cubicBezTo>
                  <a:pt x="9360" y="19215"/>
                  <a:pt x="9255" y="19320"/>
                  <a:pt x="9126" y="19320"/>
                </a:cubicBezTo>
                <a:lnTo>
                  <a:pt x="8034" y="19320"/>
                </a:lnTo>
                <a:cubicBezTo>
                  <a:pt x="7905" y="19320"/>
                  <a:pt x="7800" y="19215"/>
                  <a:pt x="7800" y="1908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10374" y="13860"/>
                </a:moveTo>
                <a:lnTo>
                  <a:pt x="11466" y="13860"/>
                </a:lnTo>
                <a:cubicBezTo>
                  <a:pt x="11595" y="13860"/>
                  <a:pt x="11700" y="13965"/>
                  <a:pt x="11700" y="14094"/>
                </a:cubicBezTo>
                <a:lnTo>
                  <a:pt x="11700" y="19086"/>
                </a:lnTo>
                <a:cubicBezTo>
                  <a:pt x="11700" y="19215"/>
                  <a:pt x="11595" y="19320"/>
                  <a:pt x="11466" y="19320"/>
                </a:cubicBezTo>
                <a:lnTo>
                  <a:pt x="10374" y="19320"/>
                </a:lnTo>
                <a:cubicBezTo>
                  <a:pt x="10245" y="19320"/>
                  <a:pt x="10140" y="19215"/>
                  <a:pt x="10140" y="19086"/>
                </a:cubicBezTo>
                <a:lnTo>
                  <a:pt x="10140" y="14094"/>
                </a:lnTo>
                <a:cubicBezTo>
                  <a:pt x="10140" y="13965"/>
                  <a:pt x="10245" y="13860"/>
                  <a:pt x="10374" y="13860"/>
                </a:cubicBezTo>
                <a:close/>
                <a:moveTo>
                  <a:pt x="5616" y="19320"/>
                </a:moveTo>
                <a:lnTo>
                  <a:pt x="12324" y="19320"/>
                </a:lnTo>
                <a:cubicBezTo>
                  <a:pt x="12410" y="19320"/>
                  <a:pt x="12480" y="19390"/>
                  <a:pt x="12480" y="19476"/>
                </a:cubicBezTo>
                <a:lnTo>
                  <a:pt x="12480" y="19632"/>
                </a:lnTo>
                <a:cubicBezTo>
                  <a:pt x="12480" y="19718"/>
                  <a:pt x="12410" y="19788"/>
                  <a:pt x="12324" y="19788"/>
                </a:cubicBezTo>
                <a:lnTo>
                  <a:pt x="5616" y="19788"/>
                </a:lnTo>
                <a:cubicBezTo>
                  <a:pt x="5530" y="19788"/>
                  <a:pt x="5460" y="19718"/>
                  <a:pt x="5460" y="19632"/>
                </a:cubicBezTo>
                <a:lnTo>
                  <a:pt x="5460" y="19476"/>
                </a:lnTo>
                <a:cubicBezTo>
                  <a:pt x="5460" y="19390"/>
                  <a:pt x="5530" y="19320"/>
                  <a:pt x="5616" y="1932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汇报报告·重点</a:t>
            </a:r>
          </a:p>
        </p:txBody>
      </p:sp>
      <p:sp>
        <p:nvSpPr>
          <p:cNvPr id="16" name="SHOW-045"/>
          <p:cNvSpPr/>
          <p:nvPr/>
        </p:nvSpPr>
        <p:spPr>
          <a:xfrm>
            <a:off x="585216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5694" y="12300"/>
                </a:moveTo>
                <a:lnTo>
                  <a:pt x="12246" y="12300"/>
                </a:lnTo>
                <a:cubicBezTo>
                  <a:pt x="12375" y="12300"/>
                  <a:pt x="12480" y="12405"/>
                  <a:pt x="12480" y="12534"/>
                </a:cubicBezTo>
                <a:lnTo>
                  <a:pt x="12480" y="12846"/>
                </a:lnTo>
                <a:cubicBezTo>
                  <a:pt x="12480" y="12975"/>
                  <a:pt x="12375" y="13080"/>
                  <a:pt x="1224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19086"/>
                </a:lnTo>
                <a:cubicBezTo>
                  <a:pt x="7020" y="19215"/>
                  <a:pt x="6915" y="19320"/>
                  <a:pt x="6786" y="19320"/>
                </a:cubicBezTo>
                <a:lnTo>
                  <a:pt x="5694" y="19320"/>
                </a:lnTo>
                <a:cubicBezTo>
                  <a:pt x="5565" y="19320"/>
                  <a:pt x="5460" y="19215"/>
                  <a:pt x="5460" y="19086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8034" y="15420"/>
                </a:moveTo>
                <a:lnTo>
                  <a:pt x="9126" y="15420"/>
                </a:lnTo>
                <a:cubicBezTo>
                  <a:pt x="9255" y="15420"/>
                  <a:pt x="9360" y="15525"/>
                  <a:pt x="9360" y="15654"/>
                </a:cubicBezTo>
                <a:lnTo>
                  <a:pt x="9360" y="19086"/>
                </a:lnTo>
                <a:cubicBezTo>
                  <a:pt x="9360" y="19215"/>
                  <a:pt x="9255" y="19320"/>
                  <a:pt x="9126" y="19320"/>
                </a:cubicBezTo>
                <a:lnTo>
                  <a:pt x="8034" y="19320"/>
                </a:lnTo>
                <a:cubicBezTo>
                  <a:pt x="7905" y="19320"/>
                  <a:pt x="7800" y="19215"/>
                  <a:pt x="7800" y="1908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10374" y="13860"/>
                </a:moveTo>
                <a:lnTo>
                  <a:pt x="11466" y="13860"/>
                </a:lnTo>
                <a:cubicBezTo>
                  <a:pt x="11595" y="13860"/>
                  <a:pt x="11700" y="13965"/>
                  <a:pt x="11700" y="14094"/>
                </a:cubicBezTo>
                <a:lnTo>
                  <a:pt x="11700" y="19086"/>
                </a:lnTo>
                <a:cubicBezTo>
                  <a:pt x="11700" y="19215"/>
                  <a:pt x="11595" y="19320"/>
                  <a:pt x="11466" y="19320"/>
                </a:cubicBezTo>
                <a:lnTo>
                  <a:pt x="10374" y="19320"/>
                </a:lnTo>
                <a:cubicBezTo>
                  <a:pt x="10245" y="19320"/>
                  <a:pt x="10140" y="19215"/>
                  <a:pt x="10140" y="19086"/>
                </a:cubicBezTo>
                <a:lnTo>
                  <a:pt x="10140" y="14094"/>
                </a:lnTo>
                <a:cubicBezTo>
                  <a:pt x="10140" y="13965"/>
                  <a:pt x="10245" y="13860"/>
                  <a:pt x="10374" y="13860"/>
                </a:cubicBezTo>
                <a:close/>
                <a:moveTo>
                  <a:pt x="5616" y="19320"/>
                </a:moveTo>
                <a:lnTo>
                  <a:pt x="12324" y="19320"/>
                </a:lnTo>
                <a:cubicBezTo>
                  <a:pt x="12410" y="19320"/>
                  <a:pt x="12480" y="19390"/>
                  <a:pt x="12480" y="19476"/>
                </a:cubicBezTo>
                <a:lnTo>
                  <a:pt x="12480" y="19632"/>
                </a:lnTo>
                <a:cubicBezTo>
                  <a:pt x="12480" y="19718"/>
                  <a:pt x="12410" y="19788"/>
                  <a:pt x="12324" y="19788"/>
                </a:cubicBezTo>
                <a:lnTo>
                  <a:pt x="5616" y="19788"/>
                </a:lnTo>
                <a:cubicBezTo>
                  <a:pt x="5530" y="19788"/>
                  <a:pt x="5460" y="19718"/>
                  <a:pt x="5460" y="19632"/>
                </a:cubicBezTo>
                <a:lnTo>
                  <a:pt x="5460" y="19476"/>
                </a:lnTo>
                <a:cubicBezTo>
                  <a:pt x="5460" y="19390"/>
                  <a:pt x="5530" y="19320"/>
                  <a:pt x="5616" y="193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汇报报告·已验证</a:t>
            </a:r>
          </a:p>
        </p:txBody>
      </p:sp>
      <p:sp>
        <p:nvSpPr>
          <p:cNvPr id="19" name="SHOW-046"/>
          <p:cNvSpPr/>
          <p:nvPr/>
        </p:nvSpPr>
        <p:spPr>
          <a:xfrm>
            <a:off x="71780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5694" y="12300"/>
                </a:moveTo>
                <a:lnTo>
                  <a:pt x="12246" y="12300"/>
                </a:lnTo>
                <a:cubicBezTo>
                  <a:pt x="12375" y="12300"/>
                  <a:pt x="12480" y="12405"/>
                  <a:pt x="12480" y="12534"/>
                </a:cubicBezTo>
                <a:lnTo>
                  <a:pt x="12480" y="12846"/>
                </a:lnTo>
                <a:cubicBezTo>
                  <a:pt x="12480" y="12975"/>
                  <a:pt x="12375" y="13080"/>
                  <a:pt x="1224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19086"/>
                </a:lnTo>
                <a:cubicBezTo>
                  <a:pt x="7020" y="19215"/>
                  <a:pt x="6915" y="19320"/>
                  <a:pt x="6786" y="19320"/>
                </a:cubicBezTo>
                <a:lnTo>
                  <a:pt x="5694" y="19320"/>
                </a:lnTo>
                <a:cubicBezTo>
                  <a:pt x="5565" y="19320"/>
                  <a:pt x="5460" y="19215"/>
                  <a:pt x="5460" y="19086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8034" y="15420"/>
                </a:moveTo>
                <a:lnTo>
                  <a:pt x="9126" y="15420"/>
                </a:lnTo>
                <a:cubicBezTo>
                  <a:pt x="9255" y="15420"/>
                  <a:pt x="9360" y="15525"/>
                  <a:pt x="9360" y="15654"/>
                </a:cubicBezTo>
                <a:lnTo>
                  <a:pt x="9360" y="19086"/>
                </a:lnTo>
                <a:cubicBezTo>
                  <a:pt x="9360" y="19215"/>
                  <a:pt x="9255" y="19320"/>
                  <a:pt x="9126" y="19320"/>
                </a:cubicBezTo>
                <a:lnTo>
                  <a:pt x="8034" y="19320"/>
                </a:lnTo>
                <a:cubicBezTo>
                  <a:pt x="7905" y="19320"/>
                  <a:pt x="7800" y="19215"/>
                  <a:pt x="7800" y="1908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10374" y="13860"/>
                </a:moveTo>
                <a:lnTo>
                  <a:pt x="11466" y="13860"/>
                </a:lnTo>
                <a:cubicBezTo>
                  <a:pt x="11595" y="13860"/>
                  <a:pt x="11700" y="13965"/>
                  <a:pt x="11700" y="14094"/>
                </a:cubicBezTo>
                <a:lnTo>
                  <a:pt x="11700" y="19086"/>
                </a:lnTo>
                <a:cubicBezTo>
                  <a:pt x="11700" y="19215"/>
                  <a:pt x="11595" y="19320"/>
                  <a:pt x="11466" y="19320"/>
                </a:cubicBezTo>
                <a:lnTo>
                  <a:pt x="10374" y="19320"/>
                </a:lnTo>
                <a:cubicBezTo>
                  <a:pt x="10245" y="19320"/>
                  <a:pt x="10140" y="19215"/>
                  <a:pt x="10140" y="19086"/>
                </a:cubicBezTo>
                <a:lnTo>
                  <a:pt x="10140" y="14094"/>
                </a:lnTo>
                <a:cubicBezTo>
                  <a:pt x="10140" y="13965"/>
                  <a:pt x="10245" y="13860"/>
                  <a:pt x="10374" y="13860"/>
                </a:cubicBezTo>
                <a:close/>
                <a:moveTo>
                  <a:pt x="5616" y="19320"/>
                </a:moveTo>
                <a:lnTo>
                  <a:pt x="12324" y="19320"/>
                </a:lnTo>
                <a:cubicBezTo>
                  <a:pt x="12410" y="19320"/>
                  <a:pt x="12480" y="19390"/>
                  <a:pt x="12480" y="19476"/>
                </a:cubicBezTo>
                <a:lnTo>
                  <a:pt x="12480" y="19632"/>
                </a:lnTo>
                <a:cubicBezTo>
                  <a:pt x="12480" y="19718"/>
                  <a:pt x="12410" y="19788"/>
                  <a:pt x="12324" y="19788"/>
                </a:cubicBezTo>
                <a:lnTo>
                  <a:pt x="5616" y="19788"/>
                </a:lnTo>
                <a:cubicBezTo>
                  <a:pt x="5530" y="19788"/>
                  <a:pt x="5460" y="19718"/>
                  <a:pt x="5460" y="19632"/>
                </a:cubicBezTo>
                <a:lnTo>
                  <a:pt x="5460" y="19476"/>
                </a:lnTo>
                <a:cubicBezTo>
                  <a:pt x="5460" y="19390"/>
                  <a:pt x="5530" y="19320"/>
                  <a:pt x="5616" y="1932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866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汇报报告·上升</a:t>
            </a:r>
          </a:p>
        </p:txBody>
      </p:sp>
      <p:sp>
        <p:nvSpPr>
          <p:cNvPr id="22" name="SHOW-047"/>
          <p:cNvSpPr/>
          <p:nvPr/>
        </p:nvSpPr>
        <p:spPr>
          <a:xfrm>
            <a:off x="85039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5694" y="12300"/>
                </a:moveTo>
                <a:lnTo>
                  <a:pt x="12246" y="12300"/>
                </a:lnTo>
                <a:cubicBezTo>
                  <a:pt x="12375" y="12300"/>
                  <a:pt x="12480" y="12405"/>
                  <a:pt x="12480" y="12534"/>
                </a:cubicBezTo>
                <a:lnTo>
                  <a:pt x="12480" y="12846"/>
                </a:lnTo>
                <a:cubicBezTo>
                  <a:pt x="12480" y="12975"/>
                  <a:pt x="12375" y="13080"/>
                  <a:pt x="1224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19086"/>
                </a:lnTo>
                <a:cubicBezTo>
                  <a:pt x="7020" y="19215"/>
                  <a:pt x="6915" y="19320"/>
                  <a:pt x="6786" y="19320"/>
                </a:cubicBezTo>
                <a:lnTo>
                  <a:pt x="5694" y="19320"/>
                </a:lnTo>
                <a:cubicBezTo>
                  <a:pt x="5565" y="19320"/>
                  <a:pt x="5460" y="19215"/>
                  <a:pt x="5460" y="19086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8034" y="15420"/>
                </a:moveTo>
                <a:lnTo>
                  <a:pt x="9126" y="15420"/>
                </a:lnTo>
                <a:cubicBezTo>
                  <a:pt x="9255" y="15420"/>
                  <a:pt x="9360" y="15525"/>
                  <a:pt x="9360" y="15654"/>
                </a:cubicBezTo>
                <a:lnTo>
                  <a:pt x="9360" y="19086"/>
                </a:lnTo>
                <a:cubicBezTo>
                  <a:pt x="9360" y="19215"/>
                  <a:pt x="9255" y="19320"/>
                  <a:pt x="9126" y="19320"/>
                </a:cubicBezTo>
                <a:lnTo>
                  <a:pt x="8034" y="19320"/>
                </a:lnTo>
                <a:cubicBezTo>
                  <a:pt x="7905" y="19320"/>
                  <a:pt x="7800" y="19215"/>
                  <a:pt x="7800" y="1908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10374" y="13860"/>
                </a:moveTo>
                <a:lnTo>
                  <a:pt x="11466" y="13860"/>
                </a:lnTo>
                <a:cubicBezTo>
                  <a:pt x="11595" y="13860"/>
                  <a:pt x="11700" y="13965"/>
                  <a:pt x="11700" y="14094"/>
                </a:cubicBezTo>
                <a:lnTo>
                  <a:pt x="11700" y="19086"/>
                </a:lnTo>
                <a:cubicBezTo>
                  <a:pt x="11700" y="19215"/>
                  <a:pt x="11595" y="19320"/>
                  <a:pt x="11466" y="19320"/>
                </a:cubicBezTo>
                <a:lnTo>
                  <a:pt x="10374" y="19320"/>
                </a:lnTo>
                <a:cubicBezTo>
                  <a:pt x="10245" y="19320"/>
                  <a:pt x="10140" y="19215"/>
                  <a:pt x="10140" y="19086"/>
                </a:cubicBezTo>
                <a:lnTo>
                  <a:pt x="10140" y="14094"/>
                </a:lnTo>
                <a:cubicBezTo>
                  <a:pt x="10140" y="13965"/>
                  <a:pt x="10245" y="13860"/>
                  <a:pt x="10374" y="13860"/>
                </a:cubicBezTo>
                <a:close/>
                <a:moveTo>
                  <a:pt x="5616" y="19320"/>
                </a:moveTo>
                <a:lnTo>
                  <a:pt x="12324" y="19320"/>
                </a:lnTo>
                <a:cubicBezTo>
                  <a:pt x="12410" y="19320"/>
                  <a:pt x="12480" y="19390"/>
                  <a:pt x="12480" y="19476"/>
                </a:cubicBezTo>
                <a:lnTo>
                  <a:pt x="12480" y="19632"/>
                </a:lnTo>
                <a:cubicBezTo>
                  <a:pt x="12480" y="19718"/>
                  <a:pt x="12410" y="19788"/>
                  <a:pt x="12324" y="19788"/>
                </a:cubicBezTo>
                <a:lnTo>
                  <a:pt x="5616" y="19788"/>
                </a:lnTo>
                <a:cubicBezTo>
                  <a:pt x="5530" y="19788"/>
                  <a:pt x="5460" y="19718"/>
                  <a:pt x="5460" y="19632"/>
                </a:cubicBezTo>
                <a:lnTo>
                  <a:pt x="5460" y="19476"/>
                </a:lnTo>
                <a:cubicBezTo>
                  <a:pt x="5460" y="19390"/>
                  <a:pt x="5530" y="19320"/>
                  <a:pt x="5616" y="1932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汇报报告·关怀</a:t>
            </a:r>
          </a:p>
        </p:txBody>
      </p:sp>
      <p:sp>
        <p:nvSpPr>
          <p:cNvPr id="25" name="SHOW-048"/>
          <p:cNvSpPr/>
          <p:nvPr/>
        </p:nvSpPr>
        <p:spPr>
          <a:xfrm>
            <a:off x="98298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6840"/>
                </a:moveTo>
                <a:lnTo>
                  <a:pt x="11700" y="6840"/>
                </a:lnTo>
                <a:lnTo>
                  <a:pt x="14820" y="9960"/>
                </a:lnTo>
                <a:lnTo>
                  <a:pt x="14820" y="22440"/>
                </a:lnTo>
                <a:lnTo>
                  <a:pt x="3120" y="22440"/>
                </a:lnTo>
                <a:close/>
                <a:moveTo>
                  <a:pt x="11700" y="6840"/>
                </a:moveTo>
                <a:lnTo>
                  <a:pt x="11700" y="9960"/>
                </a:lnTo>
                <a:lnTo>
                  <a:pt x="14820" y="9960"/>
                </a:lnTo>
                <a:lnTo>
                  <a:pt x="11700" y="6840"/>
                </a:lnTo>
                <a:close/>
                <a:moveTo>
                  <a:pt x="5694" y="10740"/>
                </a:moveTo>
                <a:lnTo>
                  <a:pt x="12246" y="10740"/>
                </a:lnTo>
                <a:cubicBezTo>
                  <a:pt x="12375" y="10740"/>
                  <a:pt x="12480" y="10845"/>
                  <a:pt x="12480" y="10974"/>
                </a:cubicBezTo>
                <a:lnTo>
                  <a:pt x="12480" y="11286"/>
                </a:lnTo>
                <a:cubicBezTo>
                  <a:pt x="12480" y="11415"/>
                  <a:pt x="12375" y="11520"/>
                  <a:pt x="12246" y="11520"/>
                </a:cubicBezTo>
                <a:lnTo>
                  <a:pt x="5694" y="11520"/>
                </a:lnTo>
                <a:cubicBezTo>
                  <a:pt x="5565" y="11520"/>
                  <a:pt x="5460" y="11415"/>
                  <a:pt x="5460" y="11286"/>
                </a:cubicBezTo>
                <a:lnTo>
                  <a:pt x="5460" y="10974"/>
                </a:lnTo>
                <a:cubicBezTo>
                  <a:pt x="5460" y="10845"/>
                  <a:pt x="5565" y="10740"/>
                  <a:pt x="5694" y="10740"/>
                </a:cubicBezTo>
                <a:close/>
                <a:moveTo>
                  <a:pt x="5694" y="12300"/>
                </a:moveTo>
                <a:lnTo>
                  <a:pt x="12246" y="12300"/>
                </a:lnTo>
                <a:cubicBezTo>
                  <a:pt x="12375" y="12300"/>
                  <a:pt x="12480" y="12405"/>
                  <a:pt x="12480" y="12534"/>
                </a:cubicBezTo>
                <a:lnTo>
                  <a:pt x="12480" y="12846"/>
                </a:lnTo>
                <a:cubicBezTo>
                  <a:pt x="12480" y="12975"/>
                  <a:pt x="12375" y="13080"/>
                  <a:pt x="12246" y="13080"/>
                </a:cubicBezTo>
                <a:lnTo>
                  <a:pt x="5694" y="13080"/>
                </a:lnTo>
                <a:cubicBezTo>
                  <a:pt x="5565" y="13080"/>
                  <a:pt x="5460" y="12975"/>
                  <a:pt x="5460" y="12846"/>
                </a:cubicBezTo>
                <a:lnTo>
                  <a:pt x="5460" y="12534"/>
                </a:lnTo>
                <a:cubicBezTo>
                  <a:pt x="5460" y="12405"/>
                  <a:pt x="5565" y="12300"/>
                  <a:pt x="5694" y="12300"/>
                </a:cubicBezTo>
                <a:close/>
                <a:moveTo>
                  <a:pt x="5694" y="16200"/>
                </a:moveTo>
                <a:lnTo>
                  <a:pt x="6786" y="16200"/>
                </a:lnTo>
                <a:cubicBezTo>
                  <a:pt x="6915" y="16200"/>
                  <a:pt x="7020" y="16305"/>
                  <a:pt x="7020" y="16434"/>
                </a:cubicBezTo>
                <a:lnTo>
                  <a:pt x="7020" y="19086"/>
                </a:lnTo>
                <a:cubicBezTo>
                  <a:pt x="7020" y="19215"/>
                  <a:pt x="6915" y="19320"/>
                  <a:pt x="6786" y="19320"/>
                </a:cubicBezTo>
                <a:lnTo>
                  <a:pt x="5694" y="19320"/>
                </a:lnTo>
                <a:cubicBezTo>
                  <a:pt x="5565" y="19320"/>
                  <a:pt x="5460" y="19215"/>
                  <a:pt x="5460" y="19086"/>
                </a:cubicBezTo>
                <a:lnTo>
                  <a:pt x="5460" y="16434"/>
                </a:lnTo>
                <a:cubicBezTo>
                  <a:pt x="5460" y="16305"/>
                  <a:pt x="5565" y="16200"/>
                  <a:pt x="5694" y="16200"/>
                </a:cubicBezTo>
                <a:close/>
                <a:moveTo>
                  <a:pt x="8034" y="15420"/>
                </a:moveTo>
                <a:lnTo>
                  <a:pt x="9126" y="15420"/>
                </a:lnTo>
                <a:cubicBezTo>
                  <a:pt x="9255" y="15420"/>
                  <a:pt x="9360" y="15525"/>
                  <a:pt x="9360" y="15654"/>
                </a:cubicBezTo>
                <a:lnTo>
                  <a:pt x="9360" y="19086"/>
                </a:lnTo>
                <a:cubicBezTo>
                  <a:pt x="9360" y="19215"/>
                  <a:pt x="9255" y="19320"/>
                  <a:pt x="9126" y="19320"/>
                </a:cubicBezTo>
                <a:lnTo>
                  <a:pt x="8034" y="19320"/>
                </a:lnTo>
                <a:cubicBezTo>
                  <a:pt x="7905" y="19320"/>
                  <a:pt x="7800" y="19215"/>
                  <a:pt x="7800" y="19086"/>
                </a:cubicBezTo>
                <a:lnTo>
                  <a:pt x="7800" y="15654"/>
                </a:lnTo>
                <a:cubicBezTo>
                  <a:pt x="7800" y="15525"/>
                  <a:pt x="7905" y="15420"/>
                  <a:pt x="8034" y="15420"/>
                </a:cubicBezTo>
                <a:close/>
                <a:moveTo>
                  <a:pt x="10374" y="13860"/>
                </a:moveTo>
                <a:lnTo>
                  <a:pt x="11466" y="13860"/>
                </a:lnTo>
                <a:cubicBezTo>
                  <a:pt x="11595" y="13860"/>
                  <a:pt x="11700" y="13965"/>
                  <a:pt x="11700" y="14094"/>
                </a:cubicBezTo>
                <a:lnTo>
                  <a:pt x="11700" y="19086"/>
                </a:lnTo>
                <a:cubicBezTo>
                  <a:pt x="11700" y="19215"/>
                  <a:pt x="11595" y="19320"/>
                  <a:pt x="11466" y="19320"/>
                </a:cubicBezTo>
                <a:lnTo>
                  <a:pt x="10374" y="19320"/>
                </a:lnTo>
                <a:cubicBezTo>
                  <a:pt x="10245" y="19320"/>
                  <a:pt x="10140" y="19215"/>
                  <a:pt x="10140" y="19086"/>
                </a:cubicBezTo>
                <a:lnTo>
                  <a:pt x="10140" y="14094"/>
                </a:lnTo>
                <a:cubicBezTo>
                  <a:pt x="10140" y="13965"/>
                  <a:pt x="10245" y="13860"/>
                  <a:pt x="10374" y="13860"/>
                </a:cubicBezTo>
                <a:close/>
                <a:moveTo>
                  <a:pt x="5616" y="19320"/>
                </a:moveTo>
                <a:lnTo>
                  <a:pt x="12324" y="19320"/>
                </a:lnTo>
                <a:cubicBezTo>
                  <a:pt x="12410" y="19320"/>
                  <a:pt x="12480" y="19390"/>
                  <a:pt x="12480" y="19476"/>
                </a:cubicBezTo>
                <a:lnTo>
                  <a:pt x="12480" y="19632"/>
                </a:lnTo>
                <a:cubicBezTo>
                  <a:pt x="12480" y="19718"/>
                  <a:pt x="12410" y="19788"/>
                  <a:pt x="12324" y="19788"/>
                </a:cubicBezTo>
                <a:lnTo>
                  <a:pt x="5616" y="19788"/>
                </a:lnTo>
                <a:cubicBezTo>
                  <a:pt x="5530" y="19788"/>
                  <a:pt x="5460" y="19718"/>
                  <a:pt x="5460" y="19632"/>
                </a:cubicBezTo>
                <a:lnTo>
                  <a:pt x="5460" y="19476"/>
                </a:lnTo>
                <a:cubicBezTo>
                  <a:pt x="5460" y="19390"/>
                  <a:pt x="5530" y="19320"/>
                  <a:pt x="5616" y="1932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383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汇报报告·协同</a:t>
            </a:r>
          </a:p>
        </p:txBody>
      </p:sp>
      <p:sp>
        <p:nvSpPr>
          <p:cNvPr id="28" name="SHOW-049"/>
          <p:cNvSpPr/>
          <p:nvPr/>
        </p:nvSpPr>
        <p:spPr>
          <a:xfrm>
            <a:off x="5486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800" y="4000"/>
                </a:moveTo>
                <a:lnTo>
                  <a:pt x="21200" y="4000"/>
                </a:lnTo>
                <a:cubicBezTo>
                  <a:pt x="21642" y="4000"/>
                  <a:pt x="22000" y="4358"/>
                  <a:pt x="22000" y="4800"/>
                </a:cubicBezTo>
                <a:lnTo>
                  <a:pt x="22000" y="17200"/>
                </a:lnTo>
                <a:cubicBezTo>
                  <a:pt x="22000" y="17642"/>
                  <a:pt x="21642" y="18000"/>
                  <a:pt x="21200" y="18000"/>
                </a:cubicBezTo>
                <a:lnTo>
                  <a:pt x="2800" y="18000"/>
                </a:lnTo>
                <a:cubicBezTo>
                  <a:pt x="2358" y="18000"/>
                  <a:pt x="2000" y="17642"/>
                  <a:pt x="2000" y="17200"/>
                </a:cubicBezTo>
                <a:lnTo>
                  <a:pt x="2000" y="4800"/>
                </a:lnTo>
                <a:cubicBezTo>
                  <a:pt x="2000" y="4358"/>
                  <a:pt x="2358" y="4000"/>
                  <a:pt x="2800" y="4000"/>
                </a:cubicBezTo>
                <a:close/>
                <a:moveTo>
                  <a:pt x="2200" y="7000"/>
                </a:moveTo>
                <a:lnTo>
                  <a:pt x="21800" y="7000"/>
                </a:lnTo>
                <a:cubicBezTo>
                  <a:pt x="21910" y="7000"/>
                  <a:pt x="22000" y="7090"/>
                  <a:pt x="22000" y="7200"/>
                </a:cubicBezTo>
                <a:lnTo>
                  <a:pt x="22000" y="7800"/>
                </a:lnTo>
                <a:cubicBezTo>
                  <a:pt x="22000" y="7910"/>
                  <a:pt x="21910" y="8000"/>
                  <a:pt x="21800" y="8000"/>
                </a:cubicBezTo>
                <a:lnTo>
                  <a:pt x="2200" y="8000"/>
                </a:lnTo>
                <a:cubicBezTo>
                  <a:pt x="2090" y="8000"/>
                  <a:pt x="2000" y="7910"/>
                  <a:pt x="2000" y="7800"/>
                </a:cubicBezTo>
                <a:lnTo>
                  <a:pt x="2000" y="7200"/>
                </a:lnTo>
                <a:cubicBezTo>
                  <a:pt x="2000" y="7090"/>
                  <a:pt x="2090" y="7000"/>
                  <a:pt x="2200" y="7000"/>
                </a:cubicBezTo>
                <a:close/>
                <a:moveTo>
                  <a:pt x="4400" y="10000"/>
                </a:moveTo>
                <a:lnTo>
                  <a:pt x="9600" y="10000"/>
                </a:lnTo>
                <a:cubicBezTo>
                  <a:pt x="9821" y="10000"/>
                  <a:pt x="10000" y="10179"/>
                  <a:pt x="10000" y="10400"/>
                </a:cubicBezTo>
                <a:lnTo>
                  <a:pt x="10000" y="15600"/>
                </a:lnTo>
                <a:cubicBezTo>
                  <a:pt x="10000" y="15821"/>
                  <a:pt x="9821" y="16000"/>
                  <a:pt x="9600" y="16000"/>
                </a:cubicBezTo>
                <a:lnTo>
                  <a:pt x="4400" y="16000"/>
                </a:lnTo>
                <a:cubicBezTo>
                  <a:pt x="4179" y="16000"/>
                  <a:pt x="4000" y="15821"/>
                  <a:pt x="4000" y="15600"/>
                </a:cubicBezTo>
                <a:lnTo>
                  <a:pt x="4000" y="10400"/>
                </a:lnTo>
                <a:cubicBezTo>
                  <a:pt x="4000" y="10179"/>
                  <a:pt x="4179" y="10000"/>
                  <a:pt x="4400" y="10000"/>
                </a:cubicBezTo>
                <a:close/>
                <a:moveTo>
                  <a:pt x="11300" y="10000"/>
                </a:moveTo>
                <a:lnTo>
                  <a:pt x="19700" y="10000"/>
                </a:lnTo>
                <a:cubicBezTo>
                  <a:pt x="19866" y="10000"/>
                  <a:pt x="20000" y="10134"/>
                  <a:pt x="20000" y="10300"/>
                </a:cubicBezTo>
                <a:lnTo>
                  <a:pt x="20000" y="11700"/>
                </a:lnTo>
                <a:cubicBezTo>
                  <a:pt x="20000" y="11866"/>
                  <a:pt x="19866" y="12000"/>
                  <a:pt x="19700" y="12000"/>
                </a:cubicBezTo>
                <a:lnTo>
                  <a:pt x="11300" y="12000"/>
                </a:lnTo>
                <a:cubicBezTo>
                  <a:pt x="11134" y="12000"/>
                  <a:pt x="11000" y="11866"/>
                  <a:pt x="11000" y="11700"/>
                </a:cubicBezTo>
                <a:lnTo>
                  <a:pt x="11000" y="10300"/>
                </a:lnTo>
                <a:cubicBezTo>
                  <a:pt x="11000" y="10134"/>
                  <a:pt x="11134" y="10000"/>
                  <a:pt x="11300" y="10000"/>
                </a:cubicBezTo>
                <a:close/>
                <a:moveTo>
                  <a:pt x="11300" y="13000"/>
                </a:moveTo>
                <a:lnTo>
                  <a:pt x="19700" y="13000"/>
                </a:lnTo>
                <a:cubicBezTo>
                  <a:pt x="19866" y="13000"/>
                  <a:pt x="20000" y="13134"/>
                  <a:pt x="20000" y="13300"/>
                </a:cubicBezTo>
                <a:lnTo>
                  <a:pt x="20000" y="14700"/>
                </a:lnTo>
                <a:cubicBezTo>
                  <a:pt x="20000" y="14866"/>
                  <a:pt x="19866" y="15000"/>
                  <a:pt x="19700" y="15000"/>
                </a:cubicBezTo>
                <a:lnTo>
                  <a:pt x="11300" y="15000"/>
                </a:lnTo>
                <a:cubicBezTo>
                  <a:pt x="11134" y="15000"/>
                  <a:pt x="11000" y="14866"/>
                  <a:pt x="11000" y="14700"/>
                </a:cubicBezTo>
                <a:lnTo>
                  <a:pt x="11000" y="13300"/>
                </a:lnTo>
                <a:cubicBezTo>
                  <a:pt x="11000" y="13134"/>
                  <a:pt x="11134" y="13000"/>
                  <a:pt x="11300" y="13000"/>
                </a:cubicBezTo>
                <a:close/>
                <a:moveTo>
                  <a:pt x="11300" y="16000"/>
                </a:moveTo>
                <a:lnTo>
                  <a:pt x="16700" y="16000"/>
                </a:lnTo>
                <a:cubicBezTo>
                  <a:pt x="16866" y="16000"/>
                  <a:pt x="17000" y="16134"/>
                  <a:pt x="17000" y="16300"/>
                </a:cubicBezTo>
                <a:lnTo>
                  <a:pt x="17000" y="16700"/>
                </a:lnTo>
                <a:cubicBezTo>
                  <a:pt x="17000" y="16866"/>
                  <a:pt x="16866" y="17000"/>
                  <a:pt x="16700" y="17000"/>
                </a:cubicBezTo>
                <a:lnTo>
                  <a:pt x="11300" y="17000"/>
                </a:lnTo>
                <a:cubicBezTo>
                  <a:pt x="11134" y="17000"/>
                  <a:pt x="11000" y="16866"/>
                  <a:pt x="11000" y="16700"/>
                </a:cubicBezTo>
                <a:lnTo>
                  <a:pt x="11000" y="16300"/>
                </a:lnTo>
                <a:cubicBezTo>
                  <a:pt x="11000" y="16134"/>
                  <a:pt x="11134" y="16000"/>
                  <a:pt x="11300" y="16000"/>
                </a:cubicBezTo>
                <a:close/>
                <a:moveTo>
                  <a:pt x="8300" y="18000"/>
                </a:moveTo>
                <a:lnTo>
                  <a:pt x="15700" y="18000"/>
                </a:lnTo>
                <a:cubicBezTo>
                  <a:pt x="15866" y="18000"/>
                  <a:pt x="16000" y="18134"/>
                  <a:pt x="16000" y="18300"/>
                </a:cubicBezTo>
                <a:lnTo>
                  <a:pt x="16000" y="21700"/>
                </a:lnTo>
                <a:cubicBezTo>
                  <a:pt x="16000" y="21866"/>
                  <a:pt x="15866" y="22000"/>
                  <a:pt x="15700" y="22000"/>
                </a:cubicBezTo>
                <a:lnTo>
                  <a:pt x="8300" y="22000"/>
                </a:lnTo>
                <a:cubicBezTo>
                  <a:pt x="8134" y="22000"/>
                  <a:pt x="8000" y="21866"/>
                  <a:pt x="8000" y="21700"/>
                </a:cubicBezTo>
                <a:lnTo>
                  <a:pt x="8000" y="18300"/>
                </a:lnTo>
                <a:cubicBezTo>
                  <a:pt x="8000" y="18134"/>
                  <a:pt x="8134" y="18000"/>
                  <a:pt x="8300" y="18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成绩牌</a:t>
            </a:r>
          </a:p>
        </p:txBody>
      </p:sp>
      <p:sp>
        <p:nvSpPr>
          <p:cNvPr id="31" name="SHOW-050"/>
          <p:cNvSpPr/>
          <p:nvPr/>
        </p:nvSpPr>
        <p:spPr>
          <a:xfrm>
            <a:off x="18745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18696"/>
                </a:lnTo>
                <a:cubicBezTo>
                  <a:pt x="17160" y="19041"/>
                  <a:pt x="16881" y="19320"/>
                  <a:pt x="16536" y="19320"/>
                </a:cubicBezTo>
                <a:lnTo>
                  <a:pt x="2184" y="19320"/>
                </a:lnTo>
                <a:cubicBezTo>
                  <a:pt x="1839" y="19320"/>
                  <a:pt x="1560" y="19041"/>
                  <a:pt x="1560" y="1869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1716" y="10740"/>
                </a:moveTo>
                <a:lnTo>
                  <a:pt x="17004" y="10740"/>
                </a:lnTo>
                <a:cubicBezTo>
                  <a:pt x="17090" y="10740"/>
                  <a:pt x="17160" y="10810"/>
                  <a:pt x="17160" y="10896"/>
                </a:cubicBezTo>
                <a:lnTo>
                  <a:pt x="17160" y="11364"/>
                </a:lnTo>
                <a:cubicBezTo>
                  <a:pt x="17160" y="11450"/>
                  <a:pt x="17090" y="11520"/>
                  <a:pt x="17004" y="11520"/>
                </a:cubicBezTo>
                <a:lnTo>
                  <a:pt x="1716" y="11520"/>
                </a:lnTo>
                <a:cubicBezTo>
                  <a:pt x="1630" y="11520"/>
                  <a:pt x="1560" y="11450"/>
                  <a:pt x="1560" y="11364"/>
                </a:cubicBezTo>
                <a:lnTo>
                  <a:pt x="1560" y="10896"/>
                </a:lnTo>
                <a:cubicBezTo>
                  <a:pt x="1560" y="10810"/>
                  <a:pt x="1630" y="10740"/>
                  <a:pt x="1716" y="10740"/>
                </a:cubicBezTo>
                <a:close/>
                <a:moveTo>
                  <a:pt x="3432" y="13080"/>
                </a:moveTo>
                <a:lnTo>
                  <a:pt x="7488" y="13080"/>
                </a:lnTo>
                <a:cubicBezTo>
                  <a:pt x="7660" y="13080"/>
                  <a:pt x="7800" y="13220"/>
                  <a:pt x="7800" y="13392"/>
                </a:cubicBezTo>
                <a:lnTo>
                  <a:pt x="7800" y="17448"/>
                </a:lnTo>
                <a:cubicBezTo>
                  <a:pt x="7800" y="17620"/>
                  <a:pt x="7660" y="17760"/>
                  <a:pt x="7488" y="17760"/>
                </a:cubicBezTo>
                <a:lnTo>
                  <a:pt x="3432" y="17760"/>
                </a:lnTo>
                <a:cubicBezTo>
                  <a:pt x="3260" y="17760"/>
                  <a:pt x="3120" y="17620"/>
                  <a:pt x="3120" y="17448"/>
                </a:cubicBezTo>
                <a:lnTo>
                  <a:pt x="3120" y="13392"/>
                </a:lnTo>
                <a:cubicBezTo>
                  <a:pt x="3120" y="13220"/>
                  <a:pt x="3260" y="13080"/>
                  <a:pt x="3432" y="13080"/>
                </a:cubicBezTo>
                <a:close/>
                <a:moveTo>
                  <a:pt x="8814" y="13080"/>
                </a:moveTo>
                <a:lnTo>
                  <a:pt x="15366" y="13080"/>
                </a:lnTo>
                <a:cubicBezTo>
                  <a:pt x="15495" y="13080"/>
                  <a:pt x="15600" y="13185"/>
                  <a:pt x="15600" y="13314"/>
                </a:cubicBezTo>
                <a:lnTo>
                  <a:pt x="15600" y="14406"/>
                </a:lnTo>
                <a:cubicBezTo>
                  <a:pt x="15600" y="14535"/>
                  <a:pt x="15495" y="14640"/>
                  <a:pt x="15366" y="14640"/>
                </a:cubicBezTo>
                <a:lnTo>
                  <a:pt x="8814" y="14640"/>
                </a:lnTo>
                <a:cubicBezTo>
                  <a:pt x="8685" y="14640"/>
                  <a:pt x="8580" y="14535"/>
                  <a:pt x="8580" y="14406"/>
                </a:cubicBezTo>
                <a:lnTo>
                  <a:pt x="8580" y="13314"/>
                </a:lnTo>
                <a:cubicBezTo>
                  <a:pt x="8580" y="13185"/>
                  <a:pt x="8685" y="13080"/>
                  <a:pt x="8814" y="13080"/>
                </a:cubicBezTo>
                <a:close/>
                <a:moveTo>
                  <a:pt x="8814" y="15420"/>
                </a:moveTo>
                <a:lnTo>
                  <a:pt x="15366" y="15420"/>
                </a:lnTo>
                <a:cubicBezTo>
                  <a:pt x="15495" y="15420"/>
                  <a:pt x="15600" y="15525"/>
                  <a:pt x="15600" y="15654"/>
                </a:cubicBezTo>
                <a:lnTo>
                  <a:pt x="15600" y="16746"/>
                </a:lnTo>
                <a:cubicBezTo>
                  <a:pt x="15600" y="16875"/>
                  <a:pt x="15495" y="16980"/>
                  <a:pt x="15366" y="16980"/>
                </a:cubicBezTo>
                <a:lnTo>
                  <a:pt x="8814" y="16980"/>
                </a:lnTo>
                <a:cubicBezTo>
                  <a:pt x="8685" y="16980"/>
                  <a:pt x="8580" y="16875"/>
                  <a:pt x="8580" y="16746"/>
                </a:cubicBezTo>
                <a:lnTo>
                  <a:pt x="8580" y="15654"/>
                </a:lnTo>
                <a:cubicBezTo>
                  <a:pt x="8580" y="15525"/>
                  <a:pt x="8685" y="15420"/>
                  <a:pt x="8814" y="15420"/>
                </a:cubicBezTo>
                <a:close/>
                <a:moveTo>
                  <a:pt x="8814" y="17760"/>
                </a:moveTo>
                <a:lnTo>
                  <a:pt x="13026" y="17760"/>
                </a:lnTo>
                <a:cubicBezTo>
                  <a:pt x="13155" y="17760"/>
                  <a:pt x="13260" y="17865"/>
                  <a:pt x="13260" y="17994"/>
                </a:cubicBezTo>
                <a:lnTo>
                  <a:pt x="13260" y="18306"/>
                </a:lnTo>
                <a:cubicBezTo>
                  <a:pt x="13260" y="18435"/>
                  <a:pt x="13155" y="18540"/>
                  <a:pt x="13026" y="18540"/>
                </a:cubicBezTo>
                <a:lnTo>
                  <a:pt x="8814" y="18540"/>
                </a:lnTo>
                <a:cubicBezTo>
                  <a:pt x="8685" y="18540"/>
                  <a:pt x="8580" y="18435"/>
                  <a:pt x="8580" y="1830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647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19554"/>
                </a:lnTo>
                <a:cubicBezTo>
                  <a:pt x="6240" y="19425"/>
                  <a:pt x="6345" y="19320"/>
                  <a:pt x="6474" y="1932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830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成绩牌·重点</a:t>
            </a:r>
          </a:p>
        </p:txBody>
      </p:sp>
      <p:sp>
        <p:nvSpPr>
          <p:cNvPr id="34" name="SHOW-051"/>
          <p:cNvSpPr/>
          <p:nvPr/>
        </p:nvSpPr>
        <p:spPr>
          <a:xfrm>
            <a:off x="32004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18696"/>
                </a:lnTo>
                <a:cubicBezTo>
                  <a:pt x="17160" y="19041"/>
                  <a:pt x="16881" y="19320"/>
                  <a:pt x="16536" y="19320"/>
                </a:cubicBezTo>
                <a:lnTo>
                  <a:pt x="2184" y="19320"/>
                </a:lnTo>
                <a:cubicBezTo>
                  <a:pt x="1839" y="19320"/>
                  <a:pt x="1560" y="19041"/>
                  <a:pt x="1560" y="1869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1716" y="10740"/>
                </a:moveTo>
                <a:lnTo>
                  <a:pt x="17004" y="10740"/>
                </a:lnTo>
                <a:cubicBezTo>
                  <a:pt x="17090" y="10740"/>
                  <a:pt x="17160" y="10810"/>
                  <a:pt x="17160" y="10896"/>
                </a:cubicBezTo>
                <a:lnTo>
                  <a:pt x="17160" y="11364"/>
                </a:lnTo>
                <a:cubicBezTo>
                  <a:pt x="17160" y="11450"/>
                  <a:pt x="17090" y="11520"/>
                  <a:pt x="17004" y="11520"/>
                </a:cubicBezTo>
                <a:lnTo>
                  <a:pt x="1716" y="11520"/>
                </a:lnTo>
                <a:cubicBezTo>
                  <a:pt x="1630" y="11520"/>
                  <a:pt x="1560" y="11450"/>
                  <a:pt x="1560" y="11364"/>
                </a:cubicBezTo>
                <a:lnTo>
                  <a:pt x="1560" y="10896"/>
                </a:lnTo>
                <a:cubicBezTo>
                  <a:pt x="1560" y="10810"/>
                  <a:pt x="1630" y="10740"/>
                  <a:pt x="1716" y="10740"/>
                </a:cubicBezTo>
                <a:close/>
                <a:moveTo>
                  <a:pt x="3432" y="13080"/>
                </a:moveTo>
                <a:lnTo>
                  <a:pt x="7488" y="13080"/>
                </a:lnTo>
                <a:cubicBezTo>
                  <a:pt x="7660" y="13080"/>
                  <a:pt x="7800" y="13220"/>
                  <a:pt x="7800" y="13392"/>
                </a:cubicBezTo>
                <a:lnTo>
                  <a:pt x="7800" y="17448"/>
                </a:lnTo>
                <a:cubicBezTo>
                  <a:pt x="7800" y="17620"/>
                  <a:pt x="7660" y="17760"/>
                  <a:pt x="7488" y="17760"/>
                </a:cubicBezTo>
                <a:lnTo>
                  <a:pt x="3432" y="17760"/>
                </a:lnTo>
                <a:cubicBezTo>
                  <a:pt x="3260" y="17760"/>
                  <a:pt x="3120" y="17620"/>
                  <a:pt x="3120" y="17448"/>
                </a:cubicBezTo>
                <a:lnTo>
                  <a:pt x="3120" y="13392"/>
                </a:lnTo>
                <a:cubicBezTo>
                  <a:pt x="3120" y="13220"/>
                  <a:pt x="3260" y="13080"/>
                  <a:pt x="3432" y="13080"/>
                </a:cubicBezTo>
                <a:close/>
                <a:moveTo>
                  <a:pt x="8814" y="13080"/>
                </a:moveTo>
                <a:lnTo>
                  <a:pt x="15366" y="13080"/>
                </a:lnTo>
                <a:cubicBezTo>
                  <a:pt x="15495" y="13080"/>
                  <a:pt x="15600" y="13185"/>
                  <a:pt x="15600" y="13314"/>
                </a:cubicBezTo>
                <a:lnTo>
                  <a:pt x="15600" y="14406"/>
                </a:lnTo>
                <a:cubicBezTo>
                  <a:pt x="15600" y="14535"/>
                  <a:pt x="15495" y="14640"/>
                  <a:pt x="15366" y="14640"/>
                </a:cubicBezTo>
                <a:lnTo>
                  <a:pt x="8814" y="14640"/>
                </a:lnTo>
                <a:cubicBezTo>
                  <a:pt x="8685" y="14640"/>
                  <a:pt x="8580" y="14535"/>
                  <a:pt x="8580" y="14406"/>
                </a:cubicBezTo>
                <a:lnTo>
                  <a:pt x="8580" y="13314"/>
                </a:lnTo>
                <a:cubicBezTo>
                  <a:pt x="8580" y="13185"/>
                  <a:pt x="8685" y="13080"/>
                  <a:pt x="8814" y="13080"/>
                </a:cubicBezTo>
                <a:close/>
                <a:moveTo>
                  <a:pt x="8814" y="15420"/>
                </a:moveTo>
                <a:lnTo>
                  <a:pt x="15366" y="15420"/>
                </a:lnTo>
                <a:cubicBezTo>
                  <a:pt x="15495" y="15420"/>
                  <a:pt x="15600" y="15525"/>
                  <a:pt x="15600" y="15654"/>
                </a:cubicBezTo>
                <a:lnTo>
                  <a:pt x="15600" y="16746"/>
                </a:lnTo>
                <a:cubicBezTo>
                  <a:pt x="15600" y="16875"/>
                  <a:pt x="15495" y="16980"/>
                  <a:pt x="15366" y="16980"/>
                </a:cubicBezTo>
                <a:lnTo>
                  <a:pt x="8814" y="16980"/>
                </a:lnTo>
                <a:cubicBezTo>
                  <a:pt x="8685" y="16980"/>
                  <a:pt x="8580" y="16875"/>
                  <a:pt x="8580" y="16746"/>
                </a:cubicBezTo>
                <a:lnTo>
                  <a:pt x="8580" y="15654"/>
                </a:lnTo>
                <a:cubicBezTo>
                  <a:pt x="8580" y="15525"/>
                  <a:pt x="8685" y="15420"/>
                  <a:pt x="8814" y="15420"/>
                </a:cubicBezTo>
                <a:close/>
                <a:moveTo>
                  <a:pt x="8814" y="17760"/>
                </a:moveTo>
                <a:lnTo>
                  <a:pt x="13026" y="17760"/>
                </a:lnTo>
                <a:cubicBezTo>
                  <a:pt x="13155" y="17760"/>
                  <a:pt x="13260" y="17865"/>
                  <a:pt x="13260" y="17994"/>
                </a:cubicBezTo>
                <a:lnTo>
                  <a:pt x="13260" y="18306"/>
                </a:lnTo>
                <a:cubicBezTo>
                  <a:pt x="13260" y="18435"/>
                  <a:pt x="13155" y="18540"/>
                  <a:pt x="13026" y="18540"/>
                </a:cubicBezTo>
                <a:lnTo>
                  <a:pt x="8814" y="18540"/>
                </a:lnTo>
                <a:cubicBezTo>
                  <a:pt x="8685" y="18540"/>
                  <a:pt x="8580" y="18435"/>
                  <a:pt x="8580" y="1830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647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19554"/>
                </a:lnTo>
                <a:cubicBezTo>
                  <a:pt x="6240" y="19425"/>
                  <a:pt x="6345" y="19320"/>
                  <a:pt x="6474" y="1932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成绩牌·已验证</a:t>
            </a:r>
          </a:p>
        </p:txBody>
      </p:sp>
      <p:sp>
        <p:nvSpPr>
          <p:cNvPr id="37" name="SHOW-052"/>
          <p:cNvSpPr/>
          <p:nvPr/>
        </p:nvSpPr>
        <p:spPr>
          <a:xfrm>
            <a:off x="452628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18696"/>
                </a:lnTo>
                <a:cubicBezTo>
                  <a:pt x="17160" y="19041"/>
                  <a:pt x="16881" y="19320"/>
                  <a:pt x="16536" y="19320"/>
                </a:cubicBezTo>
                <a:lnTo>
                  <a:pt x="2184" y="19320"/>
                </a:lnTo>
                <a:cubicBezTo>
                  <a:pt x="1839" y="19320"/>
                  <a:pt x="1560" y="19041"/>
                  <a:pt x="1560" y="1869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1716" y="10740"/>
                </a:moveTo>
                <a:lnTo>
                  <a:pt x="17004" y="10740"/>
                </a:lnTo>
                <a:cubicBezTo>
                  <a:pt x="17090" y="10740"/>
                  <a:pt x="17160" y="10810"/>
                  <a:pt x="17160" y="10896"/>
                </a:cubicBezTo>
                <a:lnTo>
                  <a:pt x="17160" y="11364"/>
                </a:lnTo>
                <a:cubicBezTo>
                  <a:pt x="17160" y="11450"/>
                  <a:pt x="17090" y="11520"/>
                  <a:pt x="17004" y="11520"/>
                </a:cubicBezTo>
                <a:lnTo>
                  <a:pt x="1716" y="11520"/>
                </a:lnTo>
                <a:cubicBezTo>
                  <a:pt x="1630" y="11520"/>
                  <a:pt x="1560" y="11450"/>
                  <a:pt x="1560" y="11364"/>
                </a:cubicBezTo>
                <a:lnTo>
                  <a:pt x="1560" y="10896"/>
                </a:lnTo>
                <a:cubicBezTo>
                  <a:pt x="1560" y="10810"/>
                  <a:pt x="1630" y="10740"/>
                  <a:pt x="1716" y="10740"/>
                </a:cubicBezTo>
                <a:close/>
                <a:moveTo>
                  <a:pt x="3432" y="13080"/>
                </a:moveTo>
                <a:lnTo>
                  <a:pt x="7488" y="13080"/>
                </a:lnTo>
                <a:cubicBezTo>
                  <a:pt x="7660" y="13080"/>
                  <a:pt x="7800" y="13220"/>
                  <a:pt x="7800" y="13392"/>
                </a:cubicBezTo>
                <a:lnTo>
                  <a:pt x="7800" y="17448"/>
                </a:lnTo>
                <a:cubicBezTo>
                  <a:pt x="7800" y="17620"/>
                  <a:pt x="7660" y="17760"/>
                  <a:pt x="7488" y="17760"/>
                </a:cubicBezTo>
                <a:lnTo>
                  <a:pt x="3432" y="17760"/>
                </a:lnTo>
                <a:cubicBezTo>
                  <a:pt x="3260" y="17760"/>
                  <a:pt x="3120" y="17620"/>
                  <a:pt x="3120" y="17448"/>
                </a:cubicBezTo>
                <a:lnTo>
                  <a:pt x="3120" y="13392"/>
                </a:lnTo>
                <a:cubicBezTo>
                  <a:pt x="3120" y="13220"/>
                  <a:pt x="3260" y="13080"/>
                  <a:pt x="3432" y="13080"/>
                </a:cubicBezTo>
                <a:close/>
                <a:moveTo>
                  <a:pt x="8814" y="13080"/>
                </a:moveTo>
                <a:lnTo>
                  <a:pt x="15366" y="13080"/>
                </a:lnTo>
                <a:cubicBezTo>
                  <a:pt x="15495" y="13080"/>
                  <a:pt x="15600" y="13185"/>
                  <a:pt x="15600" y="13314"/>
                </a:cubicBezTo>
                <a:lnTo>
                  <a:pt x="15600" y="14406"/>
                </a:lnTo>
                <a:cubicBezTo>
                  <a:pt x="15600" y="14535"/>
                  <a:pt x="15495" y="14640"/>
                  <a:pt x="15366" y="14640"/>
                </a:cubicBezTo>
                <a:lnTo>
                  <a:pt x="8814" y="14640"/>
                </a:lnTo>
                <a:cubicBezTo>
                  <a:pt x="8685" y="14640"/>
                  <a:pt x="8580" y="14535"/>
                  <a:pt x="8580" y="14406"/>
                </a:cubicBezTo>
                <a:lnTo>
                  <a:pt x="8580" y="13314"/>
                </a:lnTo>
                <a:cubicBezTo>
                  <a:pt x="8580" y="13185"/>
                  <a:pt x="8685" y="13080"/>
                  <a:pt x="8814" y="13080"/>
                </a:cubicBezTo>
                <a:close/>
                <a:moveTo>
                  <a:pt x="8814" y="15420"/>
                </a:moveTo>
                <a:lnTo>
                  <a:pt x="15366" y="15420"/>
                </a:lnTo>
                <a:cubicBezTo>
                  <a:pt x="15495" y="15420"/>
                  <a:pt x="15600" y="15525"/>
                  <a:pt x="15600" y="15654"/>
                </a:cubicBezTo>
                <a:lnTo>
                  <a:pt x="15600" y="16746"/>
                </a:lnTo>
                <a:cubicBezTo>
                  <a:pt x="15600" y="16875"/>
                  <a:pt x="15495" y="16980"/>
                  <a:pt x="15366" y="16980"/>
                </a:cubicBezTo>
                <a:lnTo>
                  <a:pt x="8814" y="16980"/>
                </a:lnTo>
                <a:cubicBezTo>
                  <a:pt x="8685" y="16980"/>
                  <a:pt x="8580" y="16875"/>
                  <a:pt x="8580" y="16746"/>
                </a:cubicBezTo>
                <a:lnTo>
                  <a:pt x="8580" y="15654"/>
                </a:lnTo>
                <a:cubicBezTo>
                  <a:pt x="8580" y="15525"/>
                  <a:pt x="8685" y="15420"/>
                  <a:pt x="8814" y="15420"/>
                </a:cubicBezTo>
                <a:close/>
                <a:moveTo>
                  <a:pt x="8814" y="17760"/>
                </a:moveTo>
                <a:lnTo>
                  <a:pt x="13026" y="17760"/>
                </a:lnTo>
                <a:cubicBezTo>
                  <a:pt x="13155" y="17760"/>
                  <a:pt x="13260" y="17865"/>
                  <a:pt x="13260" y="17994"/>
                </a:cubicBezTo>
                <a:lnTo>
                  <a:pt x="13260" y="18306"/>
                </a:lnTo>
                <a:cubicBezTo>
                  <a:pt x="13260" y="18435"/>
                  <a:pt x="13155" y="18540"/>
                  <a:pt x="13026" y="18540"/>
                </a:cubicBezTo>
                <a:lnTo>
                  <a:pt x="8814" y="18540"/>
                </a:lnTo>
                <a:cubicBezTo>
                  <a:pt x="8685" y="18540"/>
                  <a:pt x="8580" y="18435"/>
                  <a:pt x="8580" y="1830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647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19554"/>
                </a:lnTo>
                <a:cubicBezTo>
                  <a:pt x="6240" y="19425"/>
                  <a:pt x="6345" y="19320"/>
                  <a:pt x="6474" y="1932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484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成绩牌·上升</a:t>
            </a:r>
          </a:p>
        </p:txBody>
      </p:sp>
      <p:sp>
        <p:nvSpPr>
          <p:cNvPr id="40" name="SHOW-053"/>
          <p:cNvSpPr/>
          <p:nvPr/>
        </p:nvSpPr>
        <p:spPr>
          <a:xfrm>
            <a:off x="585216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18696"/>
                </a:lnTo>
                <a:cubicBezTo>
                  <a:pt x="17160" y="19041"/>
                  <a:pt x="16881" y="19320"/>
                  <a:pt x="16536" y="19320"/>
                </a:cubicBezTo>
                <a:lnTo>
                  <a:pt x="2184" y="19320"/>
                </a:lnTo>
                <a:cubicBezTo>
                  <a:pt x="1839" y="19320"/>
                  <a:pt x="1560" y="19041"/>
                  <a:pt x="1560" y="1869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1716" y="10740"/>
                </a:moveTo>
                <a:lnTo>
                  <a:pt x="17004" y="10740"/>
                </a:lnTo>
                <a:cubicBezTo>
                  <a:pt x="17090" y="10740"/>
                  <a:pt x="17160" y="10810"/>
                  <a:pt x="17160" y="10896"/>
                </a:cubicBezTo>
                <a:lnTo>
                  <a:pt x="17160" y="11364"/>
                </a:lnTo>
                <a:cubicBezTo>
                  <a:pt x="17160" y="11450"/>
                  <a:pt x="17090" y="11520"/>
                  <a:pt x="17004" y="11520"/>
                </a:cubicBezTo>
                <a:lnTo>
                  <a:pt x="1716" y="11520"/>
                </a:lnTo>
                <a:cubicBezTo>
                  <a:pt x="1630" y="11520"/>
                  <a:pt x="1560" y="11450"/>
                  <a:pt x="1560" y="11364"/>
                </a:cubicBezTo>
                <a:lnTo>
                  <a:pt x="1560" y="10896"/>
                </a:lnTo>
                <a:cubicBezTo>
                  <a:pt x="1560" y="10810"/>
                  <a:pt x="1630" y="10740"/>
                  <a:pt x="1716" y="10740"/>
                </a:cubicBezTo>
                <a:close/>
                <a:moveTo>
                  <a:pt x="3432" y="13080"/>
                </a:moveTo>
                <a:lnTo>
                  <a:pt x="7488" y="13080"/>
                </a:lnTo>
                <a:cubicBezTo>
                  <a:pt x="7660" y="13080"/>
                  <a:pt x="7800" y="13220"/>
                  <a:pt x="7800" y="13392"/>
                </a:cubicBezTo>
                <a:lnTo>
                  <a:pt x="7800" y="17448"/>
                </a:lnTo>
                <a:cubicBezTo>
                  <a:pt x="7800" y="17620"/>
                  <a:pt x="7660" y="17760"/>
                  <a:pt x="7488" y="17760"/>
                </a:cubicBezTo>
                <a:lnTo>
                  <a:pt x="3432" y="17760"/>
                </a:lnTo>
                <a:cubicBezTo>
                  <a:pt x="3260" y="17760"/>
                  <a:pt x="3120" y="17620"/>
                  <a:pt x="3120" y="17448"/>
                </a:cubicBezTo>
                <a:lnTo>
                  <a:pt x="3120" y="13392"/>
                </a:lnTo>
                <a:cubicBezTo>
                  <a:pt x="3120" y="13220"/>
                  <a:pt x="3260" y="13080"/>
                  <a:pt x="3432" y="13080"/>
                </a:cubicBezTo>
                <a:close/>
                <a:moveTo>
                  <a:pt x="8814" y="13080"/>
                </a:moveTo>
                <a:lnTo>
                  <a:pt x="15366" y="13080"/>
                </a:lnTo>
                <a:cubicBezTo>
                  <a:pt x="15495" y="13080"/>
                  <a:pt x="15600" y="13185"/>
                  <a:pt x="15600" y="13314"/>
                </a:cubicBezTo>
                <a:lnTo>
                  <a:pt x="15600" y="14406"/>
                </a:lnTo>
                <a:cubicBezTo>
                  <a:pt x="15600" y="14535"/>
                  <a:pt x="15495" y="14640"/>
                  <a:pt x="15366" y="14640"/>
                </a:cubicBezTo>
                <a:lnTo>
                  <a:pt x="8814" y="14640"/>
                </a:lnTo>
                <a:cubicBezTo>
                  <a:pt x="8685" y="14640"/>
                  <a:pt x="8580" y="14535"/>
                  <a:pt x="8580" y="14406"/>
                </a:cubicBezTo>
                <a:lnTo>
                  <a:pt x="8580" y="13314"/>
                </a:lnTo>
                <a:cubicBezTo>
                  <a:pt x="8580" y="13185"/>
                  <a:pt x="8685" y="13080"/>
                  <a:pt x="8814" y="13080"/>
                </a:cubicBezTo>
                <a:close/>
                <a:moveTo>
                  <a:pt x="8814" y="15420"/>
                </a:moveTo>
                <a:lnTo>
                  <a:pt x="15366" y="15420"/>
                </a:lnTo>
                <a:cubicBezTo>
                  <a:pt x="15495" y="15420"/>
                  <a:pt x="15600" y="15525"/>
                  <a:pt x="15600" y="15654"/>
                </a:cubicBezTo>
                <a:lnTo>
                  <a:pt x="15600" y="16746"/>
                </a:lnTo>
                <a:cubicBezTo>
                  <a:pt x="15600" y="16875"/>
                  <a:pt x="15495" y="16980"/>
                  <a:pt x="15366" y="16980"/>
                </a:cubicBezTo>
                <a:lnTo>
                  <a:pt x="8814" y="16980"/>
                </a:lnTo>
                <a:cubicBezTo>
                  <a:pt x="8685" y="16980"/>
                  <a:pt x="8580" y="16875"/>
                  <a:pt x="8580" y="16746"/>
                </a:cubicBezTo>
                <a:lnTo>
                  <a:pt x="8580" y="15654"/>
                </a:lnTo>
                <a:cubicBezTo>
                  <a:pt x="8580" y="15525"/>
                  <a:pt x="8685" y="15420"/>
                  <a:pt x="8814" y="15420"/>
                </a:cubicBezTo>
                <a:close/>
                <a:moveTo>
                  <a:pt x="8814" y="17760"/>
                </a:moveTo>
                <a:lnTo>
                  <a:pt x="13026" y="17760"/>
                </a:lnTo>
                <a:cubicBezTo>
                  <a:pt x="13155" y="17760"/>
                  <a:pt x="13260" y="17865"/>
                  <a:pt x="13260" y="17994"/>
                </a:cubicBezTo>
                <a:lnTo>
                  <a:pt x="13260" y="18306"/>
                </a:lnTo>
                <a:cubicBezTo>
                  <a:pt x="13260" y="18435"/>
                  <a:pt x="13155" y="18540"/>
                  <a:pt x="13026" y="18540"/>
                </a:cubicBezTo>
                <a:lnTo>
                  <a:pt x="8814" y="18540"/>
                </a:lnTo>
                <a:cubicBezTo>
                  <a:pt x="8685" y="18540"/>
                  <a:pt x="8580" y="18435"/>
                  <a:pt x="8580" y="1830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647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19554"/>
                </a:lnTo>
                <a:cubicBezTo>
                  <a:pt x="6240" y="19425"/>
                  <a:pt x="6345" y="19320"/>
                  <a:pt x="6474" y="1932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72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成绩牌·关怀</a:t>
            </a:r>
          </a:p>
        </p:txBody>
      </p:sp>
      <p:sp>
        <p:nvSpPr>
          <p:cNvPr id="43" name="SHOW-054"/>
          <p:cNvSpPr/>
          <p:nvPr/>
        </p:nvSpPr>
        <p:spPr>
          <a:xfrm>
            <a:off x="717804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184" y="8400"/>
                </a:moveTo>
                <a:lnTo>
                  <a:pt x="16536" y="8400"/>
                </a:lnTo>
                <a:cubicBezTo>
                  <a:pt x="16881" y="8400"/>
                  <a:pt x="17160" y="8679"/>
                  <a:pt x="17160" y="9024"/>
                </a:cubicBezTo>
                <a:lnTo>
                  <a:pt x="17160" y="18696"/>
                </a:lnTo>
                <a:cubicBezTo>
                  <a:pt x="17160" y="19041"/>
                  <a:pt x="16881" y="19320"/>
                  <a:pt x="16536" y="19320"/>
                </a:cubicBezTo>
                <a:lnTo>
                  <a:pt x="2184" y="19320"/>
                </a:lnTo>
                <a:cubicBezTo>
                  <a:pt x="1839" y="19320"/>
                  <a:pt x="1560" y="19041"/>
                  <a:pt x="1560" y="18696"/>
                </a:cubicBezTo>
                <a:lnTo>
                  <a:pt x="1560" y="9024"/>
                </a:lnTo>
                <a:cubicBezTo>
                  <a:pt x="1560" y="8679"/>
                  <a:pt x="1839" y="8400"/>
                  <a:pt x="2184" y="8400"/>
                </a:cubicBezTo>
                <a:close/>
                <a:moveTo>
                  <a:pt x="1716" y="10740"/>
                </a:moveTo>
                <a:lnTo>
                  <a:pt x="17004" y="10740"/>
                </a:lnTo>
                <a:cubicBezTo>
                  <a:pt x="17090" y="10740"/>
                  <a:pt x="17160" y="10810"/>
                  <a:pt x="17160" y="10896"/>
                </a:cubicBezTo>
                <a:lnTo>
                  <a:pt x="17160" y="11364"/>
                </a:lnTo>
                <a:cubicBezTo>
                  <a:pt x="17160" y="11450"/>
                  <a:pt x="17090" y="11520"/>
                  <a:pt x="17004" y="11520"/>
                </a:cubicBezTo>
                <a:lnTo>
                  <a:pt x="1716" y="11520"/>
                </a:lnTo>
                <a:cubicBezTo>
                  <a:pt x="1630" y="11520"/>
                  <a:pt x="1560" y="11450"/>
                  <a:pt x="1560" y="11364"/>
                </a:cubicBezTo>
                <a:lnTo>
                  <a:pt x="1560" y="10896"/>
                </a:lnTo>
                <a:cubicBezTo>
                  <a:pt x="1560" y="10810"/>
                  <a:pt x="1630" y="10740"/>
                  <a:pt x="1716" y="10740"/>
                </a:cubicBezTo>
                <a:close/>
                <a:moveTo>
                  <a:pt x="3432" y="13080"/>
                </a:moveTo>
                <a:lnTo>
                  <a:pt x="7488" y="13080"/>
                </a:lnTo>
                <a:cubicBezTo>
                  <a:pt x="7660" y="13080"/>
                  <a:pt x="7800" y="13220"/>
                  <a:pt x="7800" y="13392"/>
                </a:cubicBezTo>
                <a:lnTo>
                  <a:pt x="7800" y="17448"/>
                </a:lnTo>
                <a:cubicBezTo>
                  <a:pt x="7800" y="17620"/>
                  <a:pt x="7660" y="17760"/>
                  <a:pt x="7488" y="17760"/>
                </a:cubicBezTo>
                <a:lnTo>
                  <a:pt x="3432" y="17760"/>
                </a:lnTo>
                <a:cubicBezTo>
                  <a:pt x="3260" y="17760"/>
                  <a:pt x="3120" y="17620"/>
                  <a:pt x="3120" y="17448"/>
                </a:cubicBezTo>
                <a:lnTo>
                  <a:pt x="3120" y="13392"/>
                </a:lnTo>
                <a:cubicBezTo>
                  <a:pt x="3120" y="13220"/>
                  <a:pt x="3260" y="13080"/>
                  <a:pt x="3432" y="13080"/>
                </a:cubicBezTo>
                <a:close/>
                <a:moveTo>
                  <a:pt x="8814" y="13080"/>
                </a:moveTo>
                <a:lnTo>
                  <a:pt x="15366" y="13080"/>
                </a:lnTo>
                <a:cubicBezTo>
                  <a:pt x="15495" y="13080"/>
                  <a:pt x="15600" y="13185"/>
                  <a:pt x="15600" y="13314"/>
                </a:cubicBezTo>
                <a:lnTo>
                  <a:pt x="15600" y="14406"/>
                </a:lnTo>
                <a:cubicBezTo>
                  <a:pt x="15600" y="14535"/>
                  <a:pt x="15495" y="14640"/>
                  <a:pt x="15366" y="14640"/>
                </a:cubicBezTo>
                <a:lnTo>
                  <a:pt x="8814" y="14640"/>
                </a:lnTo>
                <a:cubicBezTo>
                  <a:pt x="8685" y="14640"/>
                  <a:pt x="8580" y="14535"/>
                  <a:pt x="8580" y="14406"/>
                </a:cubicBezTo>
                <a:lnTo>
                  <a:pt x="8580" y="13314"/>
                </a:lnTo>
                <a:cubicBezTo>
                  <a:pt x="8580" y="13185"/>
                  <a:pt x="8685" y="13080"/>
                  <a:pt x="8814" y="13080"/>
                </a:cubicBezTo>
                <a:close/>
                <a:moveTo>
                  <a:pt x="8814" y="15420"/>
                </a:moveTo>
                <a:lnTo>
                  <a:pt x="15366" y="15420"/>
                </a:lnTo>
                <a:cubicBezTo>
                  <a:pt x="15495" y="15420"/>
                  <a:pt x="15600" y="15525"/>
                  <a:pt x="15600" y="15654"/>
                </a:cubicBezTo>
                <a:lnTo>
                  <a:pt x="15600" y="16746"/>
                </a:lnTo>
                <a:cubicBezTo>
                  <a:pt x="15600" y="16875"/>
                  <a:pt x="15495" y="16980"/>
                  <a:pt x="15366" y="16980"/>
                </a:cubicBezTo>
                <a:lnTo>
                  <a:pt x="8814" y="16980"/>
                </a:lnTo>
                <a:cubicBezTo>
                  <a:pt x="8685" y="16980"/>
                  <a:pt x="8580" y="16875"/>
                  <a:pt x="8580" y="16746"/>
                </a:cubicBezTo>
                <a:lnTo>
                  <a:pt x="8580" y="15654"/>
                </a:lnTo>
                <a:cubicBezTo>
                  <a:pt x="8580" y="15525"/>
                  <a:pt x="8685" y="15420"/>
                  <a:pt x="8814" y="15420"/>
                </a:cubicBezTo>
                <a:close/>
                <a:moveTo>
                  <a:pt x="8814" y="17760"/>
                </a:moveTo>
                <a:lnTo>
                  <a:pt x="13026" y="17760"/>
                </a:lnTo>
                <a:cubicBezTo>
                  <a:pt x="13155" y="17760"/>
                  <a:pt x="13260" y="17865"/>
                  <a:pt x="13260" y="17994"/>
                </a:cubicBezTo>
                <a:lnTo>
                  <a:pt x="13260" y="18306"/>
                </a:lnTo>
                <a:cubicBezTo>
                  <a:pt x="13260" y="18435"/>
                  <a:pt x="13155" y="18540"/>
                  <a:pt x="13026" y="18540"/>
                </a:cubicBezTo>
                <a:lnTo>
                  <a:pt x="8814" y="18540"/>
                </a:lnTo>
                <a:cubicBezTo>
                  <a:pt x="8685" y="18540"/>
                  <a:pt x="8580" y="18435"/>
                  <a:pt x="8580" y="18306"/>
                </a:cubicBezTo>
                <a:lnTo>
                  <a:pt x="8580" y="17994"/>
                </a:lnTo>
                <a:cubicBezTo>
                  <a:pt x="8580" y="17865"/>
                  <a:pt x="8685" y="17760"/>
                  <a:pt x="8814" y="17760"/>
                </a:cubicBezTo>
                <a:close/>
                <a:moveTo>
                  <a:pt x="6474" y="19320"/>
                </a:moveTo>
                <a:lnTo>
                  <a:pt x="12246" y="19320"/>
                </a:lnTo>
                <a:cubicBezTo>
                  <a:pt x="12375" y="19320"/>
                  <a:pt x="12480" y="19425"/>
                  <a:pt x="12480" y="19554"/>
                </a:cubicBezTo>
                <a:lnTo>
                  <a:pt x="12480" y="22206"/>
                </a:lnTo>
                <a:cubicBezTo>
                  <a:pt x="12480" y="22335"/>
                  <a:pt x="12375" y="22440"/>
                  <a:pt x="12246" y="22440"/>
                </a:cubicBezTo>
                <a:lnTo>
                  <a:pt x="6474" y="22440"/>
                </a:lnTo>
                <a:cubicBezTo>
                  <a:pt x="6345" y="22440"/>
                  <a:pt x="6240" y="22335"/>
                  <a:pt x="6240" y="22206"/>
                </a:cubicBezTo>
                <a:lnTo>
                  <a:pt x="6240" y="19554"/>
                </a:lnTo>
                <a:cubicBezTo>
                  <a:pt x="6240" y="19425"/>
                  <a:pt x="6345" y="19320"/>
                  <a:pt x="6474" y="1932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8660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成绩牌·协同</a:t>
            </a:r>
          </a:p>
        </p:txBody>
      </p:sp>
      <p:sp>
        <p:nvSpPr>
          <p:cNvPr id="46" name="SHOW-055"/>
          <p:cNvSpPr/>
          <p:nvPr/>
        </p:nvSpPr>
        <p:spPr>
          <a:xfrm>
            <a:off x="850392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7500" y="9000"/>
                </a:moveTo>
                <a:cubicBezTo>
                  <a:pt x="17500" y="12038"/>
                  <a:pt x="15038" y="14500"/>
                  <a:pt x="12000" y="14500"/>
                </a:cubicBezTo>
                <a:cubicBezTo>
                  <a:pt x="8962" y="14500"/>
                  <a:pt x="6500" y="12038"/>
                  <a:pt x="6500" y="9000"/>
                </a:cubicBezTo>
                <a:cubicBezTo>
                  <a:pt x="6500" y="5962"/>
                  <a:pt x="8962" y="3500"/>
                  <a:pt x="12000" y="3500"/>
                </a:cubicBezTo>
                <a:cubicBezTo>
                  <a:pt x="15038" y="3500"/>
                  <a:pt x="17500" y="5962"/>
                  <a:pt x="17500" y="9000"/>
                </a:cubicBezTo>
                <a:close/>
                <a:moveTo>
                  <a:pt x="12000" y="6000"/>
                </a:moveTo>
                <a:lnTo>
                  <a:pt x="12588" y="8191"/>
                </a:lnTo>
                <a:lnTo>
                  <a:pt x="14853" y="8073"/>
                </a:lnTo>
                <a:lnTo>
                  <a:pt x="12951" y="9309"/>
                </a:lnTo>
                <a:lnTo>
                  <a:pt x="13763" y="11427"/>
                </a:lnTo>
                <a:lnTo>
                  <a:pt x="12000" y="10000"/>
                </a:lnTo>
                <a:lnTo>
                  <a:pt x="10237" y="11427"/>
                </a:lnTo>
                <a:lnTo>
                  <a:pt x="11049" y="9309"/>
                </a:lnTo>
                <a:lnTo>
                  <a:pt x="9147" y="8073"/>
                </a:lnTo>
                <a:lnTo>
                  <a:pt x="11412" y="8191"/>
                </a:lnTo>
                <a:close/>
                <a:moveTo>
                  <a:pt x="8000" y="13000"/>
                </a:moveTo>
                <a:lnTo>
                  <a:pt x="8000" y="22000"/>
                </a:lnTo>
                <a:lnTo>
                  <a:pt x="12000" y="19000"/>
                </a:lnTo>
                <a:lnTo>
                  <a:pt x="16000" y="22000"/>
                </a:lnTo>
                <a:lnTo>
                  <a:pt x="16000" y="13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1248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锦旗</a:t>
            </a:r>
          </a:p>
        </p:txBody>
      </p:sp>
      <p:sp>
        <p:nvSpPr>
          <p:cNvPr id="49" name="SHOW-056"/>
          <p:cNvSpPr/>
          <p:nvPr/>
        </p:nvSpPr>
        <p:spPr>
          <a:xfrm>
            <a:off x="9829800" y="256032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650" y="12300"/>
                </a:moveTo>
                <a:cubicBezTo>
                  <a:pt x="13650" y="14669"/>
                  <a:pt x="11729" y="16590"/>
                  <a:pt x="9360" y="16590"/>
                </a:cubicBezTo>
                <a:cubicBezTo>
                  <a:pt x="6991" y="16590"/>
                  <a:pt x="5070" y="14669"/>
                  <a:pt x="5070" y="12300"/>
                </a:cubicBezTo>
                <a:cubicBezTo>
                  <a:pt x="5070" y="9931"/>
                  <a:pt x="6991" y="8010"/>
                  <a:pt x="9360" y="8010"/>
                </a:cubicBezTo>
                <a:cubicBezTo>
                  <a:pt x="11729" y="8010"/>
                  <a:pt x="13650" y="9931"/>
                  <a:pt x="13650" y="12300"/>
                </a:cubicBezTo>
                <a:close/>
                <a:moveTo>
                  <a:pt x="9360" y="9960"/>
                </a:moveTo>
                <a:lnTo>
                  <a:pt x="9818" y="11669"/>
                </a:lnTo>
                <a:lnTo>
                  <a:pt x="11585" y="11577"/>
                </a:lnTo>
                <a:lnTo>
                  <a:pt x="10102" y="12541"/>
                </a:lnTo>
                <a:lnTo>
                  <a:pt x="10735" y="14193"/>
                </a:lnTo>
                <a:lnTo>
                  <a:pt x="9360" y="13080"/>
                </a:lnTo>
                <a:lnTo>
                  <a:pt x="7985" y="14193"/>
                </a:lnTo>
                <a:lnTo>
                  <a:pt x="8618" y="12541"/>
                </a:lnTo>
                <a:lnTo>
                  <a:pt x="7135" y="11577"/>
                </a:lnTo>
                <a:lnTo>
                  <a:pt x="8902" y="11669"/>
                </a:lnTo>
                <a:close/>
                <a:moveTo>
                  <a:pt x="6240" y="15420"/>
                </a:moveTo>
                <a:lnTo>
                  <a:pt x="6240" y="22440"/>
                </a:lnTo>
                <a:lnTo>
                  <a:pt x="9360" y="20100"/>
                </a:lnTo>
                <a:lnTo>
                  <a:pt x="12480" y="22440"/>
                </a:lnTo>
                <a:lnTo>
                  <a:pt x="12480" y="1542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38360" y="33575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35387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锦旗·重点</a:t>
            </a:r>
          </a:p>
        </p:txBody>
      </p:sp>
      <p:sp>
        <p:nvSpPr>
          <p:cNvPr id="52" name="SHOW-057"/>
          <p:cNvSpPr/>
          <p:nvPr/>
        </p:nvSpPr>
        <p:spPr>
          <a:xfrm>
            <a:off x="5486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650" y="12300"/>
                </a:moveTo>
                <a:cubicBezTo>
                  <a:pt x="13650" y="14669"/>
                  <a:pt x="11729" y="16590"/>
                  <a:pt x="9360" y="16590"/>
                </a:cubicBezTo>
                <a:cubicBezTo>
                  <a:pt x="6991" y="16590"/>
                  <a:pt x="5070" y="14669"/>
                  <a:pt x="5070" y="12300"/>
                </a:cubicBezTo>
                <a:cubicBezTo>
                  <a:pt x="5070" y="9931"/>
                  <a:pt x="6991" y="8010"/>
                  <a:pt x="9360" y="8010"/>
                </a:cubicBezTo>
                <a:cubicBezTo>
                  <a:pt x="11729" y="8010"/>
                  <a:pt x="13650" y="9931"/>
                  <a:pt x="13650" y="12300"/>
                </a:cubicBezTo>
                <a:close/>
                <a:moveTo>
                  <a:pt x="9360" y="9960"/>
                </a:moveTo>
                <a:lnTo>
                  <a:pt x="9818" y="11669"/>
                </a:lnTo>
                <a:lnTo>
                  <a:pt x="11585" y="11577"/>
                </a:lnTo>
                <a:lnTo>
                  <a:pt x="10102" y="12541"/>
                </a:lnTo>
                <a:lnTo>
                  <a:pt x="10735" y="14193"/>
                </a:lnTo>
                <a:lnTo>
                  <a:pt x="9360" y="13080"/>
                </a:lnTo>
                <a:lnTo>
                  <a:pt x="7985" y="14193"/>
                </a:lnTo>
                <a:lnTo>
                  <a:pt x="8618" y="12541"/>
                </a:lnTo>
                <a:lnTo>
                  <a:pt x="7135" y="11577"/>
                </a:lnTo>
                <a:lnTo>
                  <a:pt x="8902" y="11669"/>
                </a:lnTo>
                <a:close/>
                <a:moveTo>
                  <a:pt x="6240" y="15420"/>
                </a:moveTo>
                <a:lnTo>
                  <a:pt x="6240" y="22440"/>
                </a:lnTo>
                <a:lnTo>
                  <a:pt x="9360" y="20100"/>
                </a:lnTo>
                <a:lnTo>
                  <a:pt x="12480" y="22440"/>
                </a:lnTo>
                <a:lnTo>
                  <a:pt x="12480" y="1542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锦旗·已验证</a:t>
            </a:r>
          </a:p>
        </p:txBody>
      </p:sp>
      <p:sp>
        <p:nvSpPr>
          <p:cNvPr id="55" name="SHOW-058"/>
          <p:cNvSpPr/>
          <p:nvPr/>
        </p:nvSpPr>
        <p:spPr>
          <a:xfrm>
            <a:off x="18745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650" y="12300"/>
                </a:moveTo>
                <a:cubicBezTo>
                  <a:pt x="13650" y="14669"/>
                  <a:pt x="11729" y="16590"/>
                  <a:pt x="9360" y="16590"/>
                </a:cubicBezTo>
                <a:cubicBezTo>
                  <a:pt x="6991" y="16590"/>
                  <a:pt x="5070" y="14669"/>
                  <a:pt x="5070" y="12300"/>
                </a:cubicBezTo>
                <a:cubicBezTo>
                  <a:pt x="5070" y="9931"/>
                  <a:pt x="6991" y="8010"/>
                  <a:pt x="9360" y="8010"/>
                </a:cubicBezTo>
                <a:cubicBezTo>
                  <a:pt x="11729" y="8010"/>
                  <a:pt x="13650" y="9931"/>
                  <a:pt x="13650" y="12300"/>
                </a:cubicBezTo>
                <a:close/>
                <a:moveTo>
                  <a:pt x="9360" y="9960"/>
                </a:moveTo>
                <a:lnTo>
                  <a:pt x="9818" y="11669"/>
                </a:lnTo>
                <a:lnTo>
                  <a:pt x="11585" y="11577"/>
                </a:lnTo>
                <a:lnTo>
                  <a:pt x="10102" y="12541"/>
                </a:lnTo>
                <a:lnTo>
                  <a:pt x="10735" y="14193"/>
                </a:lnTo>
                <a:lnTo>
                  <a:pt x="9360" y="13080"/>
                </a:lnTo>
                <a:lnTo>
                  <a:pt x="7985" y="14193"/>
                </a:lnTo>
                <a:lnTo>
                  <a:pt x="8618" y="12541"/>
                </a:lnTo>
                <a:lnTo>
                  <a:pt x="7135" y="11577"/>
                </a:lnTo>
                <a:lnTo>
                  <a:pt x="8902" y="11669"/>
                </a:lnTo>
                <a:close/>
                <a:moveTo>
                  <a:pt x="6240" y="15420"/>
                </a:moveTo>
                <a:lnTo>
                  <a:pt x="6240" y="22440"/>
                </a:lnTo>
                <a:lnTo>
                  <a:pt x="9360" y="20100"/>
                </a:lnTo>
                <a:lnTo>
                  <a:pt x="12480" y="22440"/>
                </a:lnTo>
                <a:lnTo>
                  <a:pt x="12480" y="15420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7830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锦旗·上升</a:t>
            </a:r>
          </a:p>
        </p:txBody>
      </p:sp>
      <p:sp>
        <p:nvSpPr>
          <p:cNvPr id="58" name="SHOW-059"/>
          <p:cNvSpPr/>
          <p:nvPr/>
        </p:nvSpPr>
        <p:spPr>
          <a:xfrm>
            <a:off x="32004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650" y="12300"/>
                </a:moveTo>
                <a:cubicBezTo>
                  <a:pt x="13650" y="14669"/>
                  <a:pt x="11729" y="16590"/>
                  <a:pt x="9360" y="16590"/>
                </a:cubicBezTo>
                <a:cubicBezTo>
                  <a:pt x="6991" y="16590"/>
                  <a:pt x="5070" y="14669"/>
                  <a:pt x="5070" y="12300"/>
                </a:cubicBezTo>
                <a:cubicBezTo>
                  <a:pt x="5070" y="9931"/>
                  <a:pt x="6991" y="8010"/>
                  <a:pt x="9360" y="8010"/>
                </a:cubicBezTo>
                <a:cubicBezTo>
                  <a:pt x="11729" y="8010"/>
                  <a:pt x="13650" y="9931"/>
                  <a:pt x="13650" y="12300"/>
                </a:cubicBezTo>
                <a:close/>
                <a:moveTo>
                  <a:pt x="9360" y="9960"/>
                </a:moveTo>
                <a:lnTo>
                  <a:pt x="9818" y="11669"/>
                </a:lnTo>
                <a:lnTo>
                  <a:pt x="11585" y="11577"/>
                </a:lnTo>
                <a:lnTo>
                  <a:pt x="10102" y="12541"/>
                </a:lnTo>
                <a:lnTo>
                  <a:pt x="10735" y="14193"/>
                </a:lnTo>
                <a:lnTo>
                  <a:pt x="9360" y="13080"/>
                </a:lnTo>
                <a:lnTo>
                  <a:pt x="7985" y="14193"/>
                </a:lnTo>
                <a:lnTo>
                  <a:pt x="8618" y="12541"/>
                </a:lnTo>
                <a:lnTo>
                  <a:pt x="7135" y="11577"/>
                </a:lnTo>
                <a:lnTo>
                  <a:pt x="8902" y="11669"/>
                </a:lnTo>
                <a:close/>
                <a:moveTo>
                  <a:pt x="6240" y="15420"/>
                </a:moveTo>
                <a:lnTo>
                  <a:pt x="6240" y="22440"/>
                </a:lnTo>
                <a:lnTo>
                  <a:pt x="9360" y="20100"/>
                </a:lnTo>
                <a:lnTo>
                  <a:pt x="12480" y="22440"/>
                </a:lnTo>
                <a:lnTo>
                  <a:pt x="12480" y="15420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1089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锦旗·关怀</a:t>
            </a:r>
          </a:p>
        </p:txBody>
      </p:sp>
      <p:sp>
        <p:nvSpPr>
          <p:cNvPr id="61" name="SHOW-060"/>
          <p:cNvSpPr/>
          <p:nvPr/>
        </p:nvSpPr>
        <p:spPr>
          <a:xfrm>
            <a:off x="452628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3650" y="12300"/>
                </a:moveTo>
                <a:cubicBezTo>
                  <a:pt x="13650" y="14669"/>
                  <a:pt x="11729" y="16590"/>
                  <a:pt x="9360" y="16590"/>
                </a:cubicBezTo>
                <a:cubicBezTo>
                  <a:pt x="6991" y="16590"/>
                  <a:pt x="5070" y="14669"/>
                  <a:pt x="5070" y="12300"/>
                </a:cubicBezTo>
                <a:cubicBezTo>
                  <a:pt x="5070" y="9931"/>
                  <a:pt x="6991" y="8010"/>
                  <a:pt x="9360" y="8010"/>
                </a:cubicBezTo>
                <a:cubicBezTo>
                  <a:pt x="11729" y="8010"/>
                  <a:pt x="13650" y="9931"/>
                  <a:pt x="13650" y="12300"/>
                </a:cubicBezTo>
                <a:close/>
                <a:moveTo>
                  <a:pt x="9360" y="9960"/>
                </a:moveTo>
                <a:lnTo>
                  <a:pt x="9818" y="11669"/>
                </a:lnTo>
                <a:lnTo>
                  <a:pt x="11585" y="11577"/>
                </a:lnTo>
                <a:lnTo>
                  <a:pt x="10102" y="12541"/>
                </a:lnTo>
                <a:lnTo>
                  <a:pt x="10735" y="14193"/>
                </a:lnTo>
                <a:lnTo>
                  <a:pt x="9360" y="13080"/>
                </a:lnTo>
                <a:lnTo>
                  <a:pt x="7985" y="14193"/>
                </a:lnTo>
                <a:lnTo>
                  <a:pt x="8618" y="12541"/>
                </a:lnTo>
                <a:lnTo>
                  <a:pt x="7135" y="11577"/>
                </a:lnTo>
                <a:lnTo>
                  <a:pt x="8902" y="11669"/>
                </a:lnTo>
                <a:close/>
                <a:moveTo>
                  <a:pt x="6240" y="15420"/>
                </a:moveTo>
                <a:lnTo>
                  <a:pt x="6240" y="22440"/>
                </a:lnTo>
                <a:lnTo>
                  <a:pt x="9360" y="20100"/>
                </a:lnTo>
                <a:lnTo>
                  <a:pt x="12480" y="22440"/>
                </a:lnTo>
                <a:lnTo>
                  <a:pt x="12480" y="1542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3484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锦旗·协同</a:t>
            </a:r>
          </a:p>
        </p:txBody>
      </p:sp>
      <p:sp>
        <p:nvSpPr>
          <p:cNvPr id="64" name="SHOW-061"/>
          <p:cNvSpPr/>
          <p:nvPr/>
        </p:nvSpPr>
        <p:spPr>
          <a:xfrm>
            <a:off x="585216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4000" y="4000"/>
                </a:moveTo>
                <a:lnTo>
                  <a:pt x="20000" y="4000"/>
                </a:lnTo>
                <a:cubicBezTo>
                  <a:pt x="20552" y="4000"/>
                  <a:pt x="21000" y="4448"/>
                  <a:pt x="21000" y="5000"/>
                </a:cubicBezTo>
                <a:lnTo>
                  <a:pt x="21000" y="17000"/>
                </a:lnTo>
                <a:cubicBezTo>
                  <a:pt x="21000" y="17552"/>
                  <a:pt x="20552" y="18000"/>
                  <a:pt x="20000" y="18000"/>
                </a:cubicBezTo>
                <a:lnTo>
                  <a:pt x="4000" y="18000"/>
                </a:lnTo>
                <a:cubicBezTo>
                  <a:pt x="3448" y="18000"/>
                  <a:pt x="3000" y="17552"/>
                  <a:pt x="3000" y="17000"/>
                </a:cubicBezTo>
                <a:lnTo>
                  <a:pt x="3000" y="5000"/>
                </a:lnTo>
                <a:cubicBezTo>
                  <a:pt x="3000" y="4448"/>
                  <a:pt x="3448" y="4000"/>
                  <a:pt x="4000" y="4000"/>
                </a:cubicBezTo>
                <a:close/>
                <a:moveTo>
                  <a:pt x="5300" y="7000"/>
                </a:moveTo>
                <a:lnTo>
                  <a:pt x="18700" y="7000"/>
                </a:lnTo>
                <a:cubicBezTo>
                  <a:pt x="18866" y="7000"/>
                  <a:pt x="19000" y="7134"/>
                  <a:pt x="19000" y="7300"/>
                </a:cubicBezTo>
                <a:lnTo>
                  <a:pt x="19000" y="7700"/>
                </a:lnTo>
                <a:cubicBezTo>
                  <a:pt x="19000" y="7866"/>
                  <a:pt x="18866" y="8000"/>
                  <a:pt x="18700" y="8000"/>
                </a:cubicBezTo>
                <a:lnTo>
                  <a:pt x="5300" y="8000"/>
                </a:lnTo>
                <a:cubicBezTo>
                  <a:pt x="5134" y="8000"/>
                  <a:pt x="5000" y="7866"/>
                  <a:pt x="5000" y="7700"/>
                </a:cubicBezTo>
                <a:lnTo>
                  <a:pt x="5000" y="7300"/>
                </a:lnTo>
                <a:cubicBezTo>
                  <a:pt x="5000" y="7134"/>
                  <a:pt x="5134" y="7000"/>
                  <a:pt x="5300" y="7000"/>
                </a:cubicBezTo>
                <a:close/>
                <a:moveTo>
                  <a:pt x="5300" y="9500"/>
                </a:moveTo>
                <a:lnTo>
                  <a:pt x="14700" y="9500"/>
                </a:lnTo>
                <a:cubicBezTo>
                  <a:pt x="14866" y="9500"/>
                  <a:pt x="15000" y="9634"/>
                  <a:pt x="15000" y="9800"/>
                </a:cubicBezTo>
                <a:lnTo>
                  <a:pt x="15000" y="10200"/>
                </a:lnTo>
                <a:cubicBezTo>
                  <a:pt x="15000" y="10366"/>
                  <a:pt x="14866" y="10500"/>
                  <a:pt x="14700" y="10500"/>
                </a:cubicBezTo>
                <a:lnTo>
                  <a:pt x="5300" y="10500"/>
                </a:lnTo>
                <a:cubicBezTo>
                  <a:pt x="5134" y="10500"/>
                  <a:pt x="5000" y="10366"/>
                  <a:pt x="5000" y="10200"/>
                </a:cubicBezTo>
                <a:lnTo>
                  <a:pt x="5000" y="9800"/>
                </a:lnTo>
                <a:cubicBezTo>
                  <a:pt x="5000" y="9634"/>
                  <a:pt x="5134" y="9500"/>
                  <a:pt x="5300" y="9500"/>
                </a:cubicBezTo>
                <a:close/>
                <a:moveTo>
                  <a:pt x="19600" y="18000"/>
                </a:moveTo>
                <a:cubicBezTo>
                  <a:pt x="19600" y="19436"/>
                  <a:pt x="18436" y="20600"/>
                  <a:pt x="17000" y="20600"/>
                </a:cubicBezTo>
                <a:cubicBezTo>
                  <a:pt x="15564" y="20600"/>
                  <a:pt x="14400" y="19436"/>
                  <a:pt x="14400" y="18000"/>
                </a:cubicBezTo>
                <a:cubicBezTo>
                  <a:pt x="14400" y="16564"/>
                  <a:pt x="15564" y="15400"/>
                  <a:pt x="17000" y="15400"/>
                </a:cubicBezTo>
                <a:cubicBezTo>
                  <a:pt x="18436" y="15400"/>
                  <a:pt x="19600" y="16564"/>
                  <a:pt x="19600" y="18000"/>
                </a:cubicBezTo>
                <a:close/>
                <a:moveTo>
                  <a:pt x="15500" y="19000"/>
                </a:moveTo>
                <a:lnTo>
                  <a:pt x="16500" y="22000"/>
                </a:lnTo>
                <a:lnTo>
                  <a:pt x="17500" y="21000"/>
                </a:lnTo>
                <a:lnTo>
                  <a:pt x="18500" y="22000"/>
                </a:lnTo>
                <a:lnTo>
                  <a:pt x="18500" y="190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76072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证书荣誉</a:t>
            </a:r>
          </a:p>
        </p:txBody>
      </p:sp>
      <p:sp>
        <p:nvSpPr>
          <p:cNvPr id="67" name="SHOW-062"/>
          <p:cNvSpPr/>
          <p:nvPr/>
        </p:nvSpPr>
        <p:spPr>
          <a:xfrm>
            <a:off x="717804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134" y="10740"/>
                </a:moveTo>
                <a:lnTo>
                  <a:pt x="14586" y="10740"/>
                </a:lnTo>
                <a:cubicBezTo>
                  <a:pt x="14715" y="10740"/>
                  <a:pt x="14820" y="10845"/>
                  <a:pt x="14820" y="10974"/>
                </a:cubicBezTo>
                <a:lnTo>
                  <a:pt x="14820" y="11286"/>
                </a:lnTo>
                <a:cubicBezTo>
                  <a:pt x="14820" y="11415"/>
                  <a:pt x="14715" y="11520"/>
                  <a:pt x="14586" y="11520"/>
                </a:cubicBezTo>
                <a:lnTo>
                  <a:pt x="4134" y="11520"/>
                </a:lnTo>
                <a:cubicBezTo>
                  <a:pt x="4005" y="11520"/>
                  <a:pt x="3900" y="11415"/>
                  <a:pt x="3900" y="11286"/>
                </a:cubicBezTo>
                <a:lnTo>
                  <a:pt x="3900" y="10974"/>
                </a:lnTo>
                <a:cubicBezTo>
                  <a:pt x="3900" y="10845"/>
                  <a:pt x="4005" y="10740"/>
                  <a:pt x="4134" y="10740"/>
                </a:cubicBezTo>
                <a:close/>
                <a:moveTo>
                  <a:pt x="4134" y="12690"/>
                </a:moveTo>
                <a:lnTo>
                  <a:pt x="11466" y="12690"/>
                </a:lnTo>
                <a:cubicBezTo>
                  <a:pt x="11595" y="12690"/>
                  <a:pt x="11700" y="12795"/>
                  <a:pt x="11700" y="12924"/>
                </a:cubicBezTo>
                <a:lnTo>
                  <a:pt x="11700" y="13236"/>
                </a:lnTo>
                <a:cubicBezTo>
                  <a:pt x="11700" y="13365"/>
                  <a:pt x="11595" y="13470"/>
                  <a:pt x="11466" y="13470"/>
                </a:cubicBezTo>
                <a:lnTo>
                  <a:pt x="4134" y="13470"/>
                </a:lnTo>
                <a:cubicBezTo>
                  <a:pt x="4005" y="13470"/>
                  <a:pt x="3900" y="13365"/>
                  <a:pt x="3900" y="13236"/>
                </a:cubicBezTo>
                <a:lnTo>
                  <a:pt x="3900" y="12924"/>
                </a:lnTo>
                <a:cubicBezTo>
                  <a:pt x="3900" y="12795"/>
                  <a:pt x="4005" y="12690"/>
                  <a:pt x="4134" y="12690"/>
                </a:cubicBezTo>
                <a:close/>
                <a:moveTo>
                  <a:pt x="15288" y="19320"/>
                </a:moveTo>
                <a:cubicBezTo>
                  <a:pt x="15288" y="20440"/>
                  <a:pt x="14380" y="21348"/>
                  <a:pt x="13260" y="21348"/>
                </a:cubicBezTo>
                <a:cubicBezTo>
                  <a:pt x="12140" y="21348"/>
                  <a:pt x="11232" y="20440"/>
                  <a:pt x="11232" y="19320"/>
                </a:cubicBezTo>
                <a:cubicBezTo>
                  <a:pt x="11232" y="18200"/>
                  <a:pt x="12140" y="17292"/>
                  <a:pt x="13260" y="17292"/>
                </a:cubicBezTo>
                <a:cubicBezTo>
                  <a:pt x="14380" y="17292"/>
                  <a:pt x="15288" y="18200"/>
                  <a:pt x="15288" y="19320"/>
                </a:cubicBezTo>
                <a:close/>
                <a:moveTo>
                  <a:pt x="12090" y="20100"/>
                </a:moveTo>
                <a:lnTo>
                  <a:pt x="12870" y="22440"/>
                </a:lnTo>
                <a:lnTo>
                  <a:pt x="13650" y="21660"/>
                </a:lnTo>
                <a:lnTo>
                  <a:pt x="14430" y="22440"/>
                </a:lnTo>
                <a:lnTo>
                  <a:pt x="14430" y="20100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08660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证书荣誉·重点</a:t>
            </a:r>
          </a:p>
        </p:txBody>
      </p:sp>
      <p:sp>
        <p:nvSpPr>
          <p:cNvPr id="70" name="SHOW-063"/>
          <p:cNvSpPr/>
          <p:nvPr/>
        </p:nvSpPr>
        <p:spPr>
          <a:xfrm>
            <a:off x="850392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134" y="10740"/>
                </a:moveTo>
                <a:lnTo>
                  <a:pt x="14586" y="10740"/>
                </a:lnTo>
                <a:cubicBezTo>
                  <a:pt x="14715" y="10740"/>
                  <a:pt x="14820" y="10845"/>
                  <a:pt x="14820" y="10974"/>
                </a:cubicBezTo>
                <a:lnTo>
                  <a:pt x="14820" y="11286"/>
                </a:lnTo>
                <a:cubicBezTo>
                  <a:pt x="14820" y="11415"/>
                  <a:pt x="14715" y="11520"/>
                  <a:pt x="14586" y="11520"/>
                </a:cubicBezTo>
                <a:lnTo>
                  <a:pt x="4134" y="11520"/>
                </a:lnTo>
                <a:cubicBezTo>
                  <a:pt x="4005" y="11520"/>
                  <a:pt x="3900" y="11415"/>
                  <a:pt x="3900" y="11286"/>
                </a:cubicBezTo>
                <a:lnTo>
                  <a:pt x="3900" y="10974"/>
                </a:lnTo>
                <a:cubicBezTo>
                  <a:pt x="3900" y="10845"/>
                  <a:pt x="4005" y="10740"/>
                  <a:pt x="4134" y="10740"/>
                </a:cubicBezTo>
                <a:close/>
                <a:moveTo>
                  <a:pt x="4134" y="12690"/>
                </a:moveTo>
                <a:lnTo>
                  <a:pt x="11466" y="12690"/>
                </a:lnTo>
                <a:cubicBezTo>
                  <a:pt x="11595" y="12690"/>
                  <a:pt x="11700" y="12795"/>
                  <a:pt x="11700" y="12924"/>
                </a:cubicBezTo>
                <a:lnTo>
                  <a:pt x="11700" y="13236"/>
                </a:lnTo>
                <a:cubicBezTo>
                  <a:pt x="11700" y="13365"/>
                  <a:pt x="11595" y="13470"/>
                  <a:pt x="11466" y="13470"/>
                </a:cubicBezTo>
                <a:lnTo>
                  <a:pt x="4134" y="13470"/>
                </a:lnTo>
                <a:cubicBezTo>
                  <a:pt x="4005" y="13470"/>
                  <a:pt x="3900" y="13365"/>
                  <a:pt x="3900" y="13236"/>
                </a:cubicBezTo>
                <a:lnTo>
                  <a:pt x="3900" y="12924"/>
                </a:lnTo>
                <a:cubicBezTo>
                  <a:pt x="3900" y="12795"/>
                  <a:pt x="4005" y="12690"/>
                  <a:pt x="4134" y="12690"/>
                </a:cubicBezTo>
                <a:close/>
                <a:moveTo>
                  <a:pt x="15288" y="19320"/>
                </a:moveTo>
                <a:cubicBezTo>
                  <a:pt x="15288" y="20440"/>
                  <a:pt x="14380" y="21348"/>
                  <a:pt x="13260" y="21348"/>
                </a:cubicBezTo>
                <a:cubicBezTo>
                  <a:pt x="12140" y="21348"/>
                  <a:pt x="11232" y="20440"/>
                  <a:pt x="11232" y="19320"/>
                </a:cubicBezTo>
                <a:cubicBezTo>
                  <a:pt x="11232" y="18200"/>
                  <a:pt x="12140" y="17292"/>
                  <a:pt x="13260" y="17292"/>
                </a:cubicBezTo>
                <a:cubicBezTo>
                  <a:pt x="14380" y="17292"/>
                  <a:pt x="15288" y="18200"/>
                  <a:pt x="15288" y="19320"/>
                </a:cubicBezTo>
                <a:close/>
                <a:moveTo>
                  <a:pt x="12090" y="20100"/>
                </a:moveTo>
                <a:lnTo>
                  <a:pt x="12870" y="22440"/>
                </a:lnTo>
                <a:lnTo>
                  <a:pt x="13650" y="21660"/>
                </a:lnTo>
                <a:lnTo>
                  <a:pt x="14430" y="22440"/>
                </a:lnTo>
                <a:lnTo>
                  <a:pt x="14430" y="20100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41248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证书荣誉·已验证</a:t>
            </a:r>
          </a:p>
        </p:txBody>
      </p:sp>
      <p:sp>
        <p:nvSpPr>
          <p:cNvPr id="73" name="SHOW-064"/>
          <p:cNvSpPr/>
          <p:nvPr/>
        </p:nvSpPr>
        <p:spPr>
          <a:xfrm>
            <a:off x="9829800" y="384048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134" y="10740"/>
                </a:moveTo>
                <a:lnTo>
                  <a:pt x="14586" y="10740"/>
                </a:lnTo>
                <a:cubicBezTo>
                  <a:pt x="14715" y="10740"/>
                  <a:pt x="14820" y="10845"/>
                  <a:pt x="14820" y="10974"/>
                </a:cubicBezTo>
                <a:lnTo>
                  <a:pt x="14820" y="11286"/>
                </a:lnTo>
                <a:cubicBezTo>
                  <a:pt x="14820" y="11415"/>
                  <a:pt x="14715" y="11520"/>
                  <a:pt x="14586" y="11520"/>
                </a:cubicBezTo>
                <a:lnTo>
                  <a:pt x="4134" y="11520"/>
                </a:lnTo>
                <a:cubicBezTo>
                  <a:pt x="4005" y="11520"/>
                  <a:pt x="3900" y="11415"/>
                  <a:pt x="3900" y="11286"/>
                </a:cubicBezTo>
                <a:lnTo>
                  <a:pt x="3900" y="10974"/>
                </a:lnTo>
                <a:cubicBezTo>
                  <a:pt x="3900" y="10845"/>
                  <a:pt x="4005" y="10740"/>
                  <a:pt x="4134" y="10740"/>
                </a:cubicBezTo>
                <a:close/>
                <a:moveTo>
                  <a:pt x="4134" y="12690"/>
                </a:moveTo>
                <a:lnTo>
                  <a:pt x="11466" y="12690"/>
                </a:lnTo>
                <a:cubicBezTo>
                  <a:pt x="11595" y="12690"/>
                  <a:pt x="11700" y="12795"/>
                  <a:pt x="11700" y="12924"/>
                </a:cubicBezTo>
                <a:lnTo>
                  <a:pt x="11700" y="13236"/>
                </a:lnTo>
                <a:cubicBezTo>
                  <a:pt x="11700" y="13365"/>
                  <a:pt x="11595" y="13470"/>
                  <a:pt x="11466" y="13470"/>
                </a:cubicBezTo>
                <a:lnTo>
                  <a:pt x="4134" y="13470"/>
                </a:lnTo>
                <a:cubicBezTo>
                  <a:pt x="4005" y="13470"/>
                  <a:pt x="3900" y="13365"/>
                  <a:pt x="3900" y="13236"/>
                </a:cubicBezTo>
                <a:lnTo>
                  <a:pt x="3900" y="12924"/>
                </a:lnTo>
                <a:cubicBezTo>
                  <a:pt x="3900" y="12795"/>
                  <a:pt x="4005" y="12690"/>
                  <a:pt x="4134" y="12690"/>
                </a:cubicBezTo>
                <a:close/>
                <a:moveTo>
                  <a:pt x="15288" y="19320"/>
                </a:moveTo>
                <a:cubicBezTo>
                  <a:pt x="15288" y="20440"/>
                  <a:pt x="14380" y="21348"/>
                  <a:pt x="13260" y="21348"/>
                </a:cubicBezTo>
                <a:cubicBezTo>
                  <a:pt x="12140" y="21348"/>
                  <a:pt x="11232" y="20440"/>
                  <a:pt x="11232" y="19320"/>
                </a:cubicBezTo>
                <a:cubicBezTo>
                  <a:pt x="11232" y="18200"/>
                  <a:pt x="12140" y="17292"/>
                  <a:pt x="13260" y="17292"/>
                </a:cubicBezTo>
                <a:cubicBezTo>
                  <a:pt x="14380" y="17292"/>
                  <a:pt x="15288" y="18200"/>
                  <a:pt x="15288" y="19320"/>
                </a:cubicBezTo>
                <a:close/>
                <a:moveTo>
                  <a:pt x="12090" y="20100"/>
                </a:moveTo>
                <a:lnTo>
                  <a:pt x="12870" y="22440"/>
                </a:lnTo>
                <a:lnTo>
                  <a:pt x="13650" y="21660"/>
                </a:lnTo>
                <a:lnTo>
                  <a:pt x="14430" y="22440"/>
                </a:lnTo>
                <a:lnTo>
                  <a:pt x="14430" y="20100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38360" y="46377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SHOW-064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6920" y="481888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证书荣誉·上升</a:t>
            </a:r>
          </a:p>
        </p:txBody>
      </p:sp>
      <p:sp>
        <p:nvSpPr>
          <p:cNvPr id="76" name="SHOW-065"/>
          <p:cNvSpPr/>
          <p:nvPr/>
        </p:nvSpPr>
        <p:spPr>
          <a:xfrm>
            <a:off x="5486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134" y="10740"/>
                </a:moveTo>
                <a:lnTo>
                  <a:pt x="14586" y="10740"/>
                </a:lnTo>
                <a:cubicBezTo>
                  <a:pt x="14715" y="10740"/>
                  <a:pt x="14820" y="10845"/>
                  <a:pt x="14820" y="10974"/>
                </a:cubicBezTo>
                <a:lnTo>
                  <a:pt x="14820" y="11286"/>
                </a:lnTo>
                <a:cubicBezTo>
                  <a:pt x="14820" y="11415"/>
                  <a:pt x="14715" y="11520"/>
                  <a:pt x="14586" y="11520"/>
                </a:cubicBezTo>
                <a:lnTo>
                  <a:pt x="4134" y="11520"/>
                </a:lnTo>
                <a:cubicBezTo>
                  <a:pt x="4005" y="11520"/>
                  <a:pt x="3900" y="11415"/>
                  <a:pt x="3900" y="11286"/>
                </a:cubicBezTo>
                <a:lnTo>
                  <a:pt x="3900" y="10974"/>
                </a:lnTo>
                <a:cubicBezTo>
                  <a:pt x="3900" y="10845"/>
                  <a:pt x="4005" y="10740"/>
                  <a:pt x="4134" y="10740"/>
                </a:cubicBezTo>
                <a:close/>
                <a:moveTo>
                  <a:pt x="4134" y="12690"/>
                </a:moveTo>
                <a:lnTo>
                  <a:pt x="11466" y="12690"/>
                </a:lnTo>
                <a:cubicBezTo>
                  <a:pt x="11595" y="12690"/>
                  <a:pt x="11700" y="12795"/>
                  <a:pt x="11700" y="12924"/>
                </a:cubicBezTo>
                <a:lnTo>
                  <a:pt x="11700" y="13236"/>
                </a:lnTo>
                <a:cubicBezTo>
                  <a:pt x="11700" y="13365"/>
                  <a:pt x="11595" y="13470"/>
                  <a:pt x="11466" y="13470"/>
                </a:cubicBezTo>
                <a:lnTo>
                  <a:pt x="4134" y="13470"/>
                </a:lnTo>
                <a:cubicBezTo>
                  <a:pt x="4005" y="13470"/>
                  <a:pt x="3900" y="13365"/>
                  <a:pt x="3900" y="13236"/>
                </a:cubicBezTo>
                <a:lnTo>
                  <a:pt x="3900" y="12924"/>
                </a:lnTo>
                <a:cubicBezTo>
                  <a:pt x="3900" y="12795"/>
                  <a:pt x="4005" y="12690"/>
                  <a:pt x="4134" y="12690"/>
                </a:cubicBezTo>
                <a:close/>
                <a:moveTo>
                  <a:pt x="15288" y="19320"/>
                </a:moveTo>
                <a:cubicBezTo>
                  <a:pt x="15288" y="20440"/>
                  <a:pt x="14380" y="21348"/>
                  <a:pt x="13260" y="21348"/>
                </a:cubicBezTo>
                <a:cubicBezTo>
                  <a:pt x="12140" y="21348"/>
                  <a:pt x="11232" y="20440"/>
                  <a:pt x="11232" y="19320"/>
                </a:cubicBezTo>
                <a:cubicBezTo>
                  <a:pt x="11232" y="18200"/>
                  <a:pt x="12140" y="17292"/>
                  <a:pt x="13260" y="17292"/>
                </a:cubicBezTo>
                <a:cubicBezTo>
                  <a:pt x="14380" y="17292"/>
                  <a:pt x="15288" y="18200"/>
                  <a:pt x="15288" y="19320"/>
                </a:cubicBezTo>
                <a:close/>
                <a:moveTo>
                  <a:pt x="12090" y="20100"/>
                </a:moveTo>
                <a:lnTo>
                  <a:pt x="12870" y="22440"/>
                </a:lnTo>
                <a:lnTo>
                  <a:pt x="13650" y="21660"/>
                </a:lnTo>
                <a:lnTo>
                  <a:pt x="14430" y="22440"/>
                </a:lnTo>
                <a:lnTo>
                  <a:pt x="14430" y="20100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72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证书荣誉·关怀</a:t>
            </a:r>
          </a:p>
        </p:txBody>
      </p:sp>
      <p:sp>
        <p:nvSpPr>
          <p:cNvPr id="79" name="SHOW-066"/>
          <p:cNvSpPr/>
          <p:nvPr/>
        </p:nvSpPr>
        <p:spPr>
          <a:xfrm>
            <a:off x="18745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120" y="8400"/>
                </a:moveTo>
                <a:lnTo>
                  <a:pt x="15600" y="8400"/>
                </a:lnTo>
                <a:cubicBezTo>
                  <a:pt x="16031" y="8400"/>
                  <a:pt x="16380" y="8749"/>
                  <a:pt x="16380" y="9180"/>
                </a:cubicBezTo>
                <a:lnTo>
                  <a:pt x="16380" y="18540"/>
                </a:lnTo>
                <a:cubicBezTo>
                  <a:pt x="16380" y="18971"/>
                  <a:pt x="16031" y="19320"/>
                  <a:pt x="15600" y="19320"/>
                </a:cubicBezTo>
                <a:lnTo>
                  <a:pt x="3120" y="19320"/>
                </a:lnTo>
                <a:cubicBezTo>
                  <a:pt x="2689" y="19320"/>
                  <a:pt x="2340" y="18971"/>
                  <a:pt x="2340" y="18540"/>
                </a:cubicBezTo>
                <a:lnTo>
                  <a:pt x="2340" y="9180"/>
                </a:lnTo>
                <a:cubicBezTo>
                  <a:pt x="2340" y="8749"/>
                  <a:pt x="2689" y="8400"/>
                  <a:pt x="3120" y="8400"/>
                </a:cubicBezTo>
                <a:close/>
                <a:moveTo>
                  <a:pt x="4134" y="10740"/>
                </a:moveTo>
                <a:lnTo>
                  <a:pt x="14586" y="10740"/>
                </a:lnTo>
                <a:cubicBezTo>
                  <a:pt x="14715" y="10740"/>
                  <a:pt x="14820" y="10845"/>
                  <a:pt x="14820" y="10974"/>
                </a:cubicBezTo>
                <a:lnTo>
                  <a:pt x="14820" y="11286"/>
                </a:lnTo>
                <a:cubicBezTo>
                  <a:pt x="14820" y="11415"/>
                  <a:pt x="14715" y="11520"/>
                  <a:pt x="14586" y="11520"/>
                </a:cubicBezTo>
                <a:lnTo>
                  <a:pt x="4134" y="11520"/>
                </a:lnTo>
                <a:cubicBezTo>
                  <a:pt x="4005" y="11520"/>
                  <a:pt x="3900" y="11415"/>
                  <a:pt x="3900" y="11286"/>
                </a:cubicBezTo>
                <a:lnTo>
                  <a:pt x="3900" y="10974"/>
                </a:lnTo>
                <a:cubicBezTo>
                  <a:pt x="3900" y="10845"/>
                  <a:pt x="4005" y="10740"/>
                  <a:pt x="4134" y="10740"/>
                </a:cubicBezTo>
                <a:close/>
                <a:moveTo>
                  <a:pt x="4134" y="12690"/>
                </a:moveTo>
                <a:lnTo>
                  <a:pt x="11466" y="12690"/>
                </a:lnTo>
                <a:cubicBezTo>
                  <a:pt x="11595" y="12690"/>
                  <a:pt x="11700" y="12795"/>
                  <a:pt x="11700" y="12924"/>
                </a:cubicBezTo>
                <a:lnTo>
                  <a:pt x="11700" y="13236"/>
                </a:lnTo>
                <a:cubicBezTo>
                  <a:pt x="11700" y="13365"/>
                  <a:pt x="11595" y="13470"/>
                  <a:pt x="11466" y="13470"/>
                </a:cubicBezTo>
                <a:lnTo>
                  <a:pt x="4134" y="13470"/>
                </a:lnTo>
                <a:cubicBezTo>
                  <a:pt x="4005" y="13470"/>
                  <a:pt x="3900" y="13365"/>
                  <a:pt x="3900" y="13236"/>
                </a:cubicBezTo>
                <a:lnTo>
                  <a:pt x="3900" y="12924"/>
                </a:lnTo>
                <a:cubicBezTo>
                  <a:pt x="3900" y="12795"/>
                  <a:pt x="4005" y="12690"/>
                  <a:pt x="4134" y="12690"/>
                </a:cubicBezTo>
                <a:close/>
                <a:moveTo>
                  <a:pt x="15288" y="19320"/>
                </a:moveTo>
                <a:cubicBezTo>
                  <a:pt x="15288" y="20440"/>
                  <a:pt x="14380" y="21348"/>
                  <a:pt x="13260" y="21348"/>
                </a:cubicBezTo>
                <a:cubicBezTo>
                  <a:pt x="12140" y="21348"/>
                  <a:pt x="11232" y="20440"/>
                  <a:pt x="11232" y="19320"/>
                </a:cubicBezTo>
                <a:cubicBezTo>
                  <a:pt x="11232" y="18200"/>
                  <a:pt x="12140" y="17292"/>
                  <a:pt x="13260" y="17292"/>
                </a:cubicBezTo>
                <a:cubicBezTo>
                  <a:pt x="14380" y="17292"/>
                  <a:pt x="15288" y="18200"/>
                  <a:pt x="15288" y="19320"/>
                </a:cubicBezTo>
                <a:close/>
                <a:moveTo>
                  <a:pt x="12090" y="20100"/>
                </a:moveTo>
                <a:lnTo>
                  <a:pt x="12870" y="22440"/>
                </a:lnTo>
                <a:lnTo>
                  <a:pt x="13650" y="21660"/>
                </a:lnTo>
                <a:lnTo>
                  <a:pt x="14430" y="22440"/>
                </a:lnTo>
                <a:lnTo>
                  <a:pt x="14430" y="20100"/>
                </a:ln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7830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证书荣誉·协同</a:t>
            </a:r>
          </a:p>
        </p:txBody>
      </p:sp>
      <p:sp>
        <p:nvSpPr>
          <p:cNvPr id="82" name="SHOW-067"/>
          <p:cNvSpPr/>
          <p:nvPr/>
        </p:nvSpPr>
        <p:spPr>
          <a:xfrm>
            <a:off x="32004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3000"/>
                </a:moveTo>
                <a:lnTo>
                  <a:pt x="3000" y="11000"/>
                </a:lnTo>
                <a:lnTo>
                  <a:pt x="9000" y="9000"/>
                </a:lnTo>
                <a:lnTo>
                  <a:pt x="18000" y="4000"/>
                </a:lnTo>
                <a:lnTo>
                  <a:pt x="18000" y="20000"/>
                </a:lnTo>
                <a:lnTo>
                  <a:pt x="9000" y="15000"/>
                </a:lnTo>
                <a:lnTo>
                  <a:pt x="7000" y="15000"/>
                </a:lnTo>
                <a:lnTo>
                  <a:pt x="7000" y="18000"/>
                </a:lnTo>
                <a:lnTo>
                  <a:pt x="5000" y="18000"/>
                </a:lnTo>
                <a:lnTo>
                  <a:pt x="5000" y="15000"/>
                </a:lnTo>
                <a:lnTo>
                  <a:pt x="4000" y="15000"/>
                </a:lnTo>
                <a:quadBezTo>
                  <a:pt x="3000" y="15000"/>
                  <a:pt x="3000" y="13000"/>
                </a:quadBezTo>
                <a:close/>
                <a:moveTo>
                  <a:pt x="19000" y="9000"/>
                </a:moveTo>
                <a:quadBezTo>
                  <a:pt x="22000" y="9000"/>
                  <a:pt x="22000" y="12000"/>
                </a:quadBezTo>
                <a:quadBezTo>
                  <a:pt x="22000" y="15000"/>
                  <a:pt x="19000" y="15000"/>
                </a:quadBezTo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1089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SHOW-067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公告播报</a:t>
            </a:r>
          </a:p>
        </p:txBody>
      </p:sp>
      <p:sp>
        <p:nvSpPr>
          <p:cNvPr id="85" name="SHOW-068"/>
          <p:cNvSpPr/>
          <p:nvPr/>
        </p:nvSpPr>
        <p:spPr>
          <a:xfrm>
            <a:off x="452628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5420"/>
                </a:moveTo>
                <a:lnTo>
                  <a:pt x="2340" y="13860"/>
                </a:lnTo>
                <a:lnTo>
                  <a:pt x="7020" y="12300"/>
                </a:lnTo>
                <a:lnTo>
                  <a:pt x="14040" y="8400"/>
                </a:lnTo>
                <a:lnTo>
                  <a:pt x="14040" y="20880"/>
                </a:lnTo>
                <a:lnTo>
                  <a:pt x="7020" y="16980"/>
                </a:lnTo>
                <a:lnTo>
                  <a:pt x="5460" y="16980"/>
                </a:lnTo>
                <a:lnTo>
                  <a:pt x="5460" y="1932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2340" y="16980"/>
                  <a:pt x="2340" y="15420"/>
                </a:quadBezTo>
                <a:close/>
                <a:moveTo>
                  <a:pt x="14820" y="12300"/>
                </a:moveTo>
                <a:quadBezTo>
                  <a:pt x="17160" y="12300"/>
                  <a:pt x="17160" y="14640"/>
                </a:quadBezTo>
                <a:quadBezTo>
                  <a:pt x="17160" y="16980"/>
                  <a:pt x="14820" y="16980"/>
                </a:quadBezTo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43484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SHOW-068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公告播报·重点</a:t>
            </a:r>
          </a:p>
        </p:txBody>
      </p:sp>
      <p:sp>
        <p:nvSpPr>
          <p:cNvPr id="88" name="SHOW-069"/>
          <p:cNvSpPr/>
          <p:nvPr/>
        </p:nvSpPr>
        <p:spPr>
          <a:xfrm>
            <a:off x="585216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5420"/>
                </a:moveTo>
                <a:lnTo>
                  <a:pt x="2340" y="13860"/>
                </a:lnTo>
                <a:lnTo>
                  <a:pt x="7020" y="12300"/>
                </a:lnTo>
                <a:lnTo>
                  <a:pt x="14040" y="8400"/>
                </a:lnTo>
                <a:lnTo>
                  <a:pt x="14040" y="20880"/>
                </a:lnTo>
                <a:lnTo>
                  <a:pt x="7020" y="16980"/>
                </a:lnTo>
                <a:lnTo>
                  <a:pt x="5460" y="16980"/>
                </a:lnTo>
                <a:lnTo>
                  <a:pt x="5460" y="1932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2340" y="16980"/>
                  <a:pt x="2340" y="15420"/>
                </a:quadBezTo>
                <a:close/>
                <a:moveTo>
                  <a:pt x="14820" y="12300"/>
                </a:moveTo>
                <a:quadBezTo>
                  <a:pt x="17160" y="12300"/>
                  <a:pt x="17160" y="14640"/>
                </a:quadBezTo>
                <a:quadBezTo>
                  <a:pt x="17160" y="16980"/>
                  <a:pt x="14820" y="16980"/>
                </a:quadBezTo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76072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SHOW-069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公告播报·已验证</a:t>
            </a:r>
          </a:p>
        </p:txBody>
      </p:sp>
      <p:sp>
        <p:nvSpPr>
          <p:cNvPr id="91" name="SHOW-070"/>
          <p:cNvSpPr/>
          <p:nvPr/>
        </p:nvSpPr>
        <p:spPr>
          <a:xfrm>
            <a:off x="717804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5420"/>
                </a:moveTo>
                <a:lnTo>
                  <a:pt x="2340" y="13860"/>
                </a:lnTo>
                <a:lnTo>
                  <a:pt x="7020" y="12300"/>
                </a:lnTo>
                <a:lnTo>
                  <a:pt x="14040" y="8400"/>
                </a:lnTo>
                <a:lnTo>
                  <a:pt x="14040" y="20880"/>
                </a:lnTo>
                <a:lnTo>
                  <a:pt x="7020" y="16980"/>
                </a:lnTo>
                <a:lnTo>
                  <a:pt x="5460" y="16980"/>
                </a:lnTo>
                <a:lnTo>
                  <a:pt x="5460" y="1932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2340" y="16980"/>
                  <a:pt x="2340" y="15420"/>
                </a:quadBezTo>
                <a:close/>
                <a:moveTo>
                  <a:pt x="14820" y="12300"/>
                </a:moveTo>
                <a:quadBezTo>
                  <a:pt x="17160" y="12300"/>
                  <a:pt x="17160" y="14640"/>
                </a:quadBezTo>
                <a:quadBezTo>
                  <a:pt x="17160" y="16980"/>
                  <a:pt x="14820" y="16980"/>
                </a:quadBezTo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08660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公告播报·上升</a:t>
            </a:r>
          </a:p>
        </p:txBody>
      </p:sp>
      <p:sp>
        <p:nvSpPr>
          <p:cNvPr id="94" name="SHOW-071"/>
          <p:cNvSpPr/>
          <p:nvPr/>
        </p:nvSpPr>
        <p:spPr>
          <a:xfrm>
            <a:off x="850392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5420"/>
                </a:moveTo>
                <a:lnTo>
                  <a:pt x="2340" y="13860"/>
                </a:lnTo>
                <a:lnTo>
                  <a:pt x="7020" y="12300"/>
                </a:lnTo>
                <a:lnTo>
                  <a:pt x="14040" y="8400"/>
                </a:lnTo>
                <a:lnTo>
                  <a:pt x="14040" y="20880"/>
                </a:lnTo>
                <a:lnTo>
                  <a:pt x="7020" y="16980"/>
                </a:lnTo>
                <a:lnTo>
                  <a:pt x="5460" y="16980"/>
                </a:lnTo>
                <a:lnTo>
                  <a:pt x="5460" y="1932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2340" y="16980"/>
                  <a:pt x="2340" y="15420"/>
                </a:quadBezTo>
                <a:close/>
                <a:moveTo>
                  <a:pt x="14820" y="12300"/>
                </a:moveTo>
                <a:quadBezTo>
                  <a:pt x="17160" y="12300"/>
                  <a:pt x="17160" y="14640"/>
                </a:quadBezTo>
                <a:quadBezTo>
                  <a:pt x="17160" y="16980"/>
                  <a:pt x="14820" y="16980"/>
                </a:quadBezTo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1248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公告播报·关怀</a:t>
            </a:r>
          </a:p>
        </p:txBody>
      </p:sp>
      <p:sp>
        <p:nvSpPr>
          <p:cNvPr id="97" name="SHOW-072"/>
          <p:cNvSpPr/>
          <p:nvPr/>
        </p:nvSpPr>
        <p:spPr>
          <a:xfrm>
            <a:off x="9829800" y="512064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5420"/>
                </a:moveTo>
                <a:lnTo>
                  <a:pt x="2340" y="13860"/>
                </a:lnTo>
                <a:lnTo>
                  <a:pt x="7020" y="12300"/>
                </a:lnTo>
                <a:lnTo>
                  <a:pt x="14040" y="8400"/>
                </a:lnTo>
                <a:lnTo>
                  <a:pt x="14040" y="20880"/>
                </a:lnTo>
                <a:lnTo>
                  <a:pt x="7020" y="16980"/>
                </a:lnTo>
                <a:lnTo>
                  <a:pt x="5460" y="16980"/>
                </a:lnTo>
                <a:lnTo>
                  <a:pt x="5460" y="19320"/>
                </a:lnTo>
                <a:lnTo>
                  <a:pt x="3900" y="19320"/>
                </a:lnTo>
                <a:lnTo>
                  <a:pt x="3900" y="16980"/>
                </a:lnTo>
                <a:lnTo>
                  <a:pt x="3120" y="16980"/>
                </a:lnTo>
                <a:quadBezTo>
                  <a:pt x="2340" y="16980"/>
                  <a:pt x="2340" y="15420"/>
                </a:quadBezTo>
                <a:close/>
                <a:moveTo>
                  <a:pt x="14820" y="12300"/>
                </a:moveTo>
                <a:quadBezTo>
                  <a:pt x="17160" y="12300"/>
                  <a:pt x="17160" y="14640"/>
                </a:quadBezTo>
                <a:quadBezTo>
                  <a:pt x="17160" y="16980"/>
                  <a:pt x="14820" y="16980"/>
                </a:quadBezTo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738360" y="591788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SHOW-072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46920" y="6099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公告播报·协同</a:t>
            </a:r>
          </a:p>
        </p:txBody>
      </p:sp>
      <p:sp>
        <p:nvSpPr>
          <p:cNvPr id="100" name="SHOW-073"/>
          <p:cNvSpPr/>
          <p:nvPr/>
        </p:nvSpPr>
        <p:spPr>
          <a:xfrm>
            <a:off x="5486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3000" y="14000"/>
                </a:moveTo>
                <a:cubicBezTo>
                  <a:pt x="3000" y="9029"/>
                  <a:pt x="7029" y="5000"/>
                  <a:pt x="12000" y="5000"/>
                </a:cubicBezTo>
                <a:cubicBezTo>
                  <a:pt x="16971" y="5000"/>
                  <a:pt x="21000" y="9029"/>
                  <a:pt x="21000" y="14000"/>
                </a:cubicBezTo>
                <a:lnTo>
                  <a:pt x="19400" y="14000"/>
                </a:lnTo>
                <a:cubicBezTo>
                  <a:pt x="19400" y="9913"/>
                  <a:pt x="16087" y="6600"/>
                  <a:pt x="12000" y="6600"/>
                </a:cubicBezTo>
                <a:cubicBezTo>
                  <a:pt x="7913" y="6600"/>
                  <a:pt x="4600" y="9913"/>
                  <a:pt x="4600" y="14000"/>
                </a:cubicBezTo>
                <a:close/>
                <a:moveTo>
                  <a:pt x="12518" y="14471"/>
                </a:moveTo>
                <a:lnTo>
                  <a:pt x="17018" y="9521"/>
                </a:lnTo>
                <a:lnTo>
                  <a:pt x="15982" y="8579"/>
                </a:lnTo>
                <a:lnTo>
                  <a:pt x="11482" y="13529"/>
                </a:lnTo>
                <a:close/>
                <a:moveTo>
                  <a:pt x="13400" y="14000"/>
                </a:moveTo>
                <a:cubicBezTo>
                  <a:pt x="13400" y="14773"/>
                  <a:pt x="12773" y="15400"/>
                  <a:pt x="12000" y="15400"/>
                </a:cubicBezTo>
                <a:cubicBezTo>
                  <a:pt x="11227" y="15400"/>
                  <a:pt x="10600" y="14773"/>
                  <a:pt x="10600" y="14000"/>
                </a:cubicBezTo>
                <a:cubicBezTo>
                  <a:pt x="10600" y="13227"/>
                  <a:pt x="11227" y="12600"/>
                  <a:pt x="12000" y="12600"/>
                </a:cubicBezTo>
                <a:cubicBezTo>
                  <a:pt x="12773" y="12600"/>
                  <a:pt x="13400" y="13227"/>
                  <a:pt x="13400" y="140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572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汇总仪表</a:t>
            </a:r>
          </a:p>
        </p:txBody>
      </p:sp>
      <p:sp>
        <p:nvSpPr>
          <p:cNvPr id="103" name="SHOW-074"/>
          <p:cNvSpPr/>
          <p:nvPr/>
        </p:nvSpPr>
        <p:spPr>
          <a:xfrm>
            <a:off x="18745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6200"/>
                </a:moveTo>
                <a:cubicBezTo>
                  <a:pt x="2340" y="12323"/>
                  <a:pt x="5483" y="9180"/>
                  <a:pt x="9360" y="9180"/>
                </a:cubicBezTo>
                <a:cubicBezTo>
                  <a:pt x="13237" y="9180"/>
                  <a:pt x="16380" y="12323"/>
                  <a:pt x="16380" y="16200"/>
                </a:cubicBezTo>
                <a:lnTo>
                  <a:pt x="15132" y="16200"/>
                </a:lnTo>
                <a:cubicBezTo>
                  <a:pt x="15132" y="13012"/>
                  <a:pt x="12548" y="10428"/>
                  <a:pt x="9360" y="10428"/>
                </a:cubicBezTo>
                <a:cubicBezTo>
                  <a:pt x="6172" y="10428"/>
                  <a:pt x="3588" y="13012"/>
                  <a:pt x="3588" y="16200"/>
                </a:cubicBezTo>
                <a:close/>
                <a:moveTo>
                  <a:pt x="9764" y="16567"/>
                </a:moveTo>
                <a:lnTo>
                  <a:pt x="13274" y="12706"/>
                </a:lnTo>
                <a:lnTo>
                  <a:pt x="12466" y="11972"/>
                </a:lnTo>
                <a:lnTo>
                  <a:pt x="8956" y="15833"/>
                </a:ln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7830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SHOW-074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916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汇总仪表·重点</a:t>
            </a:r>
          </a:p>
        </p:txBody>
      </p:sp>
      <p:sp>
        <p:nvSpPr>
          <p:cNvPr id="106" name="SHOW-075"/>
          <p:cNvSpPr/>
          <p:nvPr/>
        </p:nvSpPr>
        <p:spPr>
          <a:xfrm>
            <a:off x="32004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6200"/>
                </a:moveTo>
                <a:cubicBezTo>
                  <a:pt x="2340" y="12323"/>
                  <a:pt x="5483" y="9180"/>
                  <a:pt x="9360" y="9180"/>
                </a:cubicBezTo>
                <a:cubicBezTo>
                  <a:pt x="13237" y="9180"/>
                  <a:pt x="16380" y="12323"/>
                  <a:pt x="16380" y="16200"/>
                </a:cubicBezTo>
                <a:lnTo>
                  <a:pt x="15132" y="16200"/>
                </a:lnTo>
                <a:cubicBezTo>
                  <a:pt x="15132" y="13012"/>
                  <a:pt x="12548" y="10428"/>
                  <a:pt x="9360" y="10428"/>
                </a:cubicBezTo>
                <a:cubicBezTo>
                  <a:pt x="6172" y="10428"/>
                  <a:pt x="3588" y="13012"/>
                  <a:pt x="3588" y="16200"/>
                </a:cubicBezTo>
                <a:close/>
                <a:moveTo>
                  <a:pt x="9764" y="16567"/>
                </a:moveTo>
                <a:lnTo>
                  <a:pt x="13274" y="12706"/>
                </a:lnTo>
                <a:lnTo>
                  <a:pt x="12466" y="11972"/>
                </a:lnTo>
                <a:lnTo>
                  <a:pt x="8956" y="15833"/>
                </a:ln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089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175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汇总仪表·已验证</a:t>
            </a:r>
          </a:p>
        </p:txBody>
      </p:sp>
      <p:sp>
        <p:nvSpPr>
          <p:cNvPr id="109" name="SHOW-076"/>
          <p:cNvSpPr/>
          <p:nvPr/>
        </p:nvSpPr>
        <p:spPr>
          <a:xfrm>
            <a:off x="452628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6200"/>
                </a:moveTo>
                <a:cubicBezTo>
                  <a:pt x="2340" y="12323"/>
                  <a:pt x="5483" y="9180"/>
                  <a:pt x="9360" y="9180"/>
                </a:cubicBezTo>
                <a:cubicBezTo>
                  <a:pt x="13237" y="9180"/>
                  <a:pt x="16380" y="12323"/>
                  <a:pt x="16380" y="16200"/>
                </a:cubicBezTo>
                <a:lnTo>
                  <a:pt x="15132" y="16200"/>
                </a:lnTo>
                <a:cubicBezTo>
                  <a:pt x="15132" y="13012"/>
                  <a:pt x="12548" y="10428"/>
                  <a:pt x="9360" y="10428"/>
                </a:cubicBezTo>
                <a:cubicBezTo>
                  <a:pt x="6172" y="10428"/>
                  <a:pt x="3588" y="13012"/>
                  <a:pt x="3588" y="16200"/>
                </a:cubicBezTo>
                <a:close/>
                <a:moveTo>
                  <a:pt x="9764" y="16567"/>
                </a:moveTo>
                <a:lnTo>
                  <a:pt x="13274" y="12706"/>
                </a:lnTo>
                <a:lnTo>
                  <a:pt x="12466" y="11972"/>
                </a:lnTo>
                <a:lnTo>
                  <a:pt x="8956" y="15833"/>
                </a:ln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43484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4340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汇总仪表·上升</a:t>
            </a:r>
          </a:p>
        </p:txBody>
      </p:sp>
      <p:sp>
        <p:nvSpPr>
          <p:cNvPr id="112" name="SHOW-077"/>
          <p:cNvSpPr/>
          <p:nvPr/>
        </p:nvSpPr>
        <p:spPr>
          <a:xfrm>
            <a:off x="585216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6200"/>
                </a:moveTo>
                <a:cubicBezTo>
                  <a:pt x="2340" y="12323"/>
                  <a:pt x="5483" y="9180"/>
                  <a:pt x="9360" y="9180"/>
                </a:cubicBezTo>
                <a:cubicBezTo>
                  <a:pt x="13237" y="9180"/>
                  <a:pt x="16380" y="12323"/>
                  <a:pt x="16380" y="16200"/>
                </a:cubicBezTo>
                <a:lnTo>
                  <a:pt x="15132" y="16200"/>
                </a:lnTo>
                <a:cubicBezTo>
                  <a:pt x="15132" y="13012"/>
                  <a:pt x="12548" y="10428"/>
                  <a:pt x="9360" y="10428"/>
                </a:cubicBezTo>
                <a:cubicBezTo>
                  <a:pt x="6172" y="10428"/>
                  <a:pt x="3588" y="13012"/>
                  <a:pt x="3588" y="16200"/>
                </a:cubicBezTo>
                <a:close/>
                <a:moveTo>
                  <a:pt x="9764" y="16567"/>
                </a:moveTo>
                <a:lnTo>
                  <a:pt x="13274" y="12706"/>
                </a:lnTo>
                <a:lnTo>
                  <a:pt x="12466" y="11972"/>
                </a:lnTo>
                <a:lnTo>
                  <a:pt x="8956" y="15833"/>
                </a:ln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76072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汇总仪表·关怀</a:t>
            </a:r>
          </a:p>
        </p:txBody>
      </p:sp>
      <p:sp>
        <p:nvSpPr>
          <p:cNvPr id="115" name="SHOW-078"/>
          <p:cNvSpPr/>
          <p:nvPr/>
        </p:nvSpPr>
        <p:spPr>
          <a:xfrm>
            <a:off x="717804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2340" y="16200"/>
                </a:moveTo>
                <a:cubicBezTo>
                  <a:pt x="2340" y="12323"/>
                  <a:pt x="5483" y="9180"/>
                  <a:pt x="9360" y="9180"/>
                </a:cubicBezTo>
                <a:cubicBezTo>
                  <a:pt x="13237" y="9180"/>
                  <a:pt x="16380" y="12323"/>
                  <a:pt x="16380" y="16200"/>
                </a:cubicBezTo>
                <a:lnTo>
                  <a:pt x="15132" y="16200"/>
                </a:lnTo>
                <a:cubicBezTo>
                  <a:pt x="15132" y="13012"/>
                  <a:pt x="12548" y="10428"/>
                  <a:pt x="9360" y="10428"/>
                </a:cubicBezTo>
                <a:cubicBezTo>
                  <a:pt x="6172" y="10428"/>
                  <a:pt x="3588" y="13012"/>
                  <a:pt x="3588" y="16200"/>
                </a:cubicBezTo>
                <a:close/>
                <a:moveTo>
                  <a:pt x="9764" y="16567"/>
                </a:moveTo>
                <a:lnTo>
                  <a:pt x="13274" y="12706"/>
                </a:lnTo>
                <a:lnTo>
                  <a:pt x="12466" y="11972"/>
                </a:lnTo>
                <a:lnTo>
                  <a:pt x="8956" y="15833"/>
                </a:lnTo>
                <a:close/>
                <a:moveTo>
                  <a:pt x="10452" y="16200"/>
                </a:moveTo>
                <a:cubicBezTo>
                  <a:pt x="10452" y="16803"/>
                  <a:pt x="9963" y="17292"/>
                  <a:pt x="9360" y="17292"/>
                </a:cubicBezTo>
                <a:cubicBezTo>
                  <a:pt x="8757" y="17292"/>
                  <a:pt x="8268" y="16803"/>
                  <a:pt x="8268" y="16200"/>
                </a:cubicBezTo>
                <a:cubicBezTo>
                  <a:pt x="8268" y="15597"/>
                  <a:pt x="8757" y="15108"/>
                  <a:pt x="9360" y="15108"/>
                </a:cubicBezTo>
                <a:cubicBezTo>
                  <a:pt x="9963" y="15108"/>
                  <a:pt x="10452" y="15597"/>
                  <a:pt x="10452" y="16200"/>
                </a:cubicBezTo>
                <a:close/>
                <a:moveTo>
                  <a:pt x="20200" y="3400"/>
                </a:moveTo>
                <a:cubicBezTo>
                  <a:pt x="20200" y="4063"/>
                  <a:pt x="19663" y="4600"/>
                  <a:pt x="19000" y="4600"/>
                </a:cubicBezTo>
                <a:cubicBezTo>
                  <a:pt x="18337" y="4600"/>
                  <a:pt x="17800" y="4063"/>
                  <a:pt x="17800" y="3400"/>
                </a:cubicBezTo>
                <a:cubicBezTo>
                  <a:pt x="17800" y="2737"/>
                  <a:pt x="18337" y="2200"/>
                  <a:pt x="19000" y="2200"/>
                </a:cubicBezTo>
                <a:cubicBezTo>
                  <a:pt x="19663" y="2200"/>
                  <a:pt x="20200" y="2737"/>
                  <a:pt x="20200" y="3400"/>
                </a:cubicBezTo>
                <a:close/>
                <a:moveTo>
                  <a:pt x="16600" y="7600"/>
                </a:moveTo>
                <a:cubicBezTo>
                  <a:pt x="16600" y="5400"/>
                  <a:pt x="21400" y="5400"/>
                  <a:pt x="21400" y="76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08660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SHOW-078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9516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汇总仪表·协同</a:t>
            </a:r>
          </a:p>
        </p:txBody>
      </p:sp>
      <p:sp>
        <p:nvSpPr>
          <p:cNvPr id="118" name="SHOW-079"/>
          <p:cNvSpPr/>
          <p:nvPr/>
        </p:nvSpPr>
        <p:spPr>
          <a:xfrm>
            <a:off x="850392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12000" y="3000"/>
                </a:moveTo>
                <a:lnTo>
                  <a:pt x="13531" y="8304"/>
                </a:lnTo>
                <a:lnTo>
                  <a:pt x="18364" y="5636"/>
                </a:lnTo>
                <a:lnTo>
                  <a:pt x="15696" y="10469"/>
                </a:lnTo>
                <a:lnTo>
                  <a:pt x="21000" y="12000"/>
                </a:lnTo>
                <a:lnTo>
                  <a:pt x="15696" y="13531"/>
                </a:lnTo>
                <a:lnTo>
                  <a:pt x="18364" y="18364"/>
                </a:lnTo>
                <a:lnTo>
                  <a:pt x="13531" y="15696"/>
                </a:lnTo>
                <a:lnTo>
                  <a:pt x="12000" y="21000"/>
                </a:lnTo>
                <a:lnTo>
                  <a:pt x="10469" y="15696"/>
                </a:lnTo>
                <a:lnTo>
                  <a:pt x="5636" y="18364"/>
                </a:lnTo>
                <a:lnTo>
                  <a:pt x="8304" y="13531"/>
                </a:lnTo>
                <a:lnTo>
                  <a:pt x="3000" y="12000"/>
                </a:lnTo>
                <a:lnTo>
                  <a:pt x="8304" y="10469"/>
                </a:lnTo>
                <a:lnTo>
                  <a:pt x="5636" y="5636"/>
                </a:lnTo>
                <a:lnTo>
                  <a:pt x="10469" y="8304"/>
                </a:lnTo>
                <a:close/>
                <a:moveTo>
                  <a:pt x="16500" y="12000"/>
                </a:moveTo>
                <a:cubicBezTo>
                  <a:pt x="16500" y="14485"/>
                  <a:pt x="14485" y="16500"/>
                  <a:pt x="12000" y="16500"/>
                </a:cubicBezTo>
                <a:cubicBezTo>
                  <a:pt x="9515" y="16500"/>
                  <a:pt x="7500" y="14485"/>
                  <a:pt x="7500" y="12000"/>
                </a:cubicBezTo>
                <a:cubicBezTo>
                  <a:pt x="7500" y="9515"/>
                  <a:pt x="9515" y="7500"/>
                  <a:pt x="12000" y="7500"/>
                </a:cubicBezTo>
                <a:cubicBezTo>
                  <a:pt x="14485" y="7500"/>
                  <a:pt x="16500" y="9515"/>
                  <a:pt x="16500" y="12000"/>
                </a:cubicBezTo>
                <a:close/>
                <a:moveTo>
                  <a:pt x="9600" y="11600"/>
                </a:moveTo>
                <a:lnTo>
                  <a:pt x="11000" y="13000"/>
                </a:lnTo>
                <a:lnTo>
                  <a:pt x="14500" y="9500"/>
                </a:lnTo>
                <a:moveTo>
                  <a:pt x="9105" y="12095"/>
                </a:moveTo>
                <a:lnTo>
                  <a:pt x="10505" y="13495"/>
                </a:lnTo>
                <a:lnTo>
                  <a:pt x="11495" y="12505"/>
                </a:lnTo>
                <a:lnTo>
                  <a:pt x="10095" y="11105"/>
                </a:lnTo>
                <a:close/>
                <a:moveTo>
                  <a:pt x="11495" y="13495"/>
                </a:moveTo>
                <a:lnTo>
                  <a:pt x="14995" y="9995"/>
                </a:lnTo>
                <a:lnTo>
                  <a:pt x="14005" y="9005"/>
                </a:lnTo>
                <a:lnTo>
                  <a:pt x="10505" y="12505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41248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SHOW-079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成就解锁</a:t>
            </a:r>
          </a:p>
        </p:txBody>
      </p:sp>
      <p:sp>
        <p:nvSpPr>
          <p:cNvPr id="121" name="SHOW-080"/>
          <p:cNvSpPr/>
          <p:nvPr/>
        </p:nvSpPr>
        <p:spPr>
          <a:xfrm>
            <a:off x="9829800" y="640080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0554" y="11757"/>
                </a:lnTo>
                <a:lnTo>
                  <a:pt x="14324" y="9676"/>
                </a:lnTo>
                <a:lnTo>
                  <a:pt x="12243" y="13446"/>
                </a:lnTo>
                <a:lnTo>
                  <a:pt x="16380" y="14640"/>
                </a:lnTo>
                <a:lnTo>
                  <a:pt x="12243" y="15834"/>
                </a:lnTo>
                <a:lnTo>
                  <a:pt x="14324" y="19604"/>
                </a:lnTo>
                <a:lnTo>
                  <a:pt x="10554" y="17523"/>
                </a:lnTo>
                <a:lnTo>
                  <a:pt x="9360" y="21660"/>
                </a:lnTo>
                <a:lnTo>
                  <a:pt x="8166" y="17523"/>
                </a:lnTo>
                <a:lnTo>
                  <a:pt x="4396" y="19604"/>
                </a:lnTo>
                <a:lnTo>
                  <a:pt x="6477" y="15834"/>
                </a:lnTo>
                <a:lnTo>
                  <a:pt x="2340" y="14640"/>
                </a:lnTo>
                <a:lnTo>
                  <a:pt x="6477" y="13446"/>
                </a:lnTo>
                <a:lnTo>
                  <a:pt x="4396" y="9676"/>
                </a:lnTo>
                <a:lnTo>
                  <a:pt x="8166" y="11757"/>
                </a:lnTo>
                <a:close/>
                <a:moveTo>
                  <a:pt x="12870" y="14640"/>
                </a:moveTo>
                <a:cubicBezTo>
                  <a:pt x="12870" y="16579"/>
                  <a:pt x="11299" y="18150"/>
                  <a:pt x="9360" y="18150"/>
                </a:cubicBezTo>
                <a:cubicBezTo>
                  <a:pt x="7421" y="18150"/>
                  <a:pt x="5850" y="16579"/>
                  <a:pt x="5850" y="14640"/>
                </a:cubicBezTo>
                <a:cubicBezTo>
                  <a:pt x="5850" y="12701"/>
                  <a:pt x="7421" y="11130"/>
                  <a:pt x="9360" y="11130"/>
                </a:cubicBezTo>
                <a:cubicBezTo>
                  <a:pt x="11299" y="11130"/>
                  <a:pt x="12870" y="12701"/>
                  <a:pt x="12870" y="14640"/>
                </a:cubicBezTo>
                <a:close/>
                <a:moveTo>
                  <a:pt x="7488" y="14328"/>
                </a:moveTo>
                <a:lnTo>
                  <a:pt x="8580" y="15420"/>
                </a:lnTo>
                <a:lnTo>
                  <a:pt x="11310" y="12690"/>
                </a:lnTo>
                <a:moveTo>
                  <a:pt x="7102" y="14714"/>
                </a:moveTo>
                <a:lnTo>
                  <a:pt x="8194" y="15806"/>
                </a:lnTo>
                <a:lnTo>
                  <a:pt x="8966" y="15034"/>
                </a:lnTo>
                <a:lnTo>
                  <a:pt x="7874" y="13942"/>
                </a:lnTo>
                <a:close/>
                <a:moveTo>
                  <a:pt x="8966" y="15806"/>
                </a:moveTo>
                <a:lnTo>
                  <a:pt x="11696" y="13076"/>
                </a:lnTo>
                <a:lnTo>
                  <a:pt x="10924" y="12304"/>
                </a:lnTo>
                <a:lnTo>
                  <a:pt x="8194" y="15034"/>
                </a:lnTo>
                <a:close/>
                <a:moveTo>
                  <a:pt x="19000" y="2000"/>
                </a:moveTo>
                <a:lnTo>
                  <a:pt x="19764" y="3948"/>
                </a:lnTo>
                <a:lnTo>
                  <a:pt x="21853" y="4073"/>
                </a:lnTo>
                <a:lnTo>
                  <a:pt x="20236" y="5402"/>
                </a:lnTo>
                <a:lnTo>
                  <a:pt x="20763" y="7427"/>
                </a:lnTo>
                <a:lnTo>
                  <a:pt x="19000" y="6300"/>
                </a:lnTo>
                <a:lnTo>
                  <a:pt x="17237" y="7427"/>
                </a:lnTo>
                <a:lnTo>
                  <a:pt x="17764" y="5402"/>
                </a:lnTo>
                <a:lnTo>
                  <a:pt x="16147" y="4073"/>
                </a:lnTo>
                <a:lnTo>
                  <a:pt x="18236" y="394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38360" y="719804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SHOW-080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46920" y="737920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成就解锁·重点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02C"/>
                </a:solidFill>
              </a:rPr>
              <a:t>12_成果汇报展示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</a:rPr>
              <a:t>SHOW · 第 3/3 页 · 共 83 个</a:t>
            </a:r>
          </a:p>
        </p:txBody>
      </p:sp>
      <p:sp>
        <p:nvSpPr>
          <p:cNvPr id="4" name="SHOW-081"/>
          <p:cNvSpPr/>
          <p:nvPr/>
        </p:nvSpPr>
        <p:spPr>
          <a:xfrm>
            <a:off x="54864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0554" y="11757"/>
                </a:lnTo>
                <a:lnTo>
                  <a:pt x="14324" y="9676"/>
                </a:lnTo>
                <a:lnTo>
                  <a:pt x="12243" y="13446"/>
                </a:lnTo>
                <a:lnTo>
                  <a:pt x="16380" y="14640"/>
                </a:lnTo>
                <a:lnTo>
                  <a:pt x="12243" y="15834"/>
                </a:lnTo>
                <a:lnTo>
                  <a:pt x="14324" y="19604"/>
                </a:lnTo>
                <a:lnTo>
                  <a:pt x="10554" y="17523"/>
                </a:lnTo>
                <a:lnTo>
                  <a:pt x="9360" y="21660"/>
                </a:lnTo>
                <a:lnTo>
                  <a:pt x="8166" y="17523"/>
                </a:lnTo>
                <a:lnTo>
                  <a:pt x="4396" y="19604"/>
                </a:lnTo>
                <a:lnTo>
                  <a:pt x="6477" y="15834"/>
                </a:lnTo>
                <a:lnTo>
                  <a:pt x="2340" y="14640"/>
                </a:lnTo>
                <a:lnTo>
                  <a:pt x="6477" y="13446"/>
                </a:lnTo>
                <a:lnTo>
                  <a:pt x="4396" y="9676"/>
                </a:lnTo>
                <a:lnTo>
                  <a:pt x="8166" y="11757"/>
                </a:lnTo>
                <a:close/>
                <a:moveTo>
                  <a:pt x="12870" y="14640"/>
                </a:moveTo>
                <a:cubicBezTo>
                  <a:pt x="12870" y="16579"/>
                  <a:pt x="11299" y="18150"/>
                  <a:pt x="9360" y="18150"/>
                </a:cubicBezTo>
                <a:cubicBezTo>
                  <a:pt x="7421" y="18150"/>
                  <a:pt x="5850" y="16579"/>
                  <a:pt x="5850" y="14640"/>
                </a:cubicBezTo>
                <a:cubicBezTo>
                  <a:pt x="5850" y="12701"/>
                  <a:pt x="7421" y="11130"/>
                  <a:pt x="9360" y="11130"/>
                </a:cubicBezTo>
                <a:cubicBezTo>
                  <a:pt x="11299" y="11130"/>
                  <a:pt x="12870" y="12701"/>
                  <a:pt x="12870" y="14640"/>
                </a:cubicBezTo>
                <a:close/>
                <a:moveTo>
                  <a:pt x="7488" y="14328"/>
                </a:moveTo>
                <a:lnTo>
                  <a:pt x="8580" y="15420"/>
                </a:lnTo>
                <a:lnTo>
                  <a:pt x="11310" y="12690"/>
                </a:lnTo>
                <a:moveTo>
                  <a:pt x="7102" y="14714"/>
                </a:moveTo>
                <a:lnTo>
                  <a:pt x="8194" y="15806"/>
                </a:lnTo>
                <a:lnTo>
                  <a:pt x="8966" y="15034"/>
                </a:lnTo>
                <a:lnTo>
                  <a:pt x="7874" y="13942"/>
                </a:lnTo>
                <a:close/>
                <a:moveTo>
                  <a:pt x="8966" y="15806"/>
                </a:moveTo>
                <a:lnTo>
                  <a:pt x="11696" y="13076"/>
                </a:lnTo>
                <a:lnTo>
                  <a:pt x="10924" y="12304"/>
                </a:lnTo>
                <a:lnTo>
                  <a:pt x="8194" y="15034"/>
                </a:lnTo>
                <a:close/>
                <a:moveTo>
                  <a:pt x="16240" y="5840"/>
                </a:moveTo>
                <a:lnTo>
                  <a:pt x="17840" y="7240"/>
                </a:lnTo>
                <a:lnTo>
                  <a:pt x="18960" y="5960"/>
                </a:lnTo>
                <a:lnTo>
                  <a:pt x="17360" y="4560"/>
                </a:lnTo>
                <a:close/>
                <a:moveTo>
                  <a:pt x="19020" y="7181"/>
                </a:moveTo>
                <a:lnTo>
                  <a:pt x="22020" y="3981"/>
                </a:lnTo>
                <a:lnTo>
                  <a:pt x="20780" y="2819"/>
                </a:lnTo>
                <a:lnTo>
                  <a:pt x="17780" y="60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成就解锁·已验证</a:t>
            </a:r>
          </a:p>
        </p:txBody>
      </p:sp>
      <p:sp>
        <p:nvSpPr>
          <p:cNvPr id="7" name="SHOW-082"/>
          <p:cNvSpPr/>
          <p:nvPr/>
        </p:nvSpPr>
        <p:spPr>
          <a:xfrm>
            <a:off x="187452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0554" y="11757"/>
                </a:lnTo>
                <a:lnTo>
                  <a:pt x="14324" y="9676"/>
                </a:lnTo>
                <a:lnTo>
                  <a:pt x="12243" y="13446"/>
                </a:lnTo>
                <a:lnTo>
                  <a:pt x="16380" y="14640"/>
                </a:lnTo>
                <a:lnTo>
                  <a:pt x="12243" y="15834"/>
                </a:lnTo>
                <a:lnTo>
                  <a:pt x="14324" y="19604"/>
                </a:lnTo>
                <a:lnTo>
                  <a:pt x="10554" y="17523"/>
                </a:lnTo>
                <a:lnTo>
                  <a:pt x="9360" y="21660"/>
                </a:lnTo>
                <a:lnTo>
                  <a:pt x="8166" y="17523"/>
                </a:lnTo>
                <a:lnTo>
                  <a:pt x="4396" y="19604"/>
                </a:lnTo>
                <a:lnTo>
                  <a:pt x="6477" y="15834"/>
                </a:lnTo>
                <a:lnTo>
                  <a:pt x="2340" y="14640"/>
                </a:lnTo>
                <a:lnTo>
                  <a:pt x="6477" y="13446"/>
                </a:lnTo>
                <a:lnTo>
                  <a:pt x="4396" y="9676"/>
                </a:lnTo>
                <a:lnTo>
                  <a:pt x="8166" y="11757"/>
                </a:lnTo>
                <a:close/>
                <a:moveTo>
                  <a:pt x="12870" y="14640"/>
                </a:moveTo>
                <a:cubicBezTo>
                  <a:pt x="12870" y="16579"/>
                  <a:pt x="11299" y="18150"/>
                  <a:pt x="9360" y="18150"/>
                </a:cubicBezTo>
                <a:cubicBezTo>
                  <a:pt x="7421" y="18150"/>
                  <a:pt x="5850" y="16579"/>
                  <a:pt x="5850" y="14640"/>
                </a:cubicBezTo>
                <a:cubicBezTo>
                  <a:pt x="5850" y="12701"/>
                  <a:pt x="7421" y="11130"/>
                  <a:pt x="9360" y="11130"/>
                </a:cubicBezTo>
                <a:cubicBezTo>
                  <a:pt x="11299" y="11130"/>
                  <a:pt x="12870" y="12701"/>
                  <a:pt x="12870" y="14640"/>
                </a:cubicBezTo>
                <a:close/>
                <a:moveTo>
                  <a:pt x="7488" y="14328"/>
                </a:moveTo>
                <a:lnTo>
                  <a:pt x="8580" y="15420"/>
                </a:lnTo>
                <a:lnTo>
                  <a:pt x="11310" y="12690"/>
                </a:lnTo>
                <a:moveTo>
                  <a:pt x="7102" y="14714"/>
                </a:moveTo>
                <a:lnTo>
                  <a:pt x="8194" y="15806"/>
                </a:lnTo>
                <a:lnTo>
                  <a:pt x="8966" y="15034"/>
                </a:lnTo>
                <a:lnTo>
                  <a:pt x="7874" y="13942"/>
                </a:lnTo>
                <a:close/>
                <a:moveTo>
                  <a:pt x="8966" y="15806"/>
                </a:moveTo>
                <a:lnTo>
                  <a:pt x="11696" y="13076"/>
                </a:lnTo>
                <a:lnTo>
                  <a:pt x="10924" y="12304"/>
                </a:lnTo>
                <a:lnTo>
                  <a:pt x="8194" y="15034"/>
                </a:lnTo>
                <a:close/>
                <a:moveTo>
                  <a:pt x="19600" y="7600"/>
                </a:moveTo>
                <a:lnTo>
                  <a:pt x="19600" y="4800"/>
                </a:lnTo>
                <a:lnTo>
                  <a:pt x="20500" y="4800"/>
                </a:lnTo>
                <a:lnTo>
                  <a:pt x="19000" y="2400"/>
                </a:lnTo>
                <a:lnTo>
                  <a:pt x="17500" y="4800"/>
                </a:lnTo>
                <a:lnTo>
                  <a:pt x="18400" y="4800"/>
                </a:lnTo>
                <a:lnTo>
                  <a:pt x="18400" y="76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成就解锁·上升</a:t>
            </a:r>
          </a:p>
        </p:txBody>
      </p:sp>
      <p:sp>
        <p:nvSpPr>
          <p:cNvPr id="10" name="SHOW-083"/>
          <p:cNvSpPr/>
          <p:nvPr/>
        </p:nvSpPr>
        <p:spPr>
          <a:xfrm>
            <a:off x="3200400" y="1280160"/>
            <a:ext cx="777240" cy="777240"/>
          </a:xfrm>
          <a:custGeom>
            <a:avLst/>
            <a:gdLst/>
            <a:ahLst/>
            <a:cxnLst/>
            <a:rect l="0" t="0" r="24000" b="24000"/>
            <a:pathLst>
              <a:path w="24000" h="24000" fill="norm" stroke="0" extrusionOk="0">
                <a:moveTo>
                  <a:pt x="9360" y="7620"/>
                </a:moveTo>
                <a:lnTo>
                  <a:pt x="10554" y="11757"/>
                </a:lnTo>
                <a:lnTo>
                  <a:pt x="14324" y="9676"/>
                </a:lnTo>
                <a:lnTo>
                  <a:pt x="12243" y="13446"/>
                </a:lnTo>
                <a:lnTo>
                  <a:pt x="16380" y="14640"/>
                </a:lnTo>
                <a:lnTo>
                  <a:pt x="12243" y="15834"/>
                </a:lnTo>
                <a:lnTo>
                  <a:pt x="14324" y="19604"/>
                </a:lnTo>
                <a:lnTo>
                  <a:pt x="10554" y="17523"/>
                </a:lnTo>
                <a:lnTo>
                  <a:pt x="9360" y="21660"/>
                </a:lnTo>
                <a:lnTo>
                  <a:pt x="8166" y="17523"/>
                </a:lnTo>
                <a:lnTo>
                  <a:pt x="4396" y="19604"/>
                </a:lnTo>
                <a:lnTo>
                  <a:pt x="6477" y="15834"/>
                </a:lnTo>
                <a:lnTo>
                  <a:pt x="2340" y="14640"/>
                </a:lnTo>
                <a:lnTo>
                  <a:pt x="6477" y="13446"/>
                </a:lnTo>
                <a:lnTo>
                  <a:pt x="4396" y="9676"/>
                </a:lnTo>
                <a:lnTo>
                  <a:pt x="8166" y="11757"/>
                </a:lnTo>
                <a:close/>
                <a:moveTo>
                  <a:pt x="12870" y="14640"/>
                </a:moveTo>
                <a:cubicBezTo>
                  <a:pt x="12870" y="16579"/>
                  <a:pt x="11299" y="18150"/>
                  <a:pt x="9360" y="18150"/>
                </a:cubicBezTo>
                <a:cubicBezTo>
                  <a:pt x="7421" y="18150"/>
                  <a:pt x="5850" y="16579"/>
                  <a:pt x="5850" y="14640"/>
                </a:cubicBezTo>
                <a:cubicBezTo>
                  <a:pt x="5850" y="12701"/>
                  <a:pt x="7421" y="11130"/>
                  <a:pt x="9360" y="11130"/>
                </a:cubicBezTo>
                <a:cubicBezTo>
                  <a:pt x="11299" y="11130"/>
                  <a:pt x="12870" y="12701"/>
                  <a:pt x="12870" y="14640"/>
                </a:cubicBezTo>
                <a:close/>
                <a:moveTo>
                  <a:pt x="7488" y="14328"/>
                </a:moveTo>
                <a:lnTo>
                  <a:pt x="8580" y="15420"/>
                </a:lnTo>
                <a:lnTo>
                  <a:pt x="11310" y="12690"/>
                </a:lnTo>
                <a:moveTo>
                  <a:pt x="7102" y="14714"/>
                </a:moveTo>
                <a:lnTo>
                  <a:pt x="8194" y="15806"/>
                </a:lnTo>
                <a:lnTo>
                  <a:pt x="8966" y="15034"/>
                </a:lnTo>
                <a:lnTo>
                  <a:pt x="7874" y="13942"/>
                </a:lnTo>
                <a:close/>
                <a:moveTo>
                  <a:pt x="8966" y="15806"/>
                </a:moveTo>
                <a:lnTo>
                  <a:pt x="11696" y="13076"/>
                </a:lnTo>
                <a:lnTo>
                  <a:pt x="10924" y="12304"/>
                </a:lnTo>
                <a:lnTo>
                  <a:pt x="8194" y="15034"/>
                </a:lnTo>
                <a:close/>
                <a:moveTo>
                  <a:pt x="19000" y="6200"/>
                </a:moveTo>
                <a:cubicBezTo>
                  <a:pt x="16140" y="5360"/>
                  <a:pt x="16400" y="3920"/>
                  <a:pt x="17570" y="3920"/>
                </a:cubicBezTo>
                <a:cubicBezTo>
                  <a:pt x="18480" y="3920"/>
                  <a:pt x="19000" y="4400"/>
                  <a:pt x="19000" y="4760"/>
                </a:cubicBezTo>
                <a:cubicBezTo>
                  <a:pt x="19000" y="4400"/>
                  <a:pt x="19520" y="3920"/>
                  <a:pt x="20430" y="3920"/>
                </a:cubicBezTo>
                <a:cubicBezTo>
                  <a:pt x="21600" y="3920"/>
                  <a:pt x="21860" y="5360"/>
                  <a:pt x="19000" y="620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20774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6A00"/>
                </a:solidFill>
              </a:rPr>
              <a:t>SHOW-083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58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2D3748"/>
                </a:solidFill>
              </a:rPr>
              <a:t>成就解锁·关怀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