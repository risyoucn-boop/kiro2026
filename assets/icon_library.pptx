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con1.svg" ContentType="image/svg+xml"/>
  <Override PartName="/ppt/media/icon10.svg" ContentType="image/svg+xml"/>
  <Override PartName="/ppt/media/icon100.svg" ContentType="image/svg+xml"/>
  <Override PartName="/ppt/media/icon101.svg" ContentType="image/svg+xml"/>
  <Override PartName="/ppt/media/icon102.svg" ContentType="image/svg+xml"/>
  <Override PartName="/ppt/media/icon103.svg" ContentType="image/svg+xml"/>
  <Override PartName="/ppt/media/icon104.svg" ContentType="image/svg+xml"/>
  <Override PartName="/ppt/media/icon105.svg" ContentType="image/svg+xml"/>
  <Override PartName="/ppt/media/icon106.svg" ContentType="image/svg+xml"/>
  <Override PartName="/ppt/media/icon107.svg" ContentType="image/svg+xml"/>
  <Override PartName="/ppt/media/icon108.svg" ContentType="image/svg+xml"/>
  <Override PartName="/ppt/media/icon109.svg" ContentType="image/svg+xml"/>
  <Override PartName="/ppt/media/icon11.svg" ContentType="image/svg+xml"/>
  <Override PartName="/ppt/media/icon110.svg" ContentType="image/svg+xml"/>
  <Override PartName="/ppt/media/icon111.svg" ContentType="image/svg+xml"/>
  <Override PartName="/ppt/media/icon112.svg" ContentType="image/svg+xml"/>
  <Override PartName="/ppt/media/icon113.svg" ContentType="image/svg+xml"/>
  <Override PartName="/ppt/media/icon114.svg" ContentType="image/svg+xml"/>
  <Override PartName="/ppt/media/icon115.svg" ContentType="image/svg+xml"/>
  <Override PartName="/ppt/media/icon116.svg" ContentType="image/svg+xml"/>
  <Override PartName="/ppt/media/icon117.svg" ContentType="image/svg+xml"/>
  <Override PartName="/ppt/media/icon118.svg" ContentType="image/svg+xml"/>
  <Override PartName="/ppt/media/icon119.svg" ContentType="image/svg+xml"/>
  <Override PartName="/ppt/media/icon12.svg" ContentType="image/svg+xml"/>
  <Override PartName="/ppt/media/icon120.svg" ContentType="image/svg+xml"/>
  <Override PartName="/ppt/media/icon121.svg" ContentType="image/svg+xml"/>
  <Override PartName="/ppt/media/icon122.svg" ContentType="image/svg+xml"/>
  <Override PartName="/ppt/media/icon123.svg" ContentType="image/svg+xml"/>
  <Override PartName="/ppt/media/icon124.svg" ContentType="image/svg+xml"/>
  <Override PartName="/ppt/media/icon13.svg" ContentType="image/svg+xml"/>
  <Override PartName="/ppt/media/icon14.svg" ContentType="image/svg+xml"/>
  <Override PartName="/ppt/media/icon15.svg" ContentType="image/svg+xml"/>
  <Override PartName="/ppt/media/icon16.svg" ContentType="image/svg+xml"/>
  <Override PartName="/ppt/media/icon17.svg" ContentType="image/svg+xml"/>
  <Override PartName="/ppt/media/icon18.svg" ContentType="image/svg+xml"/>
  <Override PartName="/ppt/media/icon19.svg" ContentType="image/svg+xml"/>
  <Override PartName="/ppt/media/icon2.svg" ContentType="image/svg+xml"/>
  <Override PartName="/ppt/media/icon20.svg" ContentType="image/svg+xml"/>
  <Override PartName="/ppt/media/icon21.svg" ContentType="image/svg+xml"/>
  <Override PartName="/ppt/media/icon22.svg" ContentType="image/svg+xml"/>
  <Override PartName="/ppt/media/icon23.svg" ContentType="image/svg+xml"/>
  <Override PartName="/ppt/media/icon24.svg" ContentType="image/svg+xml"/>
  <Override PartName="/ppt/media/icon25.svg" ContentType="image/svg+xml"/>
  <Override PartName="/ppt/media/icon26.svg" ContentType="image/svg+xml"/>
  <Override PartName="/ppt/media/icon27.svg" ContentType="image/svg+xml"/>
  <Override PartName="/ppt/media/icon28.svg" ContentType="image/svg+xml"/>
  <Override PartName="/ppt/media/icon29.svg" ContentType="image/svg+xml"/>
  <Override PartName="/ppt/media/icon3.svg" ContentType="image/svg+xml"/>
  <Override PartName="/ppt/media/icon30.svg" ContentType="image/svg+xml"/>
  <Override PartName="/ppt/media/icon31.svg" ContentType="image/svg+xml"/>
  <Override PartName="/ppt/media/icon32.svg" ContentType="image/svg+xml"/>
  <Override PartName="/ppt/media/icon33.svg" ContentType="image/svg+xml"/>
  <Override PartName="/ppt/media/icon34.svg" ContentType="image/svg+xml"/>
  <Override PartName="/ppt/media/icon35.svg" ContentType="image/svg+xml"/>
  <Override PartName="/ppt/media/icon36.svg" ContentType="image/svg+xml"/>
  <Override PartName="/ppt/media/icon37.svg" ContentType="image/svg+xml"/>
  <Override PartName="/ppt/media/icon38.svg" ContentType="image/svg+xml"/>
  <Override PartName="/ppt/media/icon39.svg" ContentType="image/svg+xml"/>
  <Override PartName="/ppt/media/icon4.svg" ContentType="image/svg+xml"/>
  <Override PartName="/ppt/media/icon40.svg" ContentType="image/svg+xml"/>
  <Override PartName="/ppt/media/icon41.svg" ContentType="image/svg+xml"/>
  <Override PartName="/ppt/media/icon42.svg" ContentType="image/svg+xml"/>
  <Override PartName="/ppt/media/icon43.svg" ContentType="image/svg+xml"/>
  <Override PartName="/ppt/media/icon44.svg" ContentType="image/svg+xml"/>
  <Override PartName="/ppt/media/icon45.svg" ContentType="image/svg+xml"/>
  <Override PartName="/ppt/media/icon46.svg" ContentType="image/svg+xml"/>
  <Override PartName="/ppt/media/icon47.svg" ContentType="image/svg+xml"/>
  <Override PartName="/ppt/media/icon48.svg" ContentType="image/svg+xml"/>
  <Override PartName="/ppt/media/icon49.svg" ContentType="image/svg+xml"/>
  <Override PartName="/ppt/media/icon5.svg" ContentType="image/svg+xml"/>
  <Override PartName="/ppt/media/icon50.svg" ContentType="image/svg+xml"/>
  <Override PartName="/ppt/media/icon51.svg" ContentType="image/svg+xml"/>
  <Override PartName="/ppt/media/icon52.svg" ContentType="image/svg+xml"/>
  <Override PartName="/ppt/media/icon53.svg" ContentType="image/svg+xml"/>
  <Override PartName="/ppt/media/icon54.svg" ContentType="image/svg+xml"/>
  <Override PartName="/ppt/media/icon55.svg" ContentType="image/svg+xml"/>
  <Override PartName="/ppt/media/icon56.svg" ContentType="image/svg+xml"/>
  <Override PartName="/ppt/media/icon57.svg" ContentType="image/svg+xml"/>
  <Override PartName="/ppt/media/icon58.svg" ContentType="image/svg+xml"/>
  <Override PartName="/ppt/media/icon59.svg" ContentType="image/svg+xml"/>
  <Override PartName="/ppt/media/icon6.svg" ContentType="image/svg+xml"/>
  <Override PartName="/ppt/media/icon60.svg" ContentType="image/svg+xml"/>
  <Override PartName="/ppt/media/icon61.svg" ContentType="image/svg+xml"/>
  <Override PartName="/ppt/media/icon62.svg" ContentType="image/svg+xml"/>
  <Override PartName="/ppt/media/icon63.svg" ContentType="image/svg+xml"/>
  <Override PartName="/ppt/media/icon64.svg" ContentType="image/svg+xml"/>
  <Override PartName="/ppt/media/icon65.svg" ContentType="image/svg+xml"/>
  <Override PartName="/ppt/media/icon66.svg" ContentType="image/svg+xml"/>
  <Override PartName="/ppt/media/icon67.svg" ContentType="image/svg+xml"/>
  <Override PartName="/ppt/media/icon68.svg" ContentType="image/svg+xml"/>
  <Override PartName="/ppt/media/icon69.svg" ContentType="image/svg+xml"/>
  <Override PartName="/ppt/media/icon7.svg" ContentType="image/svg+xml"/>
  <Override PartName="/ppt/media/icon70.svg" ContentType="image/svg+xml"/>
  <Override PartName="/ppt/media/icon71.svg" ContentType="image/svg+xml"/>
  <Override PartName="/ppt/media/icon72.svg" ContentType="image/svg+xml"/>
  <Override PartName="/ppt/media/icon73.svg" ContentType="image/svg+xml"/>
  <Override PartName="/ppt/media/icon74.svg" ContentType="image/svg+xml"/>
  <Override PartName="/ppt/media/icon75.svg" ContentType="image/svg+xml"/>
  <Override PartName="/ppt/media/icon76.svg" ContentType="image/svg+xml"/>
  <Override PartName="/ppt/media/icon77.svg" ContentType="image/svg+xml"/>
  <Override PartName="/ppt/media/icon78.svg" ContentType="image/svg+xml"/>
  <Override PartName="/ppt/media/icon79.svg" ContentType="image/svg+xml"/>
  <Override PartName="/ppt/media/icon8.svg" ContentType="image/svg+xml"/>
  <Override PartName="/ppt/media/icon80.svg" ContentType="image/svg+xml"/>
  <Override PartName="/ppt/media/icon81.svg" ContentType="image/svg+xml"/>
  <Override PartName="/ppt/media/icon82.svg" ContentType="image/svg+xml"/>
  <Override PartName="/ppt/media/icon83.svg" ContentType="image/svg+xml"/>
  <Override PartName="/ppt/media/icon84.svg" ContentType="image/svg+xml"/>
  <Override PartName="/ppt/media/icon85.svg" ContentType="image/svg+xml"/>
  <Override PartName="/ppt/media/icon86.svg" ContentType="image/svg+xml"/>
  <Override PartName="/ppt/media/icon87.svg" ContentType="image/svg+xml"/>
  <Override PartName="/ppt/media/icon88.svg" ContentType="image/svg+xml"/>
  <Override PartName="/ppt/media/icon89.svg" ContentType="image/svg+xml"/>
  <Override PartName="/ppt/media/icon9.svg" ContentType="image/svg+xml"/>
  <Override PartName="/ppt/media/icon90.svg" ContentType="image/svg+xml"/>
  <Override PartName="/ppt/media/icon91.svg" ContentType="image/svg+xml"/>
  <Override PartName="/ppt/media/icon92.svg" ContentType="image/svg+xml"/>
  <Override PartName="/ppt/media/icon93.svg" ContentType="image/svg+xml"/>
  <Override PartName="/ppt/media/icon94.svg" ContentType="image/svg+xml"/>
  <Override PartName="/ppt/media/icon95.svg" ContentType="image/svg+xml"/>
  <Override PartName="/ppt/media/icon96.svg" ContentType="image/svg+xml"/>
  <Override PartName="/ppt/media/icon97.svg" ContentType="image/svg+xml"/>
  <Override PartName="/ppt/media/icon98.svg" ContentType="image/svg+xml"/>
  <Override PartName="/ppt/media/icon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con1.svg"/><Relationship Id="rId4" Type="http://schemas.openxmlformats.org/officeDocument/2006/relationships/image" Target="../media/image2.png"/><Relationship Id="rId5" Type="http://schemas.openxmlformats.org/officeDocument/2006/relationships/image" Target="../media/icon2.svg"/><Relationship Id="rId6" Type="http://schemas.openxmlformats.org/officeDocument/2006/relationships/image" Target="../media/image3.png"/><Relationship Id="rId7" Type="http://schemas.openxmlformats.org/officeDocument/2006/relationships/image" Target="../media/icon3.svg"/><Relationship Id="rId8" Type="http://schemas.openxmlformats.org/officeDocument/2006/relationships/image" Target="../media/image4.png"/><Relationship Id="rId9" Type="http://schemas.openxmlformats.org/officeDocument/2006/relationships/image" Target="../media/icon4.svg"/><Relationship Id="rId10" Type="http://schemas.openxmlformats.org/officeDocument/2006/relationships/image" Target="../media/image5.png"/><Relationship Id="rId11" Type="http://schemas.openxmlformats.org/officeDocument/2006/relationships/image" Target="../media/icon5.svg"/><Relationship Id="rId12" Type="http://schemas.openxmlformats.org/officeDocument/2006/relationships/image" Target="../media/image6.png"/><Relationship Id="rId13" Type="http://schemas.openxmlformats.org/officeDocument/2006/relationships/image" Target="../media/icon6.svg"/><Relationship Id="rId14" Type="http://schemas.openxmlformats.org/officeDocument/2006/relationships/image" Target="../media/image7.png"/><Relationship Id="rId15" Type="http://schemas.openxmlformats.org/officeDocument/2006/relationships/image" Target="../media/icon7.svg"/><Relationship Id="rId16" Type="http://schemas.openxmlformats.org/officeDocument/2006/relationships/image" Target="../media/image8.png"/><Relationship Id="rId17" Type="http://schemas.openxmlformats.org/officeDocument/2006/relationships/image" Target="../media/icon8.svg"/><Relationship Id="rId18" Type="http://schemas.openxmlformats.org/officeDocument/2006/relationships/image" Target="../media/image9.png"/><Relationship Id="rId19" Type="http://schemas.openxmlformats.org/officeDocument/2006/relationships/image" Target="../media/icon9.svg"/><Relationship Id="rId20" Type="http://schemas.openxmlformats.org/officeDocument/2006/relationships/image" Target="../media/image10.png"/><Relationship Id="rId21" Type="http://schemas.openxmlformats.org/officeDocument/2006/relationships/image" Target="../media/icon10.svg"/><Relationship Id="rId22" Type="http://schemas.openxmlformats.org/officeDocument/2006/relationships/image" Target="../media/image11.png"/><Relationship Id="rId23" Type="http://schemas.openxmlformats.org/officeDocument/2006/relationships/image" Target="../media/icon11.svg"/><Relationship Id="rId24" Type="http://schemas.openxmlformats.org/officeDocument/2006/relationships/image" Target="../media/image12.png"/><Relationship Id="rId25" Type="http://schemas.openxmlformats.org/officeDocument/2006/relationships/image" Target="../media/icon1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con13.svg"/><Relationship Id="rId4" Type="http://schemas.openxmlformats.org/officeDocument/2006/relationships/image" Target="../media/image14.png"/><Relationship Id="rId5" Type="http://schemas.openxmlformats.org/officeDocument/2006/relationships/image" Target="../media/icon14.svg"/><Relationship Id="rId6" Type="http://schemas.openxmlformats.org/officeDocument/2006/relationships/image" Target="../media/image15.png"/><Relationship Id="rId7" Type="http://schemas.openxmlformats.org/officeDocument/2006/relationships/image" Target="../media/icon15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con16.svg"/><Relationship Id="rId4" Type="http://schemas.openxmlformats.org/officeDocument/2006/relationships/image" Target="../media/image17.png"/><Relationship Id="rId5" Type="http://schemas.openxmlformats.org/officeDocument/2006/relationships/image" Target="../media/icon17.svg"/><Relationship Id="rId6" Type="http://schemas.openxmlformats.org/officeDocument/2006/relationships/image" Target="../media/image18.png"/><Relationship Id="rId7" Type="http://schemas.openxmlformats.org/officeDocument/2006/relationships/image" Target="../media/icon18.svg"/><Relationship Id="rId8" Type="http://schemas.openxmlformats.org/officeDocument/2006/relationships/image" Target="../media/image19.png"/><Relationship Id="rId9" Type="http://schemas.openxmlformats.org/officeDocument/2006/relationships/image" Target="../media/icon19.svg"/><Relationship Id="rId10" Type="http://schemas.openxmlformats.org/officeDocument/2006/relationships/image" Target="../media/image20.png"/><Relationship Id="rId11" Type="http://schemas.openxmlformats.org/officeDocument/2006/relationships/image" Target="../media/icon20.svg"/><Relationship Id="rId12" Type="http://schemas.openxmlformats.org/officeDocument/2006/relationships/image" Target="../media/image21.png"/><Relationship Id="rId13" Type="http://schemas.openxmlformats.org/officeDocument/2006/relationships/image" Target="../media/icon21.svg"/><Relationship Id="rId14" Type="http://schemas.openxmlformats.org/officeDocument/2006/relationships/image" Target="../media/image22.png"/><Relationship Id="rId15" Type="http://schemas.openxmlformats.org/officeDocument/2006/relationships/image" Target="../media/icon22.svg"/><Relationship Id="rId16" Type="http://schemas.openxmlformats.org/officeDocument/2006/relationships/image" Target="../media/image23.png"/><Relationship Id="rId17" Type="http://schemas.openxmlformats.org/officeDocument/2006/relationships/image" Target="../media/icon23.svg"/><Relationship Id="rId18" Type="http://schemas.openxmlformats.org/officeDocument/2006/relationships/image" Target="../media/image24.png"/><Relationship Id="rId19" Type="http://schemas.openxmlformats.org/officeDocument/2006/relationships/image" Target="../media/icon24.svg"/><Relationship Id="rId20" Type="http://schemas.openxmlformats.org/officeDocument/2006/relationships/image" Target="../media/image25.png"/><Relationship Id="rId21" Type="http://schemas.openxmlformats.org/officeDocument/2006/relationships/image" Target="../media/icon25.svg"/><Relationship Id="rId22" Type="http://schemas.openxmlformats.org/officeDocument/2006/relationships/image" Target="../media/image26.png"/><Relationship Id="rId23" Type="http://schemas.openxmlformats.org/officeDocument/2006/relationships/image" Target="../media/icon26.svg"/><Relationship Id="rId24" Type="http://schemas.openxmlformats.org/officeDocument/2006/relationships/image" Target="../media/image27.png"/><Relationship Id="rId25" Type="http://schemas.openxmlformats.org/officeDocument/2006/relationships/image" Target="../media/icon27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con28.svg"/><Relationship Id="rId4" Type="http://schemas.openxmlformats.org/officeDocument/2006/relationships/image" Target="../media/image29.png"/><Relationship Id="rId5" Type="http://schemas.openxmlformats.org/officeDocument/2006/relationships/image" Target="../media/icon29.svg"/><Relationship Id="rId6" Type="http://schemas.openxmlformats.org/officeDocument/2006/relationships/image" Target="../media/image30.png"/><Relationship Id="rId7" Type="http://schemas.openxmlformats.org/officeDocument/2006/relationships/image" Target="../media/icon30.svg"/><Relationship Id="rId8" Type="http://schemas.openxmlformats.org/officeDocument/2006/relationships/image" Target="../media/image31.png"/><Relationship Id="rId9" Type="http://schemas.openxmlformats.org/officeDocument/2006/relationships/image" Target="../media/icon31.svg"/><Relationship Id="rId10" Type="http://schemas.openxmlformats.org/officeDocument/2006/relationships/image" Target="../media/image32.png"/><Relationship Id="rId11" Type="http://schemas.openxmlformats.org/officeDocument/2006/relationships/image" Target="../media/icon32.svg"/><Relationship Id="rId12" Type="http://schemas.openxmlformats.org/officeDocument/2006/relationships/image" Target="../media/image33.png"/><Relationship Id="rId13" Type="http://schemas.openxmlformats.org/officeDocument/2006/relationships/image" Target="../media/icon33.svg"/><Relationship Id="rId14" Type="http://schemas.openxmlformats.org/officeDocument/2006/relationships/image" Target="../media/image34.png"/><Relationship Id="rId15" Type="http://schemas.openxmlformats.org/officeDocument/2006/relationships/image" Target="../media/icon34.svg"/><Relationship Id="rId16" Type="http://schemas.openxmlformats.org/officeDocument/2006/relationships/image" Target="../media/image35.png"/><Relationship Id="rId17" Type="http://schemas.openxmlformats.org/officeDocument/2006/relationships/image" Target="../media/icon35.svg"/><Relationship Id="rId18" Type="http://schemas.openxmlformats.org/officeDocument/2006/relationships/image" Target="../media/image36.png"/><Relationship Id="rId19" Type="http://schemas.openxmlformats.org/officeDocument/2006/relationships/image" Target="../media/icon36.svg"/><Relationship Id="rId20" Type="http://schemas.openxmlformats.org/officeDocument/2006/relationships/image" Target="../media/image37.png"/><Relationship Id="rId21" Type="http://schemas.openxmlformats.org/officeDocument/2006/relationships/image" Target="../media/icon37.svg"/><Relationship Id="rId22" Type="http://schemas.openxmlformats.org/officeDocument/2006/relationships/image" Target="../media/image38.png"/><Relationship Id="rId23" Type="http://schemas.openxmlformats.org/officeDocument/2006/relationships/image" Target="../media/icon38.svg"/><Relationship Id="rId24" Type="http://schemas.openxmlformats.org/officeDocument/2006/relationships/image" Target="../media/image39.png"/><Relationship Id="rId25" Type="http://schemas.openxmlformats.org/officeDocument/2006/relationships/image" Target="../media/icon39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con40.svg"/><Relationship Id="rId4" Type="http://schemas.openxmlformats.org/officeDocument/2006/relationships/image" Target="../media/image41.png"/><Relationship Id="rId5" Type="http://schemas.openxmlformats.org/officeDocument/2006/relationships/image" Target="../media/icon41.svg"/><Relationship Id="rId6" Type="http://schemas.openxmlformats.org/officeDocument/2006/relationships/image" Target="../media/image42.png"/><Relationship Id="rId7" Type="http://schemas.openxmlformats.org/officeDocument/2006/relationships/image" Target="../media/icon4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con43.svg"/><Relationship Id="rId4" Type="http://schemas.openxmlformats.org/officeDocument/2006/relationships/image" Target="../media/image44.png"/><Relationship Id="rId5" Type="http://schemas.openxmlformats.org/officeDocument/2006/relationships/image" Target="../media/icon44.svg"/><Relationship Id="rId6" Type="http://schemas.openxmlformats.org/officeDocument/2006/relationships/image" Target="../media/image45.png"/><Relationship Id="rId7" Type="http://schemas.openxmlformats.org/officeDocument/2006/relationships/image" Target="../media/icon45.svg"/><Relationship Id="rId8" Type="http://schemas.openxmlformats.org/officeDocument/2006/relationships/image" Target="../media/image46.png"/><Relationship Id="rId9" Type="http://schemas.openxmlformats.org/officeDocument/2006/relationships/image" Target="../media/icon46.svg"/><Relationship Id="rId10" Type="http://schemas.openxmlformats.org/officeDocument/2006/relationships/image" Target="../media/image47.png"/><Relationship Id="rId11" Type="http://schemas.openxmlformats.org/officeDocument/2006/relationships/image" Target="../media/icon47.svg"/><Relationship Id="rId12" Type="http://schemas.openxmlformats.org/officeDocument/2006/relationships/image" Target="../media/image48.png"/><Relationship Id="rId13" Type="http://schemas.openxmlformats.org/officeDocument/2006/relationships/image" Target="../media/icon48.svg"/><Relationship Id="rId14" Type="http://schemas.openxmlformats.org/officeDocument/2006/relationships/image" Target="../media/image49.png"/><Relationship Id="rId15" Type="http://schemas.openxmlformats.org/officeDocument/2006/relationships/image" Target="../media/icon49.svg"/><Relationship Id="rId16" Type="http://schemas.openxmlformats.org/officeDocument/2006/relationships/image" Target="../media/image50.png"/><Relationship Id="rId17" Type="http://schemas.openxmlformats.org/officeDocument/2006/relationships/image" Target="../media/icon50.svg"/><Relationship Id="rId18" Type="http://schemas.openxmlformats.org/officeDocument/2006/relationships/image" Target="../media/image51.png"/><Relationship Id="rId19" Type="http://schemas.openxmlformats.org/officeDocument/2006/relationships/image" Target="../media/icon51.svg"/><Relationship Id="rId20" Type="http://schemas.openxmlformats.org/officeDocument/2006/relationships/image" Target="../media/image52.png"/><Relationship Id="rId21" Type="http://schemas.openxmlformats.org/officeDocument/2006/relationships/image" Target="../media/icon52.svg"/><Relationship Id="rId22" Type="http://schemas.openxmlformats.org/officeDocument/2006/relationships/image" Target="../media/image53.png"/><Relationship Id="rId23" Type="http://schemas.openxmlformats.org/officeDocument/2006/relationships/image" Target="../media/icon53.svg"/><Relationship Id="rId24" Type="http://schemas.openxmlformats.org/officeDocument/2006/relationships/image" Target="../media/image54.png"/><Relationship Id="rId25" Type="http://schemas.openxmlformats.org/officeDocument/2006/relationships/image" Target="../media/icon5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con55.svg"/><Relationship Id="rId4" Type="http://schemas.openxmlformats.org/officeDocument/2006/relationships/image" Target="../media/image56.png"/><Relationship Id="rId5" Type="http://schemas.openxmlformats.org/officeDocument/2006/relationships/image" Target="../media/icon56.svg"/><Relationship Id="rId6" Type="http://schemas.openxmlformats.org/officeDocument/2006/relationships/image" Target="../media/image57.png"/><Relationship Id="rId7" Type="http://schemas.openxmlformats.org/officeDocument/2006/relationships/image" Target="../media/icon57.svg"/><Relationship Id="rId8" Type="http://schemas.openxmlformats.org/officeDocument/2006/relationships/image" Target="../media/image58.png"/><Relationship Id="rId9" Type="http://schemas.openxmlformats.org/officeDocument/2006/relationships/image" Target="../media/icon58.svg"/><Relationship Id="rId10" Type="http://schemas.openxmlformats.org/officeDocument/2006/relationships/image" Target="../media/image59.png"/><Relationship Id="rId11" Type="http://schemas.openxmlformats.org/officeDocument/2006/relationships/image" Target="../media/icon59.svg"/><Relationship Id="rId12" Type="http://schemas.openxmlformats.org/officeDocument/2006/relationships/image" Target="../media/image60.png"/><Relationship Id="rId13" Type="http://schemas.openxmlformats.org/officeDocument/2006/relationships/image" Target="../media/icon60.svg"/><Relationship Id="rId14" Type="http://schemas.openxmlformats.org/officeDocument/2006/relationships/image" Target="../media/image61.png"/><Relationship Id="rId15" Type="http://schemas.openxmlformats.org/officeDocument/2006/relationships/image" Target="../media/icon61.svg"/><Relationship Id="rId16" Type="http://schemas.openxmlformats.org/officeDocument/2006/relationships/image" Target="../media/image62.png"/><Relationship Id="rId17" Type="http://schemas.openxmlformats.org/officeDocument/2006/relationships/image" Target="../media/icon62.svg"/><Relationship Id="rId18" Type="http://schemas.openxmlformats.org/officeDocument/2006/relationships/image" Target="../media/image63.png"/><Relationship Id="rId19" Type="http://schemas.openxmlformats.org/officeDocument/2006/relationships/image" Target="../media/icon63.svg"/><Relationship Id="rId20" Type="http://schemas.openxmlformats.org/officeDocument/2006/relationships/image" Target="../media/image64.png"/><Relationship Id="rId21" Type="http://schemas.openxmlformats.org/officeDocument/2006/relationships/image" Target="../media/icon64.svg"/><Relationship Id="rId22" Type="http://schemas.openxmlformats.org/officeDocument/2006/relationships/image" Target="../media/image65.png"/><Relationship Id="rId23" Type="http://schemas.openxmlformats.org/officeDocument/2006/relationships/image" Target="../media/icon65.svg"/><Relationship Id="rId24" Type="http://schemas.openxmlformats.org/officeDocument/2006/relationships/image" Target="../media/image66.png"/><Relationship Id="rId25" Type="http://schemas.openxmlformats.org/officeDocument/2006/relationships/image" Target="../media/icon66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con67.svg"/><Relationship Id="rId4" Type="http://schemas.openxmlformats.org/officeDocument/2006/relationships/image" Target="../media/image68.png"/><Relationship Id="rId5" Type="http://schemas.openxmlformats.org/officeDocument/2006/relationships/image" Target="../media/icon68.svg"/><Relationship Id="rId6" Type="http://schemas.openxmlformats.org/officeDocument/2006/relationships/image" Target="../media/image69.png"/><Relationship Id="rId7" Type="http://schemas.openxmlformats.org/officeDocument/2006/relationships/image" Target="../media/icon69.svg"/><Relationship Id="rId8" Type="http://schemas.openxmlformats.org/officeDocument/2006/relationships/image" Target="../media/image70.png"/><Relationship Id="rId9" Type="http://schemas.openxmlformats.org/officeDocument/2006/relationships/image" Target="../media/icon70.svg"/><Relationship Id="rId10" Type="http://schemas.openxmlformats.org/officeDocument/2006/relationships/image" Target="../media/image71.png"/><Relationship Id="rId11" Type="http://schemas.openxmlformats.org/officeDocument/2006/relationships/image" Target="../media/icon71.svg"/><Relationship Id="rId12" Type="http://schemas.openxmlformats.org/officeDocument/2006/relationships/image" Target="../media/image72.png"/><Relationship Id="rId13" Type="http://schemas.openxmlformats.org/officeDocument/2006/relationships/image" Target="../media/icon72.svg"/><Relationship Id="rId14" Type="http://schemas.openxmlformats.org/officeDocument/2006/relationships/image" Target="../media/image73.png"/><Relationship Id="rId15" Type="http://schemas.openxmlformats.org/officeDocument/2006/relationships/image" Target="../media/icon73.svg"/><Relationship Id="rId16" Type="http://schemas.openxmlformats.org/officeDocument/2006/relationships/image" Target="../media/image74.png"/><Relationship Id="rId17" Type="http://schemas.openxmlformats.org/officeDocument/2006/relationships/image" Target="../media/icon74.svg"/><Relationship Id="rId18" Type="http://schemas.openxmlformats.org/officeDocument/2006/relationships/image" Target="../media/image75.png"/><Relationship Id="rId19" Type="http://schemas.openxmlformats.org/officeDocument/2006/relationships/image" Target="../media/icon75.svg"/><Relationship Id="rId20" Type="http://schemas.openxmlformats.org/officeDocument/2006/relationships/image" Target="../media/image76.png"/><Relationship Id="rId21" Type="http://schemas.openxmlformats.org/officeDocument/2006/relationships/image" Target="../media/icon76.svg"/><Relationship Id="rId22" Type="http://schemas.openxmlformats.org/officeDocument/2006/relationships/image" Target="../media/image77.png"/><Relationship Id="rId23" Type="http://schemas.openxmlformats.org/officeDocument/2006/relationships/image" Target="../media/icon77.svg"/><Relationship Id="rId24" Type="http://schemas.openxmlformats.org/officeDocument/2006/relationships/image" Target="../media/image78.png"/><Relationship Id="rId25" Type="http://schemas.openxmlformats.org/officeDocument/2006/relationships/image" Target="../media/icon78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con79.svg"/><Relationship Id="rId4" Type="http://schemas.openxmlformats.org/officeDocument/2006/relationships/image" Target="../media/image80.png"/><Relationship Id="rId5" Type="http://schemas.openxmlformats.org/officeDocument/2006/relationships/image" Target="../media/icon80.svg"/><Relationship Id="rId6" Type="http://schemas.openxmlformats.org/officeDocument/2006/relationships/image" Target="../media/image81.png"/><Relationship Id="rId7" Type="http://schemas.openxmlformats.org/officeDocument/2006/relationships/image" Target="../media/icon81.svg"/><Relationship Id="rId8" Type="http://schemas.openxmlformats.org/officeDocument/2006/relationships/image" Target="../media/image82.png"/><Relationship Id="rId9" Type="http://schemas.openxmlformats.org/officeDocument/2006/relationships/image" Target="../media/icon82.svg"/><Relationship Id="rId10" Type="http://schemas.openxmlformats.org/officeDocument/2006/relationships/image" Target="../media/image83.png"/><Relationship Id="rId11" Type="http://schemas.openxmlformats.org/officeDocument/2006/relationships/image" Target="../media/icon83.svg"/><Relationship Id="rId12" Type="http://schemas.openxmlformats.org/officeDocument/2006/relationships/image" Target="../media/image84.png"/><Relationship Id="rId13" Type="http://schemas.openxmlformats.org/officeDocument/2006/relationships/image" Target="../media/icon84.svg"/><Relationship Id="rId14" Type="http://schemas.openxmlformats.org/officeDocument/2006/relationships/image" Target="../media/image85.png"/><Relationship Id="rId15" Type="http://schemas.openxmlformats.org/officeDocument/2006/relationships/image" Target="../media/icon85.svg"/><Relationship Id="rId16" Type="http://schemas.openxmlformats.org/officeDocument/2006/relationships/image" Target="../media/image86.png"/><Relationship Id="rId17" Type="http://schemas.openxmlformats.org/officeDocument/2006/relationships/image" Target="../media/icon86.svg"/><Relationship Id="rId18" Type="http://schemas.openxmlformats.org/officeDocument/2006/relationships/image" Target="../media/image87.png"/><Relationship Id="rId19" Type="http://schemas.openxmlformats.org/officeDocument/2006/relationships/image" Target="../media/icon87.svg"/><Relationship Id="rId20" Type="http://schemas.openxmlformats.org/officeDocument/2006/relationships/image" Target="../media/image88.png"/><Relationship Id="rId21" Type="http://schemas.openxmlformats.org/officeDocument/2006/relationships/image" Target="../media/icon88.svg"/><Relationship Id="rId22" Type="http://schemas.openxmlformats.org/officeDocument/2006/relationships/image" Target="../media/image89.png"/><Relationship Id="rId23" Type="http://schemas.openxmlformats.org/officeDocument/2006/relationships/image" Target="../media/icon89.svg"/><Relationship Id="rId24" Type="http://schemas.openxmlformats.org/officeDocument/2006/relationships/image" Target="../media/image90.png"/><Relationship Id="rId25" Type="http://schemas.openxmlformats.org/officeDocument/2006/relationships/image" Target="../media/icon90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con91.svg"/><Relationship Id="rId4" Type="http://schemas.openxmlformats.org/officeDocument/2006/relationships/image" Target="../media/image92.png"/><Relationship Id="rId5" Type="http://schemas.openxmlformats.org/officeDocument/2006/relationships/image" Target="../media/icon92.svg"/><Relationship Id="rId6" Type="http://schemas.openxmlformats.org/officeDocument/2006/relationships/image" Target="../media/image93.png"/><Relationship Id="rId7" Type="http://schemas.openxmlformats.org/officeDocument/2006/relationships/image" Target="../media/icon93.svg"/><Relationship Id="rId8" Type="http://schemas.openxmlformats.org/officeDocument/2006/relationships/image" Target="../media/image94.png"/><Relationship Id="rId9" Type="http://schemas.openxmlformats.org/officeDocument/2006/relationships/image" Target="../media/icon94.svg"/><Relationship Id="rId10" Type="http://schemas.openxmlformats.org/officeDocument/2006/relationships/image" Target="../media/image95.png"/><Relationship Id="rId11" Type="http://schemas.openxmlformats.org/officeDocument/2006/relationships/image" Target="../media/icon95.svg"/><Relationship Id="rId12" Type="http://schemas.openxmlformats.org/officeDocument/2006/relationships/image" Target="../media/image96.png"/><Relationship Id="rId13" Type="http://schemas.openxmlformats.org/officeDocument/2006/relationships/image" Target="../media/icon96.svg"/><Relationship Id="rId14" Type="http://schemas.openxmlformats.org/officeDocument/2006/relationships/image" Target="../media/image97.png"/><Relationship Id="rId15" Type="http://schemas.openxmlformats.org/officeDocument/2006/relationships/image" Target="../media/icon97.svg"/><Relationship Id="rId16" Type="http://schemas.openxmlformats.org/officeDocument/2006/relationships/image" Target="../media/image98.png"/><Relationship Id="rId17" Type="http://schemas.openxmlformats.org/officeDocument/2006/relationships/image" Target="../media/icon98.svg"/><Relationship Id="rId18" Type="http://schemas.openxmlformats.org/officeDocument/2006/relationships/image" Target="../media/image99.png"/><Relationship Id="rId19" Type="http://schemas.openxmlformats.org/officeDocument/2006/relationships/image" Target="../media/icon99.svg"/><Relationship Id="rId20" Type="http://schemas.openxmlformats.org/officeDocument/2006/relationships/image" Target="../media/image100.png"/><Relationship Id="rId21" Type="http://schemas.openxmlformats.org/officeDocument/2006/relationships/image" Target="../media/icon10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con101.svg"/><Relationship Id="rId4" Type="http://schemas.openxmlformats.org/officeDocument/2006/relationships/image" Target="../media/image101.png"/><Relationship Id="rId5" Type="http://schemas.openxmlformats.org/officeDocument/2006/relationships/image" Target="../media/icon102.svg"/><Relationship Id="rId6" Type="http://schemas.openxmlformats.org/officeDocument/2006/relationships/image" Target="../media/image102.png"/><Relationship Id="rId7" Type="http://schemas.openxmlformats.org/officeDocument/2006/relationships/image" Target="../media/icon103.svg"/><Relationship Id="rId8" Type="http://schemas.openxmlformats.org/officeDocument/2006/relationships/image" Target="../media/image16.png"/><Relationship Id="rId9" Type="http://schemas.openxmlformats.org/officeDocument/2006/relationships/image" Target="../media/icon104.svg"/><Relationship Id="rId10" Type="http://schemas.openxmlformats.org/officeDocument/2006/relationships/image" Target="../media/image103.png"/><Relationship Id="rId11" Type="http://schemas.openxmlformats.org/officeDocument/2006/relationships/image" Target="../media/icon105.svg"/><Relationship Id="rId12" Type="http://schemas.openxmlformats.org/officeDocument/2006/relationships/image" Target="../media/image104.png"/><Relationship Id="rId13" Type="http://schemas.openxmlformats.org/officeDocument/2006/relationships/image" Target="../media/icon106.svg"/><Relationship Id="rId14" Type="http://schemas.openxmlformats.org/officeDocument/2006/relationships/image" Target="../media/image28.png"/><Relationship Id="rId15" Type="http://schemas.openxmlformats.org/officeDocument/2006/relationships/image" Target="../media/icon107.svg"/><Relationship Id="rId16" Type="http://schemas.openxmlformats.org/officeDocument/2006/relationships/image" Target="../media/image105.png"/><Relationship Id="rId17" Type="http://schemas.openxmlformats.org/officeDocument/2006/relationships/image" Target="../media/icon108.svg"/><Relationship Id="rId18" Type="http://schemas.openxmlformats.org/officeDocument/2006/relationships/image" Target="../media/image106.png"/><Relationship Id="rId19" Type="http://schemas.openxmlformats.org/officeDocument/2006/relationships/image" Target="../media/icon109.svg"/><Relationship Id="rId20" Type="http://schemas.openxmlformats.org/officeDocument/2006/relationships/image" Target="../media/image43.png"/><Relationship Id="rId21" Type="http://schemas.openxmlformats.org/officeDocument/2006/relationships/image" Target="../media/icon110.svg"/><Relationship Id="rId22" Type="http://schemas.openxmlformats.org/officeDocument/2006/relationships/image" Target="../media/image107.png"/><Relationship Id="rId23" Type="http://schemas.openxmlformats.org/officeDocument/2006/relationships/image" Target="../media/icon111.svg"/><Relationship Id="rId24" Type="http://schemas.openxmlformats.org/officeDocument/2006/relationships/image" Target="../media/image108.png"/><Relationship Id="rId25" Type="http://schemas.openxmlformats.org/officeDocument/2006/relationships/image" Target="../media/icon112.svg"/><Relationship Id="rId26" Type="http://schemas.openxmlformats.org/officeDocument/2006/relationships/image" Target="../media/image55.png"/><Relationship Id="rId27" Type="http://schemas.openxmlformats.org/officeDocument/2006/relationships/image" Target="../media/icon113.svg"/><Relationship Id="rId28" Type="http://schemas.openxmlformats.org/officeDocument/2006/relationships/image" Target="../media/image109.png"/><Relationship Id="rId29" Type="http://schemas.openxmlformats.org/officeDocument/2006/relationships/image" Target="../media/icon114.svg"/><Relationship Id="rId30" Type="http://schemas.openxmlformats.org/officeDocument/2006/relationships/image" Target="../media/image110.png"/><Relationship Id="rId31" Type="http://schemas.openxmlformats.org/officeDocument/2006/relationships/image" Target="../media/icon115.svg"/><Relationship Id="rId32" Type="http://schemas.openxmlformats.org/officeDocument/2006/relationships/image" Target="../media/image67.png"/><Relationship Id="rId33" Type="http://schemas.openxmlformats.org/officeDocument/2006/relationships/image" Target="../media/icon116.svg"/><Relationship Id="rId34" Type="http://schemas.openxmlformats.org/officeDocument/2006/relationships/image" Target="../media/image111.png"/><Relationship Id="rId35" Type="http://schemas.openxmlformats.org/officeDocument/2006/relationships/image" Target="../media/icon117.svg"/><Relationship Id="rId36" Type="http://schemas.openxmlformats.org/officeDocument/2006/relationships/image" Target="../media/image112.png"/><Relationship Id="rId37" Type="http://schemas.openxmlformats.org/officeDocument/2006/relationships/image" Target="../media/icon118.svg"/><Relationship Id="rId38" Type="http://schemas.openxmlformats.org/officeDocument/2006/relationships/image" Target="../media/image79.png"/><Relationship Id="rId39" Type="http://schemas.openxmlformats.org/officeDocument/2006/relationships/image" Target="../media/icon119.svg"/><Relationship Id="rId40" Type="http://schemas.openxmlformats.org/officeDocument/2006/relationships/image" Target="../media/image113.png"/><Relationship Id="rId41" Type="http://schemas.openxmlformats.org/officeDocument/2006/relationships/image" Target="../media/icon120.svg"/><Relationship Id="rId42" Type="http://schemas.openxmlformats.org/officeDocument/2006/relationships/image" Target="../media/image114.png"/><Relationship Id="rId43" Type="http://schemas.openxmlformats.org/officeDocument/2006/relationships/image" Target="../media/icon121.svg"/><Relationship Id="rId44" Type="http://schemas.openxmlformats.org/officeDocument/2006/relationships/image" Target="../media/image91.png"/><Relationship Id="rId45" Type="http://schemas.openxmlformats.org/officeDocument/2006/relationships/image" Target="../media/icon122.svg"/><Relationship Id="rId46" Type="http://schemas.openxmlformats.org/officeDocument/2006/relationships/image" Target="../media/image115.png"/><Relationship Id="rId47" Type="http://schemas.openxmlformats.org/officeDocument/2006/relationships/image" Target="../media/icon123.svg"/><Relationship Id="rId48" Type="http://schemas.openxmlformats.org/officeDocument/2006/relationships/image" Target="../media/image116.png"/><Relationship Id="rId49" Type="http://schemas.openxmlformats.org/officeDocument/2006/relationships/image" Target="../media/icon124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图标库 · 100 选 · 三色对照 · 矢量版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CD3DA"/>
                </a:solidFill>
                <a:latin typeface="Microsoft YaHei"/>
              </a:rPr>
              <a:t>Material Symbols Outline · SVG 矢量嵌入 · 改色不会填满方框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2011680"/>
            <a:ext cx="3291840" cy="10972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327" y="2148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深蓝灰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2606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Microsoft YaHei"/>
              </a:rPr>
              <a:t>#2C3E50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2011680"/>
            <a:ext cx="3291840" cy="1097280"/>
          </a:xfrm>
          <a:prstGeom prst="roundRect">
            <a:avLst>
              <a:gd name="adj" fmla="val 8000"/>
            </a:avLst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9927" y="2148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品牌橙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9927" y="2606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Microsoft YaHei"/>
              </a:rPr>
              <a:t>#E67E22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7527" y="2011680"/>
            <a:ext cx="3291840" cy="109728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527" y="2148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警示红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527" y="2606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Microsoft YaHei"/>
              </a:rPr>
              <a:t>#C0392B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Microsoft YaHei"/>
              </a:rPr>
              <a:t>共 100 个图标 · 8 大分组 · 每图 3 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Microsoft YaHei"/>
              </a:rPr>
              <a:t>导航与界面 15  ·  用户与账户 12  ·  数据与报表 15  ·  通信与协作 12  ·  文件与文档 12  ·  状态与反馈 12  ·  商务与交易 12  ·  系统与运维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Microsoft YaHei"/>
              </a:rPr>
              <a:t>PPT 2016+ 显示为矢量,粘到文档不会出现填色方块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导航与界面 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home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首页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home-rounded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menu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菜单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menu-rounded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arrow-back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返回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arrow-back-rounded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arrow-forward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193" y="1280160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171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前进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arrow-forward-rounded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-symbols__more-horiz__blu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18221" y="3108960"/>
            <a:ext cx="1097280" cy="109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更多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more-horiz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3683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-symbols__search-rounded__blu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7545" y="3108960"/>
            <a:ext cx="1097280" cy="1097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76523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搜索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6523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search-rounded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-symbols__filter-alt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56869" y="310896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5847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筛选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filter-alt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331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settings-rounded__blu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76193" y="3108960"/>
            <a:ext cx="1097280" cy="1097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15171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设置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1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settings-rounded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close-rounded__blue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18221" y="4937760"/>
            <a:ext cx="1097280" cy="1097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关闭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close-rounded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3683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aterial-symbols__fullscreen-rounded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137545" y="4937760"/>
            <a:ext cx="1097280" cy="10972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276523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全屏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6523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fullscreen-rounded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33007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material-symbols__refresh-rounded__blue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56869" y="4937760"/>
            <a:ext cx="1097280" cy="10972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095847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刷新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refresh-rounded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331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aterial-symbols__sort-rounded__blue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776193" y="4937760"/>
            <a:ext cx="1097280" cy="10972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915171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排序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171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sort-rounded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导航与界面 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grid-view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网格视图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grid-view-rounded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list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列表视图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list-rounded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info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信息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info-rounded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用户与账户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person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person-rounded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group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用户组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group-rounded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person-add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添加用户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person-add-rounded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login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193" y="1280160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171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登录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login-rounded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-symbols__logout-rounded__blu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18221" y="3108960"/>
            <a:ext cx="1097280" cy="109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登出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logout-rounded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3683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-symbols__admin-panel-settings-rounded__blu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7545" y="3108960"/>
            <a:ext cx="1097280" cy="1097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76523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权限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6523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admin-panel-settings-rounded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-symbols__lock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56869" y="310896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5847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锁定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lock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331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lock-open-rounded__blu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76193" y="3108960"/>
            <a:ext cx="1097280" cy="1097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15171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解锁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1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lock-open-rounded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key-rounded__blue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18221" y="4937760"/>
            <a:ext cx="1097280" cy="1097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密码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key-rounded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3683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aterial-symbols__fingerprint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137545" y="4937760"/>
            <a:ext cx="1097280" cy="10972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276523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指纹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6523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fingerprint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33007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material-symbols__badge-rounded__blue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56869" y="4937760"/>
            <a:ext cx="1097280" cy="10972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095847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徽章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badge-rounded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331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aterial-symbols__verified-rounded__blue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776193" y="4937760"/>
            <a:ext cx="1097280" cy="10972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915171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证书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171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verified-rounded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数据与报表 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bar-chart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柱状图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bar-chart-rounded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show-chart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折线图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show-chart-rounded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pie-chart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饼图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pie-chart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area-chart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193" y="1280160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171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面积图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area-chart-rounded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-symbols__table-chart__blu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18221" y="3108960"/>
            <a:ext cx="1097280" cy="109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数据表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table-chart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3683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-symbols__trending-up-rounded__blu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7545" y="3108960"/>
            <a:ext cx="1097280" cy="1097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76523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趋势上升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6523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trending-up-rounded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-symbols__trending-down-rounded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56869" y="310896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5847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趋势下降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trending-down-rounded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331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dashboard-rounded__blu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76193" y="3108960"/>
            <a:ext cx="1097280" cy="1097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15171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看板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1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dashboard-rounded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database__blue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18221" y="4937760"/>
            <a:ext cx="1097280" cy="1097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数据库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database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3683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aterial-symbols__storage-rounded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137545" y="4937760"/>
            <a:ext cx="1097280" cy="10972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276523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存储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6523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storage-rounded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33007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material-symbols__backup-rounded__blue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56869" y="4937760"/>
            <a:ext cx="1097280" cy="10972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095847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备份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backup-rounded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331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aterial-symbols__download-rounded__blue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776193" y="4937760"/>
            <a:ext cx="1097280" cy="10972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915171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导出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171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download-rounded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数据与报表 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upload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导入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upload-rounded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functions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聚合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functions-rounded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query-stats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query-stats-rounded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通信与协作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mail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邮件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mail-rounded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notifications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notifications-rounded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chat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聊天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chat-rounded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comment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193" y="1280160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171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评论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comment-rounded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-symbols__call__blu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18221" y="3108960"/>
            <a:ext cx="1097280" cy="109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电话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3683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-symbols__videocam-rounded__blu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7545" y="3108960"/>
            <a:ext cx="1097280" cy="1097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76523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视频会议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6523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videocam-rounded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-symbols__mic-rounded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56869" y="310896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5847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麦克风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mic-rounded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331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share__blu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76193" y="3108960"/>
            <a:ext cx="1097280" cy="1097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15171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分享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1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share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send-rounded__blue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18221" y="4937760"/>
            <a:ext cx="1097280" cy="1097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发送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send-rounded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3683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aterial-symbols__alternate-email-rounded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137545" y="4937760"/>
            <a:ext cx="1097280" cy="10972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276523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@提及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6523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alternate-email-rounded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33007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material-symbols__translate-rounded__blue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56869" y="4937760"/>
            <a:ext cx="1097280" cy="10972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095847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翻译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translate-rounded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331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aterial-symbols__campaign-rounded__blue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776193" y="4937760"/>
            <a:ext cx="1097280" cy="10972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915171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公告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171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campaign-rounded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文件与文档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description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文档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description-rounded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folder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文件夹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folder-rounded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picture-as-pdf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picture-as-pdf-rounded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image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193" y="1280160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171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图片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image-rounded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-symbols__attach-file-rounded__blu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18221" y="3108960"/>
            <a:ext cx="1097280" cy="109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附件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attach-file-rounded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3683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-symbols__content-copy-rounded__blu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7545" y="3108960"/>
            <a:ext cx="1097280" cy="1097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76523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复制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6523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content-copy-rounded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-symbols__content-paste-rounded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56869" y="310896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5847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粘贴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content-paste-rounded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331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note-add-rounded__blu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76193" y="3108960"/>
            <a:ext cx="1097280" cy="1097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15171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新建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1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note-add-rounded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edit-rounded__blue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18221" y="4937760"/>
            <a:ext cx="1097280" cy="1097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编辑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edit-rounded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3683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aterial-symbols__delete-rounded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137545" y="4937760"/>
            <a:ext cx="1097280" cy="10972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276523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删除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6523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delete-rounded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33007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material-symbols__print-rounded__blue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56869" y="4937760"/>
            <a:ext cx="1097280" cy="10972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095847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打印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print-rounded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331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aterial-symbols__draw-rounded__blue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776193" y="4937760"/>
            <a:ext cx="1097280" cy="10972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915171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签名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171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draw-rounded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状态与反馈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check-circle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成功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check-circle-rounded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cancel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失败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cancel-rounded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warning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warning-rounded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error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193" y="1280160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171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错误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error-rounded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-symbols__help-rounded__blu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18221" y="3108960"/>
            <a:ext cx="1097280" cy="109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帮助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help-rounded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3683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-symbols__hourglass-top-rounded__blu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7545" y="3108960"/>
            <a:ext cx="1097280" cy="1097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76523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进行中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6523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hourglass-top-rounded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-symbols__task-alt-rounded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56869" y="310896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5847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task-alt-rounded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331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pending-actions-rounded__blu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76193" y="3108960"/>
            <a:ext cx="1097280" cy="1097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15171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待办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1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pending-actions-rounded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pause-circle-rounded__blue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18221" y="4937760"/>
            <a:ext cx="1097280" cy="1097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暂停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pause-circle-rounded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3683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aterial-symbols__progress-activity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137545" y="4937760"/>
            <a:ext cx="1097280" cy="10972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276523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进度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6523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progress-activity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33007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material-symbols__sync-rounded__blue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56869" y="4937760"/>
            <a:ext cx="1097280" cy="10972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095847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同步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sync-rounded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331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aterial-symbols__link-off-rounded__blue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776193" y="4937760"/>
            <a:ext cx="1097280" cy="10972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915171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断开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171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link-off-rounded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商务与交易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shopping-cart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购物车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shopping-cart-rounded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receipt-long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订单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receipt-long-rounded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account-balance-wallet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钱包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account-balance-wallet-rounded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credit-card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193" y="1280160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171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信用卡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credit-card-rounded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-symbols__payments-rounded__blu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18221" y="3108960"/>
            <a:ext cx="1097280" cy="109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支付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payments-rounded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3683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-symbols__request-quote-rounded__blu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7545" y="3108960"/>
            <a:ext cx="1097280" cy="1097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76523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发票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6523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request-quote-rounded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-symbols__contract-rounded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56869" y="310896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5847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合同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contract-rounded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331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domain-rounded__blu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76193" y="3108960"/>
            <a:ext cx="1097280" cy="1097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15171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1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domain-rounded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work-rounded__blue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18221" y="4937760"/>
            <a:ext cx="1097280" cy="1097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工作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work-rounded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3683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aterial-symbols__calendar-month-rounded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137545" y="4937760"/>
            <a:ext cx="1097280" cy="10972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276523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日历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6523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calendar-month-rounded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33007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material-symbols__schedule-rounded__blue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56869" y="4937760"/>
            <a:ext cx="1097280" cy="10972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095847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时钟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5847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schedule-rounded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331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aterial-symbols__flag-rounded__blue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776193" y="4937760"/>
            <a:ext cx="1097280" cy="10972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915171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目标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171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flag-rounded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60958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系统与运维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64592"/>
            <a:ext cx="56386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CCD3DA"/>
                </a:solidFill>
                <a:latin typeface="Microsoft YaHei"/>
              </a:rPr>
              <a:t>色:深蓝灰   ·   一页 12 图   ·   矢量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erial-symbols__cloud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8221" y="1280160"/>
            <a:ext cx="109728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cloud-rounded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3683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rial-symbols__dns-rounded__bl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7545" y="128016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6523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服务器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dns-rounded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-symbols__api-rounded__blu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56869" y="128016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7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api-rounded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1430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terminal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193" y="1280160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171" y="24688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终端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27614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terminal-rounded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-symbols__code-rounded__blu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18221" y="3108960"/>
            <a:ext cx="1097280" cy="1097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代码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code-rounded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3683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terial-symbols__bug-report-rounded__blue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7545" y="3108960"/>
            <a:ext cx="1097280" cy="1097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76523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Bug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6523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bug-report-rounded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-symbols__build-rounded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56869" y="3108960"/>
            <a:ext cx="1097280" cy="10972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5847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构建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build-rounded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331" y="29718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rocket-launch-rounded__blu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76193" y="3108960"/>
            <a:ext cx="1097280" cy="1097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15171" y="42976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部署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1" y="45902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rocket-launch-rounded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monitor-heart-rounded__blue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18221" y="4937760"/>
            <a:ext cx="1097280" cy="1097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监控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monitor-heart-rounded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13683" y="4800600"/>
            <a:ext cx="2545003" cy="15544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aterial-symbols__article-rounded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137545" y="4937760"/>
            <a:ext cx="1097280" cy="10972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276523" y="6126480"/>
            <a:ext cx="281932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</a:rPr>
              <a:t>日志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6523" y="6419088"/>
            <a:ext cx="28193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Microsoft YaHei"/>
              </a:rPr>
              <a:t>article-rounded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</a:rPr>
              <a:t>三色对照 · 矢量 · 可在 PPT 中改色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2194560" cy="36576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926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分组 / 名称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914400"/>
            <a:ext cx="3027578" cy="36576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969264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深蓝灰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9338" y="914400"/>
            <a:ext cx="3027578" cy="365760"/>
          </a:xfrm>
          <a:prstGeom prst="roundRect">
            <a:avLst>
              <a:gd name="adj" fmla="val 8000"/>
            </a:avLst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79338" y="969264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品牌橙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06916" y="914400"/>
            <a:ext cx="3027578" cy="36576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06916" y="969264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警示红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80160"/>
            <a:ext cx="2194560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3258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Microsoft YaHei"/>
              </a:rPr>
              <a:t>导航与界面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572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icrosoft YaHei"/>
              </a:rPr>
              <a:t>首页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128016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aterial-symbols__home-rounded__blu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85514" y="1325879"/>
            <a:ext cx="560070" cy="56007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679338" y="128016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terial-symbols__home-rounded__oran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13092" y="1325879"/>
            <a:ext cx="560070" cy="56007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706916" y="128016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terial-symbols__home-rounded__r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40670" y="1325879"/>
            <a:ext cx="560070" cy="56007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457200" y="1931670"/>
            <a:ext cx="2194560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197739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Microsoft YaHei"/>
              </a:rPr>
              <a:t>用户与账户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2427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icrosoft YaHei"/>
              </a:rPr>
              <a:t>用户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193167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aterial-symbols__person-rounded__blu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85514" y="1977389"/>
            <a:ext cx="560070" cy="56007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679338" y="193167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aterial-symbols__person-rounded__orange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13092" y="1977389"/>
            <a:ext cx="560070" cy="56007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706916" y="193167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terial-symbols__person-rounded__r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40670" y="1977389"/>
            <a:ext cx="560070" cy="56007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457200" y="2583180"/>
            <a:ext cx="2194560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26289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Microsoft YaHei"/>
              </a:rPr>
              <a:t>数据与报表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28757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icrosoft YaHei"/>
              </a:rPr>
              <a:t>柱状图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51760" y="258318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aterial-symbols__bar-chart-rounded__blue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885514" y="2628899"/>
            <a:ext cx="560070" cy="56007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679338" y="258318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aterial-symbols__bar-chart-rounded__orange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13092" y="2628899"/>
            <a:ext cx="560070" cy="56007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8706916" y="258318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terial-symbols__bar-chart-rounded__r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940670" y="2628899"/>
            <a:ext cx="560070" cy="56007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57200" y="3234690"/>
            <a:ext cx="2194560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28041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Microsoft YaHei"/>
              </a:rPr>
              <a:t>通信与协作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352729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icrosoft YaHei"/>
              </a:rPr>
              <a:t>邮件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51760" y="323469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material-symbols__mail-rounded__blue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885514" y="3280409"/>
            <a:ext cx="560070" cy="56007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5679338" y="323469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material-symbols__mail-rounded__orange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13092" y="3280409"/>
            <a:ext cx="560070" cy="56007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8706916" y="323469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material-symbols__mail-rounded__red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940670" y="3280409"/>
            <a:ext cx="560070" cy="560070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457200" y="3886200"/>
            <a:ext cx="2194560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9319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Microsoft YaHei"/>
              </a:rPr>
              <a:t>文件与文档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icrosoft YaHei"/>
              </a:rPr>
              <a:t>文档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51760" y="388620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material-symbols__description-rounded__blue.png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885514" y="3931919"/>
            <a:ext cx="560070" cy="56007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679338" y="388620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material-symbols__description-rounded__orange.png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13092" y="3931919"/>
            <a:ext cx="560070" cy="560070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8706916" y="388620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material-symbols__description-rounded__red.png"/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940670" y="3931919"/>
            <a:ext cx="560070" cy="560070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457200" y="4537710"/>
            <a:ext cx="2194560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458343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Microsoft YaHei"/>
              </a:rPr>
              <a:t>状态与反馈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360" y="483031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icrosoft YaHei"/>
              </a:rPr>
              <a:t>成功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651760" y="453771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material-symbols__check-circle-rounded__blue.png"/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885514" y="4583429"/>
            <a:ext cx="560070" cy="56007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5679338" y="453771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material-symbols__check-circle-rounded__orange.png"/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6913092" y="4583429"/>
            <a:ext cx="560070" cy="560070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8706916" y="453771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material-symbols__check-circle-rounded__red.png"/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9940670" y="4583429"/>
            <a:ext cx="560070" cy="560070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457200" y="5189220"/>
            <a:ext cx="2194560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94360" y="52349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Microsoft YaHei"/>
              </a:rPr>
              <a:t>商务与交易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" y="54818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icrosoft YaHei"/>
              </a:rPr>
              <a:t>购物车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651760" y="518922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material-symbols__shopping-cart-rounded__blue.png"/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885514" y="5234939"/>
            <a:ext cx="560070" cy="560070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5679338" y="518922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material-symbols__shopping-cart-rounded__orange.png"/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6913092" y="5234939"/>
            <a:ext cx="560070" cy="560070"/>
          </a:xfrm>
          <a:prstGeom prst="rect">
            <a:avLst/>
          </a:prstGeom>
        </p:spPr>
      </p:pic>
      <p:sp>
        <p:nvSpPr>
          <p:cNvPr id="73" name="Rounded Rectangle 72"/>
          <p:cNvSpPr/>
          <p:nvPr/>
        </p:nvSpPr>
        <p:spPr>
          <a:xfrm>
            <a:off x="8706916" y="518922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material-symbols__shopping-cart-rounded__red.png"/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9940670" y="5234939"/>
            <a:ext cx="560070" cy="560070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457200" y="5840730"/>
            <a:ext cx="2194560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588645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Microsoft YaHei"/>
              </a:rPr>
              <a:t>系统与运维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613333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icrosoft YaHei"/>
              </a:rPr>
              <a:t>云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51760" y="584073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material-symbols__cloud-rounded__blue.png"/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3885514" y="5886449"/>
            <a:ext cx="560070" cy="560070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5679338" y="584073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material-symbols__cloud-rounded__orange.png"/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6913092" y="5886449"/>
            <a:ext cx="560070" cy="560070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8706916" y="5840730"/>
            <a:ext cx="3027578" cy="651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material-symbols__cloud-rounded__red.png"/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9940670" y="5886449"/>
            <a:ext cx="560070" cy="56007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