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Relationship Id="rId11" Type="http://schemas.openxmlformats.org/officeDocument/2006/relationships/image" Target="../media/image76.png"/><Relationship Id="rId12" Type="http://schemas.openxmlformats.org/officeDocument/2006/relationships/image" Target="../media/image77.png"/><Relationship Id="rId13" Type="http://schemas.openxmlformats.org/officeDocument/2006/relationships/image" Target="../media/image7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Relationship Id="rId9" Type="http://schemas.openxmlformats.org/officeDocument/2006/relationships/image" Target="../media/image98.png"/><Relationship Id="rId10" Type="http://schemas.openxmlformats.org/officeDocument/2006/relationships/image" Target="../media/image99.png"/><Relationship Id="rId11" Type="http://schemas.openxmlformats.org/officeDocument/2006/relationships/image" Target="../media/image10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6.png"/><Relationship Id="rId6" Type="http://schemas.openxmlformats.org/officeDocument/2006/relationships/image" Target="../media/image103.png"/><Relationship Id="rId7" Type="http://schemas.openxmlformats.org/officeDocument/2006/relationships/image" Target="../media/image104.png"/><Relationship Id="rId8" Type="http://schemas.openxmlformats.org/officeDocument/2006/relationships/image" Target="../media/image28.png"/><Relationship Id="rId9" Type="http://schemas.openxmlformats.org/officeDocument/2006/relationships/image" Target="../media/image105.png"/><Relationship Id="rId10" Type="http://schemas.openxmlformats.org/officeDocument/2006/relationships/image" Target="../media/image106.png"/><Relationship Id="rId11" Type="http://schemas.openxmlformats.org/officeDocument/2006/relationships/image" Target="../media/image43.png"/><Relationship Id="rId12" Type="http://schemas.openxmlformats.org/officeDocument/2006/relationships/image" Target="../media/image107.png"/><Relationship Id="rId13" Type="http://schemas.openxmlformats.org/officeDocument/2006/relationships/image" Target="../media/image108.png"/><Relationship Id="rId14" Type="http://schemas.openxmlformats.org/officeDocument/2006/relationships/image" Target="../media/image55.png"/><Relationship Id="rId15" Type="http://schemas.openxmlformats.org/officeDocument/2006/relationships/image" Target="../media/image109.png"/><Relationship Id="rId16" Type="http://schemas.openxmlformats.org/officeDocument/2006/relationships/image" Target="../media/image110.png"/><Relationship Id="rId17" Type="http://schemas.openxmlformats.org/officeDocument/2006/relationships/image" Target="../media/image67.png"/><Relationship Id="rId18" Type="http://schemas.openxmlformats.org/officeDocument/2006/relationships/image" Target="../media/image111.png"/><Relationship Id="rId19" Type="http://schemas.openxmlformats.org/officeDocument/2006/relationships/image" Target="../media/image112.png"/><Relationship Id="rId20" Type="http://schemas.openxmlformats.org/officeDocument/2006/relationships/image" Target="../media/image79.png"/><Relationship Id="rId21" Type="http://schemas.openxmlformats.org/officeDocument/2006/relationships/image" Target="../media/image113.png"/><Relationship Id="rId22" Type="http://schemas.openxmlformats.org/officeDocument/2006/relationships/image" Target="../media/image114.png"/><Relationship Id="rId23" Type="http://schemas.openxmlformats.org/officeDocument/2006/relationships/image" Target="../media/image91.png"/><Relationship Id="rId24" Type="http://schemas.openxmlformats.org/officeDocument/2006/relationships/image" Target="../media/image115.png"/><Relationship Id="rId25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46304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图标库 · 100 选 · 三色对照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CD3DA"/>
                </a:solidFill>
                <a:latin typeface="Microsoft YaHei"/>
              </a:rPr>
              <a:t>Material Symbols · 8 大业务场景 · 256px 源图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2327" y="2011680"/>
            <a:ext cx="3291840" cy="109728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327" y="2148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深蓝灰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327" y="2606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#2C3E50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2011680"/>
            <a:ext cx="3291840" cy="109728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9927" y="2148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品牌橙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9927" y="2606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#E67E22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7527" y="2011680"/>
            <a:ext cx="3291840" cy="109728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7527" y="2148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警示红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7527" y="26060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#C0392B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Microsoft YaHei"/>
              </a:rPr>
              <a:t>共 100 个图标 · 8 大分组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1109441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Microsoft YaHei"/>
              </a:rPr>
              <a:t>导航与界面 15  ·  用户与账户 12  ·  数据与报表 15  ·  通信与协作 12  ·  文件与文档 12  ·  状态与反馈 12  ·  商务与交易 12  ·  系统与运维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Microsoft YaHei"/>
              </a:rPr>
              <a:t>每页 12 图 · 卡片化布局 · 图标 1.5×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09584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导航与界面  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164592"/>
            <a:ext cx="56386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CD3DA"/>
                </a:solidFill>
                <a:latin typeface="Microsoft YaHei"/>
              </a:rPr>
              <a:t>色:深蓝灰   ·   一页 12 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terial-symbols__home-rounded_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221" y="1280160"/>
            <a:ext cx="1097280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首页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home-rounded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3683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terial-symbols__menu-rounded_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545" y="1280160"/>
            <a:ext cx="1097280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76523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菜单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6523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menu-rounded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terial-symbols__arrow-back-rounded_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6869" y="1280160"/>
            <a:ext cx="1097280" cy="1097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5847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返回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arrow-back-rounded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331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aterial-symbols__arrow-forward-rounded_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6193" y="1280160"/>
            <a:ext cx="1097280" cy="1097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15171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前进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arrow-forward-rounded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aterial-symbols__more-horiz_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8221" y="3108960"/>
            <a:ext cx="1097280" cy="1097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更多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more-horiz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3683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aterial-symbols__search-rounded_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545" y="3108960"/>
            <a:ext cx="1097280" cy="10972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276523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搜索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6523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search-rounded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aterial-symbols__filter-alt_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6869" y="3108960"/>
            <a:ext cx="1097280" cy="10972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95847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筛选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5847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filter-alt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331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aterial-symbols__settings-rounded_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6193" y="3108960"/>
            <a:ext cx="1097280" cy="10972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15171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设置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171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settings-rounded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material-symbols__close-rounded_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8221" y="4937760"/>
            <a:ext cx="1097280" cy="10972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57200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关闭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close-rounded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13683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material-symbols__fullscreen-rounded_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37545" y="4937760"/>
            <a:ext cx="1097280" cy="10972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276523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全屏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76523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fullscreen-rounded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33007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material-symbols__refresh-rounded_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6869" y="4937760"/>
            <a:ext cx="1097280" cy="10972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095847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刷新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5847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refresh-rounded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331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material-symbols__sort-rounded__blu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76193" y="4937760"/>
            <a:ext cx="1097280" cy="10972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915171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排序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171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sort-rounded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09584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导航与界面  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164592"/>
            <a:ext cx="56386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CD3DA"/>
                </a:solidFill>
                <a:latin typeface="Microsoft YaHei"/>
              </a:rPr>
              <a:t>色:深蓝灰   ·   一页 12 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terial-symbols__grid-view-rounded_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221" y="1280160"/>
            <a:ext cx="1097280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网格视图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grid-view-rounded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3683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terial-symbols__list-rounded_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545" y="1280160"/>
            <a:ext cx="1097280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76523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列表视图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6523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list-rounded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terial-symbols__info-rounded_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6869" y="1280160"/>
            <a:ext cx="1097280" cy="1097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5847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信息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info-rounded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09584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用户与账户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164592"/>
            <a:ext cx="56386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CD3DA"/>
                </a:solidFill>
                <a:latin typeface="Microsoft YaHei"/>
              </a:rPr>
              <a:t>色:深蓝灰   ·   一页 12 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terial-symbols__person-rounded_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221" y="1280160"/>
            <a:ext cx="1097280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用户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person-rounded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3683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terial-symbols__group-rounded_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545" y="1280160"/>
            <a:ext cx="1097280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76523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用户组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6523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group-rounded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terial-symbols__person-add-rounded_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6869" y="1280160"/>
            <a:ext cx="1097280" cy="1097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5847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添加用户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person-add-rounded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331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aterial-symbols__login-rounded_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6193" y="1280160"/>
            <a:ext cx="1097280" cy="1097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15171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登录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login-rounded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aterial-symbols__logout-rounded_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8221" y="3108960"/>
            <a:ext cx="1097280" cy="1097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登出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logout-rounded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3683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aterial-symbols__admin-panel-settings-rounded_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545" y="3108960"/>
            <a:ext cx="1097280" cy="10972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276523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权限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6523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admin-panel-settings-rounded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aterial-symbols__lock_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6869" y="3108960"/>
            <a:ext cx="1097280" cy="10972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95847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锁定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5847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lock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331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aterial-symbols__lock-open-rounded_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6193" y="3108960"/>
            <a:ext cx="1097280" cy="10972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15171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解锁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171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lock-open-rounded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material-symbols__key-rounded_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8221" y="4937760"/>
            <a:ext cx="1097280" cy="10972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57200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密码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key-rounded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13683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material-symbols__fingerprint_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37545" y="4937760"/>
            <a:ext cx="1097280" cy="10972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276523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指纹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76523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fingerprint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33007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material-symbols__badge-rounded_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6869" y="4937760"/>
            <a:ext cx="1097280" cy="10972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095847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徽章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5847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badge-rounded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331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material-symbols__verified-rounded__blu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76193" y="4937760"/>
            <a:ext cx="1097280" cy="10972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915171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证书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171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verified-rounded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09584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数据与报表  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164592"/>
            <a:ext cx="56386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CD3DA"/>
                </a:solidFill>
                <a:latin typeface="Microsoft YaHei"/>
              </a:rPr>
              <a:t>色:深蓝灰   ·   一页 12 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terial-symbols__bar-chart-rounded_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221" y="1280160"/>
            <a:ext cx="1097280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柱状图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bar-chart-rounded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3683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terial-symbols__show-chart-rounded_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545" y="1280160"/>
            <a:ext cx="1097280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76523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折线图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6523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show-chart-rounded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terial-symbols__pie-chart_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6869" y="1280160"/>
            <a:ext cx="1097280" cy="1097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5847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饼图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pie-chart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331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aterial-symbols__area-chart-rounded_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6193" y="1280160"/>
            <a:ext cx="1097280" cy="1097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15171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面积图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area-chart-rounded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aterial-symbols__table-chart_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8221" y="3108960"/>
            <a:ext cx="1097280" cy="1097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数据表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table-chart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3683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aterial-symbols__trending-up-rounded_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545" y="3108960"/>
            <a:ext cx="1097280" cy="10972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276523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趋势上升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6523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trending-up-rounded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aterial-symbols__trending-down-rounded_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6869" y="3108960"/>
            <a:ext cx="1097280" cy="10972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95847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趋势下降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5847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trending-down-rounded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331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aterial-symbols__dashboard-rounded_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6193" y="3108960"/>
            <a:ext cx="1097280" cy="10972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15171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看板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171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dashboard-rounded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material-symbols__database_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8221" y="4937760"/>
            <a:ext cx="1097280" cy="10972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57200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数据库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database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13683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material-symbols__storage-rounded_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37545" y="4937760"/>
            <a:ext cx="1097280" cy="10972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276523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存储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76523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storage-rounded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33007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material-symbols__backup-rounded_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6869" y="4937760"/>
            <a:ext cx="1097280" cy="10972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095847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备份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5847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backup-rounded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331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material-symbols__download-rounded__blu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76193" y="4937760"/>
            <a:ext cx="1097280" cy="10972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915171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导出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171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download-rounded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09584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数据与报表  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164592"/>
            <a:ext cx="56386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CD3DA"/>
                </a:solidFill>
                <a:latin typeface="Microsoft YaHei"/>
              </a:rPr>
              <a:t>色:深蓝灰   ·   一页 12 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terial-symbols__upload-rounded_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221" y="1280160"/>
            <a:ext cx="1097280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导入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upload-rounded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3683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terial-symbols__functions-rounded_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545" y="1280160"/>
            <a:ext cx="1097280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76523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聚合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6523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functions-rounded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terial-symbols__query-stats-rounded_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6869" y="1280160"/>
            <a:ext cx="1097280" cy="1097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5847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查询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query-stats-rounded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09584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通信与协作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164592"/>
            <a:ext cx="56386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CD3DA"/>
                </a:solidFill>
                <a:latin typeface="Microsoft YaHei"/>
              </a:rPr>
              <a:t>色:深蓝灰   ·   一页 12 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terial-symbols__mail-rounded_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221" y="1280160"/>
            <a:ext cx="1097280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邮件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mail-rounded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3683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terial-symbols__notifications-rounded_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545" y="1280160"/>
            <a:ext cx="1097280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76523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通知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6523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notifications-rounded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terial-symbols__chat-rounded_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6869" y="1280160"/>
            <a:ext cx="1097280" cy="1097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5847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聊天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chat-rounded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331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aterial-symbols__comment-rounded_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6193" y="1280160"/>
            <a:ext cx="1097280" cy="1097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15171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评论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comment-rounded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aterial-symbols__call_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8221" y="3108960"/>
            <a:ext cx="1097280" cy="1097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电话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call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3683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aterial-symbols__videocam-rounded_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545" y="3108960"/>
            <a:ext cx="1097280" cy="10972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276523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视频会议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6523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videocam-rounded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aterial-symbols__mic-rounded_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6869" y="3108960"/>
            <a:ext cx="1097280" cy="10972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95847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麦克风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5847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mic-rounded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331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aterial-symbols__share_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6193" y="3108960"/>
            <a:ext cx="1097280" cy="10972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15171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分享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171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share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material-symbols__send-rounded_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8221" y="4937760"/>
            <a:ext cx="1097280" cy="10972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57200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发送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send-rounded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13683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material-symbols__alternate-email-rounded_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37545" y="4937760"/>
            <a:ext cx="1097280" cy="10972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276523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@提及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76523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alternate-email-rounded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33007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material-symbols__translate-rounded_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6869" y="4937760"/>
            <a:ext cx="1097280" cy="10972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095847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翻译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5847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translate-rounded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331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material-symbols__campaign-rounded__blu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76193" y="4937760"/>
            <a:ext cx="1097280" cy="10972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915171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公告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171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campaign-rounded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09584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文件与文档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164592"/>
            <a:ext cx="56386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CD3DA"/>
                </a:solidFill>
                <a:latin typeface="Microsoft YaHei"/>
              </a:rPr>
              <a:t>色:深蓝灰   ·   一页 12 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terial-symbols__description-rounded_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221" y="1280160"/>
            <a:ext cx="1097280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文档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description-rounded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3683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terial-symbols__folder-rounded_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545" y="1280160"/>
            <a:ext cx="1097280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76523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文件夹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6523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folder-rounded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terial-symbols__picture-as-pdf-rounded_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6869" y="1280160"/>
            <a:ext cx="1097280" cy="1097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5847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picture-as-pdf-rounded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331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aterial-symbols__image-rounded_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6193" y="1280160"/>
            <a:ext cx="1097280" cy="1097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15171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图片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image-rounded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aterial-symbols__attach-file-rounded_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8221" y="3108960"/>
            <a:ext cx="1097280" cy="1097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附件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attach-file-rounded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3683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aterial-symbols__content-copy-rounded_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545" y="3108960"/>
            <a:ext cx="1097280" cy="10972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276523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复制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6523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content-copy-rounded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aterial-symbols__content-paste-rounded_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6869" y="3108960"/>
            <a:ext cx="1097280" cy="10972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95847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粘贴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5847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content-paste-rounded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331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aterial-symbols__note-add-rounded_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6193" y="3108960"/>
            <a:ext cx="1097280" cy="10972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15171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新建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171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note-add-rounded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material-symbols__edit-rounded_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8221" y="4937760"/>
            <a:ext cx="1097280" cy="10972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57200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编辑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edit-rounded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13683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material-symbols__delete-rounded_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37545" y="4937760"/>
            <a:ext cx="1097280" cy="10972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276523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删除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76523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delete-rounded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33007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material-symbols__print-rounded_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6869" y="4937760"/>
            <a:ext cx="1097280" cy="10972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095847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打印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5847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print-rounded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331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material-symbols__draw-rounded__blu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76193" y="4937760"/>
            <a:ext cx="1097280" cy="10972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915171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签名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171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draw-rounded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09584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状态与反馈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164592"/>
            <a:ext cx="56386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CD3DA"/>
                </a:solidFill>
                <a:latin typeface="Microsoft YaHei"/>
              </a:rPr>
              <a:t>色:深蓝灰   ·   一页 12 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terial-symbols__check-circle-rounded_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221" y="1280160"/>
            <a:ext cx="1097280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成功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check-circle-rounded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3683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terial-symbols__cancel-rounded_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545" y="1280160"/>
            <a:ext cx="1097280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76523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失败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6523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cancel-rounded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terial-symbols__warning-rounded_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6869" y="1280160"/>
            <a:ext cx="1097280" cy="1097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5847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警告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warning-rounded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331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aterial-symbols__error-rounded_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6193" y="1280160"/>
            <a:ext cx="1097280" cy="1097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15171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错误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error-rounded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aterial-symbols__help-rounded_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8221" y="3108960"/>
            <a:ext cx="1097280" cy="1097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帮助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help-rounded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3683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aterial-symbols__hourglass-top-rounded_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545" y="3108960"/>
            <a:ext cx="1097280" cy="10972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276523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进行中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6523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hourglass-top-rounded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aterial-symbols__task-alt-rounded_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6869" y="3108960"/>
            <a:ext cx="1097280" cy="10972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95847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已完成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5847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task-alt-rounded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331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aterial-symbols__pending-actions-rounded_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6193" y="3108960"/>
            <a:ext cx="1097280" cy="10972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15171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待办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171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pending-actions-rounded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material-symbols__pause-circle-rounded_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8221" y="4937760"/>
            <a:ext cx="1097280" cy="10972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57200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暂停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pause-circle-rounded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13683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material-symbols__progress-activity_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37545" y="4937760"/>
            <a:ext cx="1097280" cy="10972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276523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进度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76523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progress-activity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33007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material-symbols__sync-rounded_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6869" y="4937760"/>
            <a:ext cx="1097280" cy="10972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095847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同步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5847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sync-rounded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331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material-symbols__link-off-rounded__blu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76193" y="4937760"/>
            <a:ext cx="1097280" cy="10972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915171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断开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171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link-off-rounded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09584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商务与交易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164592"/>
            <a:ext cx="56386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CD3DA"/>
                </a:solidFill>
                <a:latin typeface="Microsoft YaHei"/>
              </a:rPr>
              <a:t>色:深蓝灰   ·   一页 12 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terial-symbols__shopping-cart-rounded_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221" y="1280160"/>
            <a:ext cx="1097280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购物车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shopping-cart-rounded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3683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terial-symbols__receipt-long-rounded_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545" y="1280160"/>
            <a:ext cx="1097280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76523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订单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6523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receipt-long-rounded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terial-symbols__account-balance-wallet-rounded_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6869" y="1280160"/>
            <a:ext cx="1097280" cy="1097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5847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钱包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account-balance-wallet-rounded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331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aterial-symbols__credit-card-rounded_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6193" y="1280160"/>
            <a:ext cx="1097280" cy="1097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15171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信用卡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credit-card-rounded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aterial-symbols__payments-rounded_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8221" y="3108960"/>
            <a:ext cx="1097280" cy="1097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支付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payments-rounded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3683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aterial-symbols__request-quote-rounded_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545" y="3108960"/>
            <a:ext cx="1097280" cy="10972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276523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发票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6523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request-quote-rounded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aterial-symbols__contract-rounded_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6869" y="3108960"/>
            <a:ext cx="1097280" cy="10972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95847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合同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5847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contract-rounded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331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aterial-symbols__domain-rounded_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6193" y="3108960"/>
            <a:ext cx="1097280" cy="10972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15171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公司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171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domain-rounded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material-symbols__work-rounded_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8221" y="4937760"/>
            <a:ext cx="1097280" cy="10972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57200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工作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work-rounded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13683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material-symbols__calendar-month-rounded_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37545" y="4937760"/>
            <a:ext cx="1097280" cy="10972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276523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日历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76523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calendar-month-rounded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33007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material-symbols__schedule-rounded_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6869" y="4937760"/>
            <a:ext cx="1097280" cy="10972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095847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时钟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5847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schedule-rounded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331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material-symbols__flag-rounded__blu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76193" y="4937760"/>
            <a:ext cx="1097280" cy="10972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915171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目标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171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flag-rounded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6095847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系统与运维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7" y="164592"/>
            <a:ext cx="563864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CD3DA"/>
                </a:solidFill>
                <a:latin typeface="Microsoft YaHei"/>
              </a:rPr>
              <a:t>色:深蓝灰   ·   一页 12 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terial-symbols__cloud-rounded_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221" y="1280160"/>
            <a:ext cx="1097280" cy="1097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cloud-rounded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3683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terial-symbols__dns-rounded_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545" y="1280160"/>
            <a:ext cx="1097280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76523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服务器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6523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dns-rounded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terial-symbols__api-rounded_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6869" y="1280160"/>
            <a:ext cx="1097280" cy="1097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5847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api-rounded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331" y="11430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aterial-symbols__terminal-rounded_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6193" y="1280160"/>
            <a:ext cx="1097280" cy="1097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15171" y="24688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终端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27614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terminal-rounded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aterial-symbols__code-rounded_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8221" y="3108960"/>
            <a:ext cx="1097280" cy="1097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代码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code-rounded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3683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aterial-symbols__bug-report-rounded_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7545" y="3108960"/>
            <a:ext cx="1097280" cy="10972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276523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Bug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6523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bug-report-rounded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aterial-symbols__build-rounded_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6869" y="3108960"/>
            <a:ext cx="1097280" cy="10972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95847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构建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5847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build-rounded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331" y="29718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aterial-symbols__rocket-launch-rounded_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6193" y="3108960"/>
            <a:ext cx="1097280" cy="10972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15171" y="42976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部署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171" y="45902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rocket-launch-rounded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material-symbols__monitor-heart-rounded_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8221" y="4937760"/>
            <a:ext cx="1097280" cy="10972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57200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监控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monitor-heart-rounded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13683" y="4800600"/>
            <a:ext cx="2545003" cy="155448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material-symbols__article-rounded_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37545" y="4937760"/>
            <a:ext cx="1097280" cy="10972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276523" y="6126480"/>
            <a:ext cx="281932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Microsoft YaHei"/>
              </a:rPr>
              <a:t>日志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76523" y="641908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Microsoft YaHei"/>
              </a:rPr>
              <a:t>article-rounded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三色对照 · 各组代表图标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2194560" cy="36576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分组 / 名称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914400"/>
            <a:ext cx="3027578" cy="36576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969264"/>
            <a:ext cx="30275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深蓝灰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79338" y="914400"/>
            <a:ext cx="3027578" cy="36576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79338" y="969264"/>
            <a:ext cx="30275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品牌橙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06916" y="914400"/>
            <a:ext cx="3027578" cy="36576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06916" y="969264"/>
            <a:ext cx="302757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警示红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2194560" cy="65151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3258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icrosoft YaHei"/>
              </a:rPr>
              <a:t>导航与界面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5727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</a:rPr>
              <a:t>首页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128016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aterial-symbols__home-rounded_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514" y="1325879"/>
            <a:ext cx="560070" cy="56007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679338" y="128016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aterial-symbols__home-rounded_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092" y="1325879"/>
            <a:ext cx="560070" cy="56007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706916" y="128016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aterial-symbols__home-rounded_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0670" y="1325879"/>
            <a:ext cx="560070" cy="56007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57200" y="1931670"/>
            <a:ext cx="2194560" cy="6515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197739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icrosoft YaHei"/>
              </a:rPr>
              <a:t>用户与账户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22427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</a:rPr>
              <a:t>用户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51760" y="193167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material-symbols__person-rounded_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5514" y="1977389"/>
            <a:ext cx="560070" cy="56007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5679338" y="193167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aterial-symbols__person-rounded_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3092" y="1977389"/>
            <a:ext cx="560070" cy="56007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706916" y="193167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material-symbols__person-rounded_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0670" y="1977389"/>
            <a:ext cx="560070" cy="56007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57200" y="2583180"/>
            <a:ext cx="2194560" cy="65151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26289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icrosoft YaHei"/>
              </a:rPr>
              <a:t>数据与报表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287578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</a:rPr>
              <a:t>柱状图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51760" y="258318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aterial-symbols__bar-chart-rounded_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85514" y="2628899"/>
            <a:ext cx="560070" cy="56007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5679338" y="258318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material-symbols__bar-chart-rounded__oran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3092" y="2628899"/>
            <a:ext cx="560070" cy="56007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8706916" y="258318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material-symbols__bar-chart-rounded__r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40670" y="2628899"/>
            <a:ext cx="560070" cy="560070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57200" y="3234690"/>
            <a:ext cx="2194560" cy="6515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328041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icrosoft YaHei"/>
              </a:rPr>
              <a:t>通信与协作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352729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</a:rPr>
              <a:t>邮件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51760" y="323469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material-symbols__mail-rounded__blu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85514" y="3280409"/>
            <a:ext cx="560070" cy="56007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5679338" y="323469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material-symbols__mail-rounded__oran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3092" y="3280409"/>
            <a:ext cx="560070" cy="560070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8706916" y="323469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material-symbols__mail-rounded__r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40670" y="3280409"/>
            <a:ext cx="560070" cy="560070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457200" y="3886200"/>
            <a:ext cx="2194560" cy="65151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39319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icrosoft YaHei"/>
              </a:rPr>
              <a:t>文件与文档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417880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</a:rPr>
              <a:t>文档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51760" y="388620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material-symbols__description-rounded__blu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85514" y="3931919"/>
            <a:ext cx="560070" cy="56007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5679338" y="388620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material-symbols__description-rounded__oran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13092" y="3931919"/>
            <a:ext cx="560070" cy="560070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8706916" y="388620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material-symbols__description-rounded__r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40670" y="3931919"/>
            <a:ext cx="560070" cy="560070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457200" y="4537710"/>
            <a:ext cx="2194560" cy="6515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458343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icrosoft YaHei"/>
              </a:rPr>
              <a:t>状态与反馈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483031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</a:rPr>
              <a:t>成功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651760" y="453771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material-symbols__check-circle-rounded__blu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85514" y="4583429"/>
            <a:ext cx="560070" cy="560070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5679338" y="453771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material-symbols__check-circle-rounded__oran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13092" y="4583429"/>
            <a:ext cx="560070" cy="560070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8706916" y="453771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material-symbols__check-circle-rounded__r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40670" y="4583429"/>
            <a:ext cx="560070" cy="560070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457200" y="5189220"/>
            <a:ext cx="2194560" cy="65151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4360" y="52349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icrosoft YaHei"/>
              </a:rPr>
              <a:t>商务与交易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" y="54818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</a:rPr>
              <a:t>购物车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651760" y="518922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material-symbols__shopping-cart-rounded__blu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85514" y="5234939"/>
            <a:ext cx="560070" cy="560070"/>
          </a:xfrm>
          <a:prstGeom prst="rect">
            <a:avLst/>
          </a:prstGeom>
        </p:spPr>
      </p:pic>
      <p:sp>
        <p:nvSpPr>
          <p:cNvPr id="71" name="Rounded Rectangle 70"/>
          <p:cNvSpPr/>
          <p:nvPr/>
        </p:nvSpPr>
        <p:spPr>
          <a:xfrm>
            <a:off x="5679338" y="518922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material-symbols__shopping-cart-rounded__oran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13092" y="5234939"/>
            <a:ext cx="560070" cy="560070"/>
          </a:xfrm>
          <a:prstGeom prst="rect">
            <a:avLst/>
          </a:prstGeom>
        </p:spPr>
      </p:pic>
      <p:sp>
        <p:nvSpPr>
          <p:cNvPr id="73" name="Rounded Rectangle 72"/>
          <p:cNvSpPr/>
          <p:nvPr/>
        </p:nvSpPr>
        <p:spPr>
          <a:xfrm>
            <a:off x="8706916" y="518922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material-symbols__shopping-cart-rounded__r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940670" y="5234939"/>
            <a:ext cx="560070" cy="560070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457200" y="5840730"/>
            <a:ext cx="2194560" cy="6515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4360" y="588645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Microsoft YaHei"/>
              </a:rPr>
              <a:t>系统与运维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13333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Microsoft YaHei"/>
              </a:rPr>
              <a:t>云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651760" y="584073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material-symbols__cloud-rounded__blu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85514" y="5886449"/>
            <a:ext cx="560070" cy="560070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5679338" y="584073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material-symbols__cloud-rounded__oran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13092" y="5886449"/>
            <a:ext cx="560070" cy="560070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8706916" y="5840730"/>
            <a:ext cx="3027578" cy="6515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material-symbols__cloud-rounded__r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940670" y="5886449"/>
            <a:ext cx="560070" cy="5600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